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xlsx" ContentType="application/vnd.openxmlformats-officedocument.spreadsheetml.sheet"/>
  <Default Extension="bin" ContentType="application/vnd.openxmlformats-officedocument.oleObject"/>
  <Default Extension="png" ContentType="image/png"/>
  <Default Extension="wmf" ContentType="image/x-wmf"/>
  <Default Extension="emf" ContentType="image/x-emf"/>
  <Default Extension="wdp" ContentType="image/vnd.ms-photo"/>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 id="2147483657" r:id="rId4"/>
    <p:sldMasterId id="2147483659" r:id="rId5"/>
    <p:sldMasterId id="2147483665" r:id="rId6"/>
    <p:sldMasterId id="2147483667" r:id="rId7"/>
    <p:sldMasterId id="2147483671" r:id="rId8"/>
    <p:sldMasterId id="2147483675" r:id="rId9"/>
    <p:sldMasterId id="2147483687" r:id="rId10"/>
    <p:sldMasterId id="2147483690" r:id="rId11"/>
    <p:sldMasterId id="2147483703" r:id="rId12"/>
    <p:sldMasterId id="2147483715" r:id="rId13"/>
    <p:sldMasterId id="2147483722" r:id="rId14"/>
    <p:sldMasterId id="2147483725" r:id="rId15"/>
  </p:sldMasterIdLst>
  <p:notesMasterIdLst>
    <p:notesMasterId r:id="rId17"/>
  </p:notesMasterIdLst>
  <p:handoutMasterIdLst>
    <p:handoutMasterId r:id="rId70"/>
  </p:handoutMasterIdLst>
  <p:sldIdLst>
    <p:sldId id="283" r:id="rId16"/>
    <p:sldId id="2058" r:id="rId18"/>
    <p:sldId id="2002" r:id="rId19"/>
    <p:sldId id="2109" r:id="rId20"/>
    <p:sldId id="2060" r:id="rId21"/>
    <p:sldId id="2091" r:id="rId22"/>
    <p:sldId id="2172" r:id="rId23"/>
    <p:sldId id="2112" r:id="rId24"/>
    <p:sldId id="2108" r:id="rId25"/>
    <p:sldId id="2062" r:id="rId26"/>
    <p:sldId id="16603193" r:id="rId27"/>
    <p:sldId id="2130" r:id="rId28"/>
    <p:sldId id="16603197" r:id="rId29"/>
    <p:sldId id="16603198" r:id="rId30"/>
    <p:sldId id="2086" r:id="rId31"/>
    <p:sldId id="2064" r:id="rId32"/>
    <p:sldId id="2107" r:id="rId33"/>
    <p:sldId id="16603199" r:id="rId34"/>
    <p:sldId id="2065" r:id="rId35"/>
    <p:sldId id="16777215" r:id="rId36"/>
    <p:sldId id="16776809" r:id="rId37"/>
    <p:sldId id="16776810" r:id="rId38"/>
    <p:sldId id="16777208" r:id="rId39"/>
    <p:sldId id="16777211" r:id="rId40"/>
    <p:sldId id="16776811" r:id="rId41"/>
    <p:sldId id="16777193" r:id="rId42"/>
    <p:sldId id="2089" r:id="rId43"/>
    <p:sldId id="2115" r:id="rId44"/>
    <p:sldId id="2106" r:id="rId45"/>
    <p:sldId id="2068" r:id="rId46"/>
    <p:sldId id="16777214" r:id="rId47"/>
    <p:sldId id="2071" r:id="rId48"/>
    <p:sldId id="2126" r:id="rId49"/>
    <p:sldId id="2198" r:id="rId50"/>
    <p:sldId id="2199" r:id="rId51"/>
    <p:sldId id="16777213" r:id="rId52"/>
    <p:sldId id="2201" r:id="rId53"/>
    <p:sldId id="2217" r:id="rId54"/>
    <p:sldId id="2075" r:id="rId55"/>
    <p:sldId id="2076" r:id="rId56"/>
    <p:sldId id="2125" r:id="rId57"/>
    <p:sldId id="2104" r:id="rId58"/>
    <p:sldId id="2118" r:id="rId59"/>
    <p:sldId id="2103" r:id="rId60"/>
    <p:sldId id="2123" r:id="rId61"/>
    <p:sldId id="2102" r:id="rId62"/>
    <p:sldId id="311" r:id="rId63"/>
    <p:sldId id="2101" r:id="rId64"/>
    <p:sldId id="2119" r:id="rId65"/>
    <p:sldId id="16603195" r:id="rId66"/>
    <p:sldId id="2099" r:id="rId67"/>
    <p:sldId id="2129" r:id="rId68"/>
    <p:sldId id="280" r:id="rId69"/>
  </p:sldIdLst>
  <p:sldSz cx="1219644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283"/>
            <p14:sldId id="2058"/>
            <p14:sldId id="2002"/>
            <p14:sldId id="2109"/>
            <p14:sldId id="2060"/>
            <p14:sldId id="2091"/>
            <p14:sldId id="2172"/>
            <p14:sldId id="2112"/>
            <p14:sldId id="2108"/>
            <p14:sldId id="2062"/>
            <p14:sldId id="16603193"/>
            <p14:sldId id="2130"/>
            <p14:sldId id="16603197"/>
            <p14:sldId id="16603198"/>
            <p14:sldId id="2086"/>
            <p14:sldId id="2064"/>
            <p14:sldId id="2107"/>
            <p14:sldId id="16603199"/>
            <p14:sldId id="2065"/>
            <p14:sldId id="16777215"/>
            <p14:sldId id="16776809"/>
            <p14:sldId id="16776810"/>
            <p14:sldId id="16777208"/>
            <p14:sldId id="16777211"/>
            <p14:sldId id="16776811"/>
            <p14:sldId id="16777193"/>
            <p14:sldId id="2089"/>
            <p14:sldId id="2115"/>
            <p14:sldId id="2106"/>
            <p14:sldId id="2068"/>
            <p14:sldId id="16777214"/>
            <p14:sldId id="2071"/>
            <p14:sldId id="2126"/>
            <p14:sldId id="2198"/>
            <p14:sldId id="2199"/>
            <p14:sldId id="16777213"/>
            <p14:sldId id="2201"/>
            <p14:sldId id="2217"/>
            <p14:sldId id="2075"/>
            <p14:sldId id="2076"/>
            <p14:sldId id="2125"/>
            <p14:sldId id="2104"/>
            <p14:sldId id="2118"/>
            <p14:sldId id="2103"/>
            <p14:sldId id="2123"/>
            <p14:sldId id="2102"/>
            <p14:sldId id="311"/>
            <p14:sldId id="2101"/>
            <p14:sldId id="2119"/>
            <p14:sldId id="16603195"/>
            <p14:sldId id="2099"/>
            <p14:sldId id="2129"/>
            <p14:sldId id="280"/>
          </p14:sldIdLst>
        </p14:section>
        <p14:section name="目录页" id="{9D221634-295C-7843-AF5C-A0CB4F229241}">
          <p14:sldIdLst/>
        </p14:section>
        <p14:section name="章节页" id="{FD05EE94-C931-8C4B-83A2-004B32AA1207}">
          <p14:sldIdLst/>
        </p14:section>
        <p14:section name="结束页" id="{3F9D54A7-3BE2-2540-BB4C-DFE5509085F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333FF"/>
    <a:srgbClr val="360C02"/>
    <a:srgbClr val="DDDDDD"/>
    <a:srgbClr val="000000"/>
    <a:srgbClr val="E9002F"/>
    <a:srgbClr val="595757"/>
    <a:srgbClr val="221815"/>
    <a:srgbClr val="88888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5" autoAdjust="0"/>
    <p:restoredTop sz="96291"/>
  </p:normalViewPr>
  <p:slideViewPr>
    <p:cSldViewPr snapToGrid="0" snapToObjects="1">
      <p:cViewPr varScale="1">
        <p:scale>
          <a:sx n="96" d="100"/>
          <a:sy n="96" d="100"/>
        </p:scale>
        <p:origin x="36" y="20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Master" Target="slideMasters/slideMaster6.xml"/><Relationship Id="rId69" Type="http://schemas.openxmlformats.org/officeDocument/2006/relationships/slide" Target="slides/slide53.xml"/><Relationship Id="rId68" Type="http://schemas.openxmlformats.org/officeDocument/2006/relationships/slide" Target="slides/slide52.xml"/><Relationship Id="rId67" Type="http://schemas.openxmlformats.org/officeDocument/2006/relationships/slide" Target="slides/slide51.xml"/><Relationship Id="rId66" Type="http://schemas.openxmlformats.org/officeDocument/2006/relationships/slide" Target="slides/slide50.xml"/><Relationship Id="rId65" Type="http://schemas.openxmlformats.org/officeDocument/2006/relationships/slide" Target="slides/slide49.xml"/><Relationship Id="rId64" Type="http://schemas.openxmlformats.org/officeDocument/2006/relationships/slide" Target="slides/slide48.xml"/><Relationship Id="rId63" Type="http://schemas.openxmlformats.org/officeDocument/2006/relationships/slide" Target="slides/slide47.xml"/><Relationship Id="rId62" Type="http://schemas.openxmlformats.org/officeDocument/2006/relationships/slide" Target="slides/slide46.xml"/><Relationship Id="rId61" Type="http://schemas.openxmlformats.org/officeDocument/2006/relationships/slide" Target="slides/slide45.xml"/><Relationship Id="rId60" Type="http://schemas.openxmlformats.org/officeDocument/2006/relationships/slide" Target="slides/slide44.xml"/><Relationship Id="rId6" Type="http://schemas.openxmlformats.org/officeDocument/2006/relationships/slideMaster" Target="slideMasters/slideMaster5.xml"/><Relationship Id="rId59" Type="http://schemas.openxmlformats.org/officeDocument/2006/relationships/slide" Target="slides/slide43.xml"/><Relationship Id="rId58" Type="http://schemas.openxmlformats.org/officeDocument/2006/relationships/slide" Target="slides/slide42.xml"/><Relationship Id="rId57" Type="http://schemas.openxmlformats.org/officeDocument/2006/relationships/slide" Target="slides/slide41.xml"/><Relationship Id="rId56" Type="http://schemas.openxmlformats.org/officeDocument/2006/relationships/slide" Target="slides/slide40.xml"/><Relationship Id="rId55" Type="http://schemas.openxmlformats.org/officeDocument/2006/relationships/slide" Target="slides/slide39.xml"/><Relationship Id="rId54" Type="http://schemas.openxmlformats.org/officeDocument/2006/relationships/slide" Target="slides/slide38.xml"/><Relationship Id="rId53" Type="http://schemas.openxmlformats.org/officeDocument/2006/relationships/slide" Target="slides/slide37.xml"/><Relationship Id="rId52" Type="http://schemas.openxmlformats.org/officeDocument/2006/relationships/slide" Target="slides/slide36.xml"/><Relationship Id="rId51" Type="http://schemas.openxmlformats.org/officeDocument/2006/relationships/slide" Target="slides/slide35.xml"/><Relationship Id="rId50" Type="http://schemas.openxmlformats.org/officeDocument/2006/relationships/slide" Target="slides/slide34.xml"/><Relationship Id="rId5" Type="http://schemas.openxmlformats.org/officeDocument/2006/relationships/slideMaster" Target="slideMasters/slideMaster4.xml"/><Relationship Id="rId49" Type="http://schemas.openxmlformats.org/officeDocument/2006/relationships/slide" Target="slides/slide33.xml"/><Relationship Id="rId48" Type="http://schemas.openxmlformats.org/officeDocument/2006/relationships/slide" Target="slides/slide32.xml"/><Relationship Id="rId47" Type="http://schemas.openxmlformats.org/officeDocument/2006/relationships/slide" Target="slides/slide31.xml"/><Relationship Id="rId46" Type="http://schemas.openxmlformats.org/officeDocument/2006/relationships/slide" Target="slides/slide30.xml"/><Relationship Id="rId45" Type="http://schemas.openxmlformats.org/officeDocument/2006/relationships/slide" Target="slides/slide29.xml"/><Relationship Id="rId44" Type="http://schemas.openxmlformats.org/officeDocument/2006/relationships/slide" Target="slides/slide28.xml"/><Relationship Id="rId43" Type="http://schemas.openxmlformats.org/officeDocument/2006/relationships/slide" Target="slides/slide27.xml"/><Relationship Id="rId42" Type="http://schemas.openxmlformats.org/officeDocument/2006/relationships/slide" Target="slides/slide26.xml"/><Relationship Id="rId41" Type="http://schemas.openxmlformats.org/officeDocument/2006/relationships/slide" Target="slides/slide25.xml"/><Relationship Id="rId40" Type="http://schemas.openxmlformats.org/officeDocument/2006/relationships/slide" Target="slides/slide24.xml"/><Relationship Id="rId4" Type="http://schemas.openxmlformats.org/officeDocument/2006/relationships/slideMaster" Target="slideMasters/slideMaster3.xml"/><Relationship Id="rId39" Type="http://schemas.openxmlformats.org/officeDocument/2006/relationships/slide" Target="slides/slide23.xml"/><Relationship Id="rId38" Type="http://schemas.openxmlformats.org/officeDocument/2006/relationships/slide" Target="slides/slide22.xml"/><Relationship Id="rId37" Type="http://schemas.openxmlformats.org/officeDocument/2006/relationships/slide" Target="slides/slide21.xml"/><Relationship Id="rId36" Type="http://schemas.openxmlformats.org/officeDocument/2006/relationships/slide" Target="slides/slide20.xml"/><Relationship Id="rId35" Type="http://schemas.openxmlformats.org/officeDocument/2006/relationships/slide" Target="slides/slide19.xml"/><Relationship Id="rId34" Type="http://schemas.openxmlformats.org/officeDocument/2006/relationships/slide" Target="slides/slide18.xml"/><Relationship Id="rId33" Type="http://schemas.openxmlformats.org/officeDocument/2006/relationships/slide" Target="slides/slide17.xml"/><Relationship Id="rId32" Type="http://schemas.openxmlformats.org/officeDocument/2006/relationships/slide" Target="slides/slide16.xml"/><Relationship Id="rId31" Type="http://schemas.openxmlformats.org/officeDocument/2006/relationships/slide" Target="slides/slide15.xml"/><Relationship Id="rId30" Type="http://schemas.openxmlformats.org/officeDocument/2006/relationships/slide" Target="slides/slide14.xml"/><Relationship Id="rId3" Type="http://schemas.openxmlformats.org/officeDocument/2006/relationships/slideMaster" Target="slideMasters/slideMaster2.xml"/><Relationship Id="rId29" Type="http://schemas.openxmlformats.org/officeDocument/2006/relationships/slide" Target="slides/slide13.xml"/><Relationship Id="rId28" Type="http://schemas.openxmlformats.org/officeDocument/2006/relationships/slide" Target="slides/slide12.xml"/><Relationship Id="rId27" Type="http://schemas.openxmlformats.org/officeDocument/2006/relationships/slide" Target="slides/slide11.xml"/><Relationship Id="rId26" Type="http://schemas.openxmlformats.org/officeDocument/2006/relationships/slide" Target="slides/slide10.xml"/><Relationship Id="rId25" Type="http://schemas.openxmlformats.org/officeDocument/2006/relationships/slide" Target="slides/slide9.xml"/><Relationship Id="rId24" Type="http://schemas.openxmlformats.org/officeDocument/2006/relationships/slide" Target="slides/slide8.xml"/><Relationship Id="rId23" Type="http://schemas.openxmlformats.org/officeDocument/2006/relationships/slide" Target="slides/slide7.xml"/><Relationship Id="rId22" Type="http://schemas.openxmlformats.org/officeDocument/2006/relationships/slide" Target="slides/slide6.xml"/><Relationship Id="rId21" Type="http://schemas.openxmlformats.org/officeDocument/2006/relationships/slide" Target="slides/slide5.xml"/><Relationship Id="rId20" Type="http://schemas.openxmlformats.org/officeDocument/2006/relationships/slide" Target="slides/slide4.xml"/><Relationship Id="rId2" Type="http://schemas.openxmlformats.org/officeDocument/2006/relationships/theme" Target="theme/theme1.xml"/><Relationship Id="rId19" Type="http://schemas.openxmlformats.org/officeDocument/2006/relationships/slide" Target="slides/slide3.xml"/><Relationship Id="rId18" Type="http://schemas.openxmlformats.org/officeDocument/2006/relationships/slide" Target="slides/slide2.xml"/><Relationship Id="rId17" Type="http://schemas.openxmlformats.org/officeDocument/2006/relationships/notesMaster" Target="notesMasters/notesMaster1.xml"/><Relationship Id="rId16" Type="http://schemas.openxmlformats.org/officeDocument/2006/relationships/slide" Target="slides/slide1.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latin typeface="Arial" panose="02080604020202020204" pitchFamily="34" charset="0"/>
            </a:endParaRPr>
          </a:p>
        </p:txBody>
      </p:sp>
      <p:sp>
        <p:nvSpPr>
          <p:cNvPr id="17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DC7CBFF-8389-42BA-A347-BDD321DCB11C}"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、计算设备维保：出厂自带</a:t>
            </a:r>
            <a:r>
              <a:rPr lang="en-US" altLang="zh-CN" dirty="0"/>
              <a:t>3</a:t>
            </a:r>
            <a:r>
              <a:rPr lang="zh-CN" altLang="en-US" dirty="0"/>
              <a:t>年标准</a:t>
            </a:r>
            <a:r>
              <a:rPr lang="en-US" altLang="zh-CN" dirty="0"/>
              <a:t>+</a:t>
            </a:r>
            <a:r>
              <a:rPr lang="zh-CN" altLang="en-US" dirty="0"/>
              <a:t>；</a:t>
            </a:r>
            <a:r>
              <a:rPr lang="en-US" altLang="zh-CN" dirty="0"/>
              <a:t>SLA</a:t>
            </a:r>
            <a:r>
              <a:rPr lang="zh-CN" altLang="en-US" dirty="0"/>
              <a:t>客户要求备件到达时间，维保起始时间确认；与产品线对齐设备维保，也要与</a:t>
            </a:r>
            <a:r>
              <a:rPr lang="en-US" altLang="zh-CN" dirty="0"/>
              <a:t>KT</a:t>
            </a:r>
            <a:r>
              <a:rPr lang="zh-CN" altLang="en-US" dirty="0"/>
              <a:t>、</a:t>
            </a:r>
            <a:r>
              <a:rPr lang="en-US" altLang="zh-CN" dirty="0"/>
              <a:t>ZJ</a:t>
            </a:r>
            <a:r>
              <a:rPr lang="zh-CN" altLang="en-US" dirty="0"/>
              <a:t>对齐；</a:t>
            </a:r>
            <a:endParaRPr lang="en-US" altLang="zh-CN" dirty="0"/>
          </a:p>
          <a:p>
            <a:r>
              <a:rPr lang="en-US" altLang="zh-CN" dirty="0"/>
              <a:t>2</a:t>
            </a:r>
            <a:r>
              <a:rPr lang="zh-CN" altLang="en-US" dirty="0"/>
              <a:t>、设备运维：三方对齐运维责任界面分工，约</a:t>
            </a:r>
            <a:r>
              <a:rPr lang="en-US" altLang="zh-CN" dirty="0"/>
              <a:t>7.29</a:t>
            </a:r>
            <a:r>
              <a:rPr lang="zh-CN" altLang="en-US" dirty="0"/>
              <a:t>号会议对齐</a:t>
            </a:r>
            <a:endParaRPr lang="en-US" altLang="zh-CN" dirty="0"/>
          </a:p>
          <a:p>
            <a:r>
              <a:rPr lang="en-US" altLang="zh-CN" dirty="0"/>
              <a:t>3</a:t>
            </a:r>
            <a:r>
              <a:rPr lang="zh-CN" altLang="en-US" dirty="0"/>
              <a:t>、集成服务：非华为设备不交付，华为设备责任界面的集成分工需要与客户对齐；</a:t>
            </a:r>
            <a:endParaRPr lang="en-US" altLang="zh-CN" dirty="0"/>
          </a:p>
          <a:p>
            <a:r>
              <a:rPr lang="en-US" altLang="zh-CN" dirty="0"/>
              <a:t>4</a:t>
            </a:r>
            <a:r>
              <a:rPr lang="zh-CN" altLang="en-US" dirty="0"/>
              <a:t>、设备清单：华为界面提供的设备包括软件、硬件、</a:t>
            </a:r>
            <a:r>
              <a:rPr lang="en-US" altLang="zh-CN" dirty="0"/>
              <a:t>License</a:t>
            </a:r>
            <a:r>
              <a:rPr lang="zh-CN" altLang="en-US" dirty="0"/>
              <a:t>与</a:t>
            </a:r>
            <a:r>
              <a:rPr lang="en-US" altLang="zh-CN" dirty="0"/>
              <a:t>ZJ </a:t>
            </a:r>
            <a:r>
              <a:rPr lang="zh-CN" altLang="en-US" dirty="0"/>
              <a:t>的客户确认；</a:t>
            </a:r>
            <a:endParaRPr lang="en-US" altLang="zh-CN" dirty="0"/>
          </a:p>
          <a:p>
            <a:r>
              <a:rPr lang="en-US" altLang="zh-CN" dirty="0"/>
              <a:t>5</a:t>
            </a:r>
            <a:r>
              <a:rPr lang="zh-CN" altLang="en-US" dirty="0"/>
              <a:t>、综合布线：硬装、综合布线需要明确责任方；线缆的长度测量数据提供；</a:t>
            </a:r>
            <a:endParaRPr lang="en-US" altLang="zh-CN" dirty="0"/>
          </a:p>
          <a:p>
            <a:r>
              <a:rPr lang="en-US" altLang="zh-CN" dirty="0"/>
              <a:t>6</a:t>
            </a:r>
            <a:r>
              <a:rPr lang="zh-CN" altLang="en-US" dirty="0"/>
              <a:t>、</a:t>
            </a:r>
            <a:r>
              <a:rPr lang="en-US" altLang="zh-CN" dirty="0"/>
              <a:t>AI</a:t>
            </a:r>
            <a:r>
              <a:rPr lang="zh-CN" altLang="en-US" dirty="0"/>
              <a:t>使能服务：需要与</a:t>
            </a:r>
            <a:r>
              <a:rPr lang="en-US" altLang="zh-CN" dirty="0"/>
              <a:t>ZJ</a:t>
            </a:r>
            <a:r>
              <a:rPr lang="zh-CN" altLang="en-US" dirty="0"/>
              <a:t>对齐是否需要；</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080D46C-9510-48F0-B3BB-811031169D58}"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宋体"/>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宋体"/>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单模块</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128</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卡，</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16</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台服务器，每排</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8</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个计算柜（</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8</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台服务器）</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+1</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个总线柜</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+1</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个网络柜</a:t>
            </a: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itchFamily="2" charset="-122"/>
                <a:cs typeface="+mn-cs"/>
              </a:rPr>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宋体"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排水管开孔和水管对接的工艺要求：不单独开孔，复用</a:t>
            </a: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manifold</a:t>
            </a: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CDU</a:t>
            </a:r>
            <a:r>
              <a:rPr lang="zh-CN" altLang="en-US"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rPr>
              <a:t>检测报告，热仿真结果，水质检测、工质液检测、管路来料材质报告</a:t>
            </a: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dirty="0">
                <a:solidFill>
                  <a:srgbClr val="000000"/>
                </a:solidFill>
                <a:latin typeface="微软雅黑" panose="020B0503020204020204" pitchFamily="34" charset="-122"/>
                <a:ea typeface="微软雅黑" panose="020B0503020204020204" pitchFamily="34" charset="-122"/>
              </a:rPr>
              <a:t>风、火、水、电、空间、空气、</a:t>
            </a:r>
            <a:r>
              <a:rPr kumimoji="1" lang="zh-CN" altLang="en-US" sz="1600" dirty="0">
                <a:solidFill>
                  <a:srgbClr val="000000"/>
                </a:solidFill>
                <a:highlight>
                  <a:srgbClr val="FFFF00"/>
                </a:highlight>
                <a:latin typeface="微软雅黑" panose="020B0503020204020204" pitchFamily="34" charset="-122"/>
                <a:ea typeface="微软雅黑" panose="020B0503020204020204" pitchFamily="34" charset="-122"/>
              </a:rPr>
              <a:t>热仿真</a:t>
            </a:r>
            <a:r>
              <a:rPr kumimoji="1" lang="zh-CN" altLang="en-US" sz="1600" dirty="0">
                <a:solidFill>
                  <a:srgbClr val="000000"/>
                </a:solidFill>
                <a:latin typeface="微软雅黑" panose="020B0503020204020204" pitchFamily="34" charset="-122"/>
                <a:ea typeface="微软雅黑" panose="020B0503020204020204" pitchFamily="34" charset="-122"/>
              </a:rPr>
              <a:t>、凝露、二次侧工质液</a:t>
            </a:r>
            <a:endParaRPr kumimoji="1" lang="zh-CN" altLang="en-US" sz="1600"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dirty="0">
                <a:solidFill>
                  <a:srgbClr val="000000"/>
                </a:solidFill>
                <a:latin typeface="微软雅黑" panose="020B0503020204020204" pitchFamily="34" charset="-122"/>
                <a:ea typeface="微软雅黑" panose="020B0503020204020204" pitchFamily="34" charset="-122"/>
              </a:rPr>
              <a:t>配电功率、</a:t>
            </a:r>
            <a:r>
              <a:rPr kumimoji="1" lang="en-US" altLang="zh-CN" sz="1600" dirty="0">
                <a:solidFill>
                  <a:srgbClr val="000000"/>
                </a:solidFill>
                <a:latin typeface="微软雅黑" panose="020B0503020204020204" pitchFamily="34" charset="-122"/>
                <a:ea typeface="微软雅黑" panose="020B0503020204020204" pitchFamily="34" charset="-122"/>
              </a:rPr>
              <a:t>PDU</a:t>
            </a:r>
            <a:r>
              <a:rPr kumimoji="1" lang="zh-CN" altLang="en-US" sz="1600" dirty="0">
                <a:solidFill>
                  <a:srgbClr val="000000"/>
                </a:solidFill>
                <a:latin typeface="微软雅黑" panose="020B0503020204020204" pitchFamily="34" charset="-122"/>
                <a:ea typeface="微软雅黑" panose="020B0503020204020204" pitchFamily="34" charset="-122"/>
              </a:rPr>
              <a:t>插口型号、数量，机柜布局、光纤型号、长度、数量</a:t>
            </a:r>
            <a:endParaRPr kumimoji="1" lang="zh-CN" altLang="en-US" sz="1600"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dirty="0">
                <a:solidFill>
                  <a:srgbClr val="000000"/>
                </a:solidFill>
                <a:latin typeface="微软雅黑" panose="020B0503020204020204" pitchFamily="34" charset="-122"/>
                <a:ea typeface="微软雅黑" panose="020B0503020204020204" pitchFamily="34" charset="-122"/>
              </a:rPr>
              <a:t>二次侧工质液、软管型号、下走水、上回风</a:t>
            </a: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b="0" i="1" dirty="0">
              <a:solidFill>
                <a:srgbClr val="666666">
                  <a:lumMod val="75000"/>
                </a:srgbClr>
              </a:solidFill>
              <a:latin typeface="Arial" panose="020B0604020202020204"/>
              <a:ea typeface="微软雅黑" panose="020B0503020204020204" pitchFamily="34" charset="-122"/>
              <a:sym typeface="Arial" panose="02080604020202020204" pitchFamily="34" charset="0"/>
            </a:endParaRP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itchFamily="2" charset="-122"/>
                <a:cs typeface="+mn-cs"/>
              </a:rPr>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宋体"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0818</a:t>
            </a:r>
            <a:r>
              <a:rPr lang="zh-CN" altLang="en-US" dirty="0">
                <a:sym typeface="+mn-ea"/>
              </a:rPr>
              <a:t>待明确的点：</a:t>
            </a:r>
            <a:br>
              <a:rPr lang="zh-CN" altLang="en-US" dirty="0">
                <a:sym typeface="+mn-ea"/>
              </a:rPr>
            </a:br>
            <a:r>
              <a:rPr lang="en-US" altLang="zh-CN" dirty="0">
                <a:sym typeface="+mn-ea"/>
              </a:rPr>
              <a:t>1</a:t>
            </a:r>
            <a:r>
              <a:rPr lang="zh-CN" altLang="en-US" dirty="0">
                <a:sym typeface="+mn-ea"/>
              </a:rPr>
              <a:t>、</a:t>
            </a:r>
            <a:r>
              <a:rPr lang="en-US" altLang="zh-CN" dirty="0">
                <a:sym typeface="+mn-ea"/>
              </a:rPr>
              <a:t>930</a:t>
            </a:r>
            <a:r>
              <a:rPr lang="zh-CN" altLang="en-US" dirty="0">
                <a:sym typeface="+mn-ea"/>
              </a:rPr>
              <a:t>上线的边界：</a:t>
            </a:r>
            <a:r>
              <a:rPr lang="en-US" altLang="zh-CN" dirty="0">
                <a:sym typeface="+mn-ea"/>
              </a:rPr>
              <a:t>HW930</a:t>
            </a:r>
            <a:r>
              <a:rPr lang="zh-CN" altLang="en-US" dirty="0">
                <a:sym typeface="+mn-ea"/>
              </a:rPr>
              <a:t>完成超节点内部集成验证并移交，</a:t>
            </a:r>
            <a:br>
              <a:rPr lang="zh-CN" altLang="en-US" dirty="0">
                <a:sym typeface="+mn-ea"/>
              </a:rPr>
            </a:br>
            <a:r>
              <a:rPr lang="en-US" altLang="zh-CN" dirty="0">
                <a:sym typeface="+mn-ea"/>
              </a:rPr>
              <a:t>2</a:t>
            </a:r>
            <a:r>
              <a:rPr lang="zh-CN" altLang="en-US" dirty="0">
                <a:sym typeface="+mn-ea"/>
              </a:rPr>
              <a:t>、验收标准：当前按照交付一本通对超节点验证</a:t>
            </a:r>
            <a:br>
              <a:rPr lang="zh-CN" altLang="en-US" dirty="0">
                <a:sym typeface="+mn-ea"/>
              </a:rPr>
            </a:br>
            <a:r>
              <a:rPr lang="en-US" altLang="zh-CN" dirty="0">
                <a:sym typeface="+mn-ea"/>
              </a:rPr>
              <a:t>3</a:t>
            </a:r>
            <a:r>
              <a:rPr lang="zh-CN" altLang="en-US" dirty="0">
                <a:sym typeface="+mn-ea"/>
              </a:rPr>
              <a:t>、服务支撑内容：集成的方案规划、计划，</a:t>
            </a:r>
            <a:r>
              <a:rPr lang="en-US" altLang="zh-CN" dirty="0">
                <a:sym typeface="+mn-ea"/>
              </a:rPr>
              <a:t>HW</a:t>
            </a:r>
            <a:r>
              <a:rPr lang="zh-CN" altLang="en-US" dirty="0">
                <a:sym typeface="+mn-ea"/>
              </a:rPr>
              <a:t>按需配合</a:t>
            </a:r>
            <a:br>
              <a:rPr lang="zh-CN" altLang="en-US" dirty="0">
                <a:sym typeface="+mn-ea"/>
              </a:rPr>
            </a:br>
            <a:r>
              <a:rPr lang="en-US" altLang="zh-CN" dirty="0">
                <a:sym typeface="+mn-ea"/>
              </a:rPr>
              <a:t>4</a:t>
            </a:r>
            <a:r>
              <a:rPr lang="zh-CN" altLang="en-US" dirty="0">
                <a:sym typeface="+mn-ea"/>
              </a:rPr>
              <a:t>、管理面业务面兼容性验证界面</a:t>
            </a:r>
            <a:br>
              <a:rPr lang="zh-CN" altLang="en-US" dirty="0">
                <a:sym typeface="+mn-ea"/>
              </a:rPr>
            </a:br>
            <a:r>
              <a:rPr lang="en-US" altLang="zh-CN" dirty="0">
                <a:sym typeface="+mn-ea"/>
              </a:rPr>
              <a:t>5</a:t>
            </a:r>
            <a:r>
              <a:rPr lang="zh-CN" altLang="en-US" dirty="0">
                <a:sym typeface="+mn-ea"/>
              </a:rPr>
              <a:t>、风冷设备的提资要求与加电条件</a:t>
            </a:r>
            <a:endParaRPr lang="zh-CN" altLang="en-US" dirty="0"/>
          </a:p>
          <a:p>
            <a:endParaRPr lang="en-US" altLang="zh-CN" dirty="0"/>
          </a:p>
          <a:p>
            <a:endParaRPr lang="en-US" altLang="zh-CN" dirty="0"/>
          </a:p>
          <a:p>
            <a:endParaRPr lang="en-US" altLang="zh-CN" dirty="0"/>
          </a:p>
          <a:p>
            <a:r>
              <a:rPr lang="en-US" altLang="zh-CN" dirty="0"/>
              <a:t>CDU 8</a:t>
            </a:r>
            <a:r>
              <a:rPr lang="zh-CN" altLang="en-US" dirty="0"/>
              <a:t>月底到货，无风险</a:t>
            </a:r>
            <a:endParaRPr lang="en-US" altLang="zh-CN" dirty="0"/>
          </a:p>
          <a:p>
            <a:r>
              <a:rPr lang="zh-CN" altLang="en-US" dirty="0"/>
              <a:t>列头柜 </a:t>
            </a:r>
            <a:endParaRPr lang="en-US" altLang="zh-CN" dirty="0"/>
          </a:p>
          <a:p>
            <a:endParaRPr lang="en-US" altLang="zh-CN" dirty="0"/>
          </a:p>
          <a:p>
            <a:r>
              <a:rPr lang="zh-CN" altLang="en-US" dirty="0"/>
              <a:t>①</a:t>
            </a:r>
            <a:r>
              <a:rPr lang="en-US" altLang="zh-CN" dirty="0"/>
              <a:t>CDU</a:t>
            </a:r>
            <a:r>
              <a:rPr lang="zh-CN" altLang="en-US" dirty="0"/>
              <a:t>（待数能确认）、</a:t>
            </a:r>
            <a:br>
              <a:rPr lang="zh-CN" altLang="en-US" dirty="0"/>
            </a:br>
            <a:r>
              <a:rPr lang="zh-CN" altLang="en-US" dirty="0"/>
              <a:t>②风墙（机关采购预计</a:t>
            </a:r>
            <a:r>
              <a:rPr lang="en-US" altLang="zh-CN" dirty="0"/>
              <a:t>45</a:t>
            </a:r>
            <a:r>
              <a:rPr lang="zh-CN" altLang="en-US" dirty="0"/>
              <a:t>天，数能方案待确认）、      </a:t>
            </a:r>
            <a:r>
              <a:rPr lang="en-US" altLang="zh-CN" dirty="0"/>
              <a:t>8.12 + </a:t>
            </a:r>
            <a:r>
              <a:rPr lang="en-US" altLang="zh-CN" b="1" dirty="0"/>
              <a:t>60</a:t>
            </a:r>
            <a:r>
              <a:rPr lang="zh-CN" altLang="en-US" b="1" dirty="0"/>
              <a:t>天</a:t>
            </a:r>
            <a:br>
              <a:rPr lang="zh-CN" altLang="en-US" dirty="0"/>
            </a:br>
            <a:r>
              <a:rPr lang="zh-CN" altLang="en-US" dirty="0"/>
              <a:t>③列头柜（数能预计</a:t>
            </a:r>
            <a:r>
              <a:rPr lang="en-US" altLang="zh-CN" dirty="0"/>
              <a:t>60</a:t>
            </a:r>
            <a:r>
              <a:rPr lang="zh-CN" altLang="en-US" dirty="0"/>
              <a:t>天）、     之前编码给错了，已拦截，</a:t>
            </a:r>
            <a:r>
              <a:rPr lang="zh-CN" altLang="en-US" b="1" dirty="0">
                <a:solidFill>
                  <a:srgbClr val="FF0000"/>
                </a:solidFill>
              </a:rPr>
              <a:t>编码变更流程完成后再</a:t>
            </a:r>
            <a:r>
              <a:rPr lang="en-US" altLang="zh-CN" b="1" dirty="0">
                <a:solidFill>
                  <a:srgbClr val="FF0000"/>
                </a:solidFill>
              </a:rPr>
              <a:t>+60</a:t>
            </a:r>
            <a:r>
              <a:rPr lang="zh-CN" altLang="en-US" b="1" dirty="0">
                <a:solidFill>
                  <a:srgbClr val="FF0000"/>
                </a:solidFill>
              </a:rPr>
              <a:t>天    </a:t>
            </a:r>
            <a:r>
              <a:rPr lang="en-US" altLang="zh-CN" b="1" dirty="0">
                <a:solidFill>
                  <a:srgbClr val="FF0000"/>
                </a:solidFill>
              </a:rPr>
              <a:t>Plan B</a:t>
            </a:r>
            <a:r>
              <a:rPr lang="zh-CN" altLang="en-US" b="1" dirty="0">
                <a:solidFill>
                  <a:srgbClr val="FF0000"/>
                </a:solidFill>
              </a:rPr>
              <a:t>：客户自采流程也不会更快</a:t>
            </a:r>
            <a:br>
              <a:rPr lang="zh-CN" altLang="en-US" dirty="0">
                <a:solidFill>
                  <a:srgbClr val="FF0000"/>
                </a:solidFill>
              </a:rPr>
            </a:br>
            <a:r>
              <a:rPr lang="zh-CN" altLang="en-US" dirty="0"/>
              <a:t>④液冷管路（本地采购预计</a:t>
            </a:r>
            <a:r>
              <a:rPr lang="en-US" altLang="zh-CN" dirty="0"/>
              <a:t>65</a:t>
            </a:r>
            <a:r>
              <a:rPr lang="zh-CN" altLang="en-US" dirty="0"/>
              <a:t>天）、</a:t>
            </a:r>
            <a:br>
              <a:rPr lang="zh-CN" altLang="en-US" dirty="0"/>
            </a:br>
            <a:r>
              <a:rPr lang="zh-CN" altLang="en-US" dirty="0"/>
              <a:t>⑤微模块（本地采购预计</a:t>
            </a:r>
            <a:r>
              <a:rPr lang="en-US" altLang="zh-CN" dirty="0"/>
              <a:t>30</a:t>
            </a:r>
            <a:r>
              <a:rPr lang="zh-CN" altLang="en-US" dirty="0"/>
              <a:t>天）、      </a:t>
            </a:r>
            <a:r>
              <a:rPr lang="en-US" altLang="zh-CN" b="1" dirty="0"/>
              <a:t>8.8+30</a:t>
            </a:r>
            <a:r>
              <a:rPr lang="zh-CN" altLang="en-US" b="1" dirty="0"/>
              <a:t>天</a:t>
            </a:r>
            <a:r>
              <a:rPr lang="en-US" altLang="zh-CN" b="1" dirty="0"/>
              <a:t>+7</a:t>
            </a:r>
            <a:r>
              <a:rPr lang="zh-CN" altLang="en-US" b="1" dirty="0"/>
              <a:t>天</a:t>
            </a:r>
            <a:br>
              <a:rPr lang="zh-CN" altLang="en-US" b="1" dirty="0"/>
            </a:br>
            <a:r>
              <a:rPr lang="zh-CN" altLang="en-US" dirty="0"/>
              <a:t>⑥空调配电柜（机关采购预计</a:t>
            </a:r>
            <a:r>
              <a:rPr lang="en-US" altLang="zh-CN" dirty="0"/>
              <a:t>45</a:t>
            </a:r>
            <a:r>
              <a:rPr lang="zh-CN" altLang="en-US" dirty="0"/>
              <a:t>天）</a:t>
            </a:r>
            <a:endParaRPr lang="en-US" altLang="zh-CN" dirty="0"/>
          </a:p>
          <a:p>
            <a:endParaRPr lang="en-US" altLang="zh-CN" dirty="0"/>
          </a:p>
          <a:p>
            <a:r>
              <a:rPr lang="zh-CN" altLang="en-US" dirty="0"/>
              <a:t>设备进场后，布线、落柜（依赖微模块）、二次管路施工</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a:fillRect/>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a:fillRect/>
          </a:stretch>
        </p:blipFill>
        <p:spPr>
          <a:xfrm>
            <a:off x="0" y="375"/>
            <a:ext cx="12197432" cy="5599236"/>
          </a:xfrm>
          <a:prstGeom prst="rect">
            <a:avLst/>
          </a:prstGeom>
        </p:spPr>
      </p:pic>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endParaRPr lang="zh-CN" altLang="en-US"/>
          </a:p>
        </p:txBody>
      </p:sp>
      <p:sp>
        <p:nvSpPr>
          <p:cNvPr id="14" name="L 形 17"/>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a:fillRect/>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a:fillRect/>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6243" y="133761"/>
            <a:ext cx="11228726" cy="442035"/>
          </a:xfrm>
          <a:prstGeom prst="rect">
            <a:avLst/>
          </a:prstGeom>
        </p:spPr>
        <p:txBody>
          <a:bodyPr wrap="square" lIns="72000" tIns="36000" rIns="0" bIns="36000" anchor="ctr" anchorCtr="0">
            <a:spAutoFit/>
          </a:bodyPr>
          <a:lstStyle>
            <a:lvl1pPr marL="0" indent="0" algn="l">
              <a:lnSpc>
                <a:spcPct val="100000"/>
              </a:lnSpc>
              <a:spcBef>
                <a:spcPts val="0"/>
              </a:spcBef>
              <a:buNone/>
              <a:defRPr sz="24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770" algn="ctr"/>
              </a:tabLst>
              <a:defRPr sz="16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4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2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8405" algn="ctr"/>
              </a:tabLst>
              <a:defRPr sz="1300" baseline="0"/>
            </a:lvl4pPr>
            <a:lvl5pPr marL="525780" indent="-171450">
              <a:buFont typeface="Arial" panose="0208060402020202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endParaRPr lang="en-US" altLang="zh-CN" dirty="0"/>
          </a:p>
        </p:txBody>
      </p:sp>
      <p:sp>
        <p:nvSpPr>
          <p:cNvPr id="4" name="TextBox 3"/>
          <p:cNvSpPr txBox="1"/>
          <p:nvPr userDrawn="1"/>
        </p:nvSpPr>
        <p:spPr>
          <a:xfrm>
            <a:off x="9194903" y="6421036"/>
            <a:ext cx="499729" cy="138499"/>
          </a:xfrm>
          <a:prstGeom prst="rect">
            <a:avLst/>
          </a:prstGeom>
          <a:noFill/>
        </p:spPr>
        <p:txBody>
          <a:bodyPr wrap="square" lIns="0" tIns="0" rIns="0" bIns="0" rtlCol="0">
            <a:spAutoFit/>
          </a:bodyPr>
          <a:lstStyle/>
          <a:p>
            <a:pPr marL="0" marR="0" lvl="0" indent="0" algn="ctr"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endParaRPr lang="en-US" sz="4800" dirty="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cxnSp>
        <p:nvCxnSpPr>
          <p:cNvPr id="3" name="Straight Connector 6"/>
          <p:cNvCxnSpPr/>
          <p:nvPr userDrawn="1"/>
        </p:nvCxnSpPr>
        <p:spPr bwMode="auto">
          <a:xfrm>
            <a:off x="1" y="651372"/>
            <a:ext cx="12196763" cy="5928"/>
          </a:xfrm>
          <a:prstGeom prst="line">
            <a:avLst/>
          </a:prstGeom>
          <a:noFill/>
          <a:ln w="38100">
            <a:solidFill>
              <a:srgbClr val="C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28"/>
          <p:cNvSpPr>
            <a:spLocks noGrp="1" noChangeArrowheads="1"/>
          </p:cNvSpPr>
          <p:nvPr>
            <p:ph type="title"/>
          </p:nvPr>
        </p:nvSpPr>
        <p:spPr bwMode="auto">
          <a:xfrm>
            <a:off x="1" y="176643"/>
            <a:ext cx="10977404" cy="450962"/>
          </a:xfrm>
          <a:prstGeom prst="rect">
            <a:avLst/>
          </a:prstGeom>
          <a:noFill/>
          <a:ln w="9525">
            <a:noFill/>
            <a:miter lim="800000"/>
          </a:ln>
        </p:spPr>
        <p:txBody>
          <a:bodyPr vert="horz" wrap="square" lIns="91361" tIns="45680" rIns="91361" bIns="45680" numCol="1" anchor="ctr" anchorCtr="0" compatLnSpc="1"/>
          <a:lstStyle>
            <a:lvl1pPr>
              <a:defRPr sz="2800"/>
            </a:lvl1pPr>
          </a:lstStyle>
          <a:p>
            <a:pPr lvl="0"/>
            <a:r>
              <a:rPr lang="zh-CN" altLang="en-US" dirty="0"/>
              <a:t>单击此处编辑母版标题样式</a:t>
            </a:r>
            <a:endParaRPr lang="zh-CN" alt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927" y="325440"/>
            <a:ext cx="10180910" cy="87153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1007927" y="1628777"/>
            <a:ext cx="10180910" cy="41941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8405" algn="ctr"/>
              </a:tabLst>
              <a:defRPr sz="1300" baseline="0"/>
            </a:lvl4pPr>
            <a:lvl5pPr marL="525780" indent="-171450">
              <a:buFont typeface="Arial" panose="0208060402020202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endParaRPr lang="en-US" altLang="zh-CN" dirty="0"/>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22749" y="84126"/>
            <a:ext cx="11935901" cy="439749"/>
          </a:xfrm>
          <a:prstGeom prst="rect">
            <a:avLst/>
          </a:prstGeom>
        </p:spPr>
        <p:txBody>
          <a:bodyPr lIns="0" tIns="0" rIns="0" bIns="0" anchor="t">
            <a:normAutofit/>
          </a:bodyPr>
          <a:lstStyle>
            <a:lvl1pPr marL="0" indent="0" algn="l">
              <a:lnSpc>
                <a:spcPct val="100000"/>
              </a:lnSpc>
              <a:spcBef>
                <a:spcPts val="0"/>
              </a:spcBef>
              <a:buNone/>
              <a:defRPr sz="28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360874" y="1169975"/>
            <a:ext cx="11513625" cy="4862525"/>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8405" algn="ctr"/>
              </a:tabLst>
              <a:defRPr sz="1300" baseline="0"/>
            </a:lvl4pPr>
            <a:lvl5pPr marL="525780" indent="-171450">
              <a:buFont typeface="Arial" panose="0208060402020202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endParaRPr lang="en-US" altLang="zh-CN" dirty="0"/>
          </a:p>
        </p:txBody>
      </p:sp>
      <p:cxnSp>
        <p:nvCxnSpPr>
          <p:cNvPr id="4" name="Straight Connector 6"/>
          <p:cNvCxnSpPr/>
          <p:nvPr userDrawn="1"/>
        </p:nvCxnSpPr>
        <p:spPr bwMode="auto">
          <a:xfrm>
            <a:off x="0" y="603747"/>
            <a:ext cx="12195175" cy="5928"/>
          </a:xfrm>
          <a:prstGeom prst="line">
            <a:avLst/>
          </a:prstGeom>
          <a:noFill/>
          <a:ln w="38100">
            <a:solidFill>
              <a:srgbClr val="C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22749" y="84126"/>
            <a:ext cx="11935901" cy="439749"/>
          </a:xfrm>
          <a:prstGeom prst="rect">
            <a:avLst/>
          </a:prstGeom>
        </p:spPr>
        <p:txBody>
          <a:bodyPr lIns="0" tIns="0" rIns="0" bIns="0" anchor="t">
            <a:normAutofit/>
          </a:bodyPr>
          <a:lstStyle>
            <a:lvl1pPr marL="0" indent="0" algn="l">
              <a:lnSpc>
                <a:spcPct val="100000"/>
              </a:lnSpc>
              <a:spcBef>
                <a:spcPts val="0"/>
              </a:spcBef>
              <a:buNone/>
              <a:defRPr sz="28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360874" y="1169975"/>
            <a:ext cx="11513625" cy="4862525"/>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8405" algn="ctr"/>
              </a:tabLst>
              <a:defRPr sz="1300" baseline="0"/>
            </a:lvl4pPr>
            <a:lvl5pPr marL="525780" indent="-171450">
              <a:buFont typeface="Arial" panose="0208060402020202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770" algn="ctr"/>
              </a:tabLst>
              <a:defRPr/>
            </a:pPr>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tx2"/>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目录</a:t>
            </a:r>
            <a:endParaRPr kumimoji="1"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35"/>
            </a:lvl3pPr>
            <a:lvl4pPr marL="1780540" indent="0" algn="ctr">
              <a:buNone/>
              <a:defRPr sz="2080"/>
            </a:lvl4pPr>
            <a:lvl5pPr marL="2374265" indent="0" algn="ctr">
              <a:buNone/>
              <a:defRPr sz="2080"/>
            </a:lvl5pPr>
            <a:lvl6pPr marL="2967990"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2" y="1512878"/>
            <a:ext cx="10733557" cy="4690459"/>
          </a:xfrm>
          <a:prstGeom prst="rect">
            <a:avLst/>
          </a:prstGeom>
        </p:spPr>
        <p:txBody>
          <a:bodyPr lIns="0" tIns="0" rIns="0" bIns="0"/>
          <a:lstStyle>
            <a:lvl1pPr marL="179070" marR="0" indent="-168275" algn="l" defTabSz="1187450"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8550"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0815">
              <a:buFont typeface="Arial" panose="02080604020202020204" pitchFamily="34" charset="0"/>
              <a:buChar char="•"/>
              <a:tabLst>
                <a:tab pos="1207135" algn="ctr"/>
              </a:tabLst>
              <a:defRPr sz="1300" baseline="0"/>
            </a:lvl4pPr>
            <a:lvl5pPr marL="525780" indent="-170815">
              <a:buFont typeface="Arial" panose="02080604020202020204" pitchFamily="34" charset="0"/>
              <a:buChar char="•"/>
              <a:tabLst>
                <a:tab pos="1207135" algn="ctr"/>
              </a:tabLst>
              <a:defRPr sz="1300" baseline="0"/>
            </a:lvl5pPr>
          </a:lstStyle>
          <a:p>
            <a:pPr lvl="0"/>
            <a:r>
              <a:rPr lang="zh-CN" altLang="en-US" dirty="0"/>
              <a:t>单击此处添加文本</a:t>
            </a:r>
            <a:endParaRPr lang="en-US" dirty="0"/>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8550" marR="0" lvl="2"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8550" marR="0" lvl="2"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endParaRPr lang="en-US" altLang="zh-C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hapter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9407" y="75431"/>
            <a:ext cx="10740640" cy="632002"/>
          </a:xfrm>
          <a:prstGeom prst="rect">
            <a:avLst/>
          </a:prstGeom>
        </p:spPr>
        <p:txBody>
          <a:bodyPr lIns="36000" tIns="36000" rIns="36000" bIns="36000" anchor="ctr" anchorCtr="0">
            <a:noAutofit/>
          </a:bodyPr>
          <a:lstStyle>
            <a:lvl1pPr marL="0" indent="0" algn="l">
              <a:lnSpc>
                <a:spcPct val="100000"/>
              </a:lnSpc>
              <a:spcBef>
                <a:spcPts val="0"/>
              </a:spcBef>
              <a:buNone/>
              <a:defRPr sz="2600" b="1" baseline="0">
                <a:solidFill>
                  <a:srgbClr val="C00000"/>
                </a:solidFill>
                <a:latin typeface="微软雅黑" panose="020B0503020204020204" pitchFamily="34" charset="-122"/>
                <a:ea typeface="微软雅黑" panose="020B0503020204020204" pitchFamily="34" charset="-122"/>
                <a:cs typeface="Arial" panose="02080604020202020204" pitchFamily="34" charset="0"/>
              </a:defRPr>
            </a:lvl1pPr>
            <a:lvl2pPr marL="593725" indent="0" algn="ctr">
              <a:buNone/>
              <a:defRPr sz="2600"/>
            </a:lvl2pPr>
            <a:lvl3pPr marL="1187450" indent="0" algn="ctr">
              <a:buNone/>
              <a:defRPr sz="2335"/>
            </a:lvl3pPr>
            <a:lvl4pPr marL="1780540" indent="0" algn="ctr">
              <a:buNone/>
              <a:defRPr sz="2080"/>
            </a:lvl4pPr>
            <a:lvl5pPr marL="2374265" indent="0" algn="ctr">
              <a:buNone/>
              <a:defRPr sz="2080"/>
            </a:lvl5pPr>
            <a:lvl6pPr marL="2967990"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en-US" dirty="0"/>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83326" y="255750"/>
            <a:ext cx="11008904" cy="725760"/>
          </a:xfrm>
          <a:prstGeom prst="rect">
            <a:avLst/>
          </a:prstGeom>
        </p:spPr>
        <p:txBody>
          <a:bodyPr lIns="0" tIns="0" rIns="0" bIns="0" anchor="ctr">
            <a:normAutofit/>
          </a:bodyPr>
          <a:lstStyle>
            <a:lvl1pPr marL="0" indent="0" algn="l">
              <a:lnSpc>
                <a:spcPts val="3085"/>
              </a:lnSpc>
              <a:spcBef>
                <a:spcPts val="0"/>
              </a:spcBef>
              <a:buNone/>
              <a:defRPr sz="3360" b="1" baseline="0">
                <a:solidFill>
                  <a:srgbClr val="0070C0"/>
                </a:solidFill>
                <a:latin typeface="微软雅黑" panose="020B0503020204020204" pitchFamily="34" charset="-122"/>
                <a:ea typeface="微软雅黑" panose="020B0503020204020204" pitchFamily="34" charset="-122"/>
              </a:defRPr>
            </a:lvl1pPr>
            <a:lvl2pPr marL="534035" indent="0" algn="ctr">
              <a:buNone/>
              <a:defRPr sz="2340"/>
            </a:lvl2pPr>
            <a:lvl3pPr marL="1068705" indent="0" algn="ctr">
              <a:buNone/>
              <a:defRPr sz="2105"/>
            </a:lvl3pPr>
            <a:lvl4pPr marL="1601470" indent="0" algn="ctr">
              <a:buNone/>
              <a:defRPr sz="1870"/>
            </a:lvl4pPr>
            <a:lvl5pPr marL="2136140" indent="0" algn="ctr">
              <a:buNone/>
              <a:defRPr sz="1870"/>
            </a:lvl5pPr>
            <a:lvl6pPr marL="2670175" indent="0" algn="ctr">
              <a:buNone/>
              <a:defRPr sz="1870"/>
            </a:lvl6pPr>
            <a:lvl7pPr marL="3204210" indent="0" algn="ctr">
              <a:buNone/>
              <a:defRPr sz="1870"/>
            </a:lvl7pPr>
            <a:lvl8pPr marL="3738880" indent="0" algn="ctr">
              <a:buNone/>
              <a:defRPr sz="1870"/>
            </a:lvl8pPr>
            <a:lvl9pPr marL="4272915" indent="0" algn="ctr">
              <a:buNone/>
              <a:defRPr sz="187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583326" y="1121136"/>
            <a:ext cx="11008904" cy="5071315"/>
          </a:xfrm>
          <a:prstGeom prst="rect">
            <a:avLst/>
          </a:prstGeom>
        </p:spPr>
        <p:txBody>
          <a:bodyPr lIns="0" tIns="0" rIns="0" bIns="0"/>
          <a:lstStyle>
            <a:lvl1pPr marL="11430" indent="0" defTabSz="0">
              <a:lnSpc>
                <a:spcPct val="100000"/>
              </a:lnSpc>
              <a:spcBef>
                <a:spcPts val="0"/>
              </a:spcBef>
              <a:buFontTx/>
              <a:buNone/>
              <a:tabLst>
                <a:tab pos="1085850" algn="ctr"/>
              </a:tabLst>
              <a:defRPr sz="162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473075" indent="-153670" defTabSz="0">
              <a:buFont typeface="Arial" panose="02080604020202020204" pitchFamily="34" charset="0"/>
              <a:buChar char="•"/>
              <a:tabLst>
                <a:tab pos="1085850" algn="ctr"/>
              </a:tabLst>
              <a:defRPr sz="1170" baseline="0"/>
            </a:lvl2pPr>
            <a:lvl3pPr marL="473075" indent="-153670" defTabSz="0">
              <a:buFont typeface="Arial" panose="02080604020202020204" pitchFamily="34" charset="0"/>
              <a:buChar char="•"/>
              <a:tabLst>
                <a:tab pos="1085850" algn="ctr"/>
              </a:tabLst>
              <a:defRPr sz="1170" baseline="0"/>
            </a:lvl3pPr>
            <a:lvl4pPr marL="473075" indent="-153670" defTabSz="0">
              <a:buFont typeface="Arial" panose="02080604020202020204" pitchFamily="34" charset="0"/>
              <a:buChar char="•"/>
              <a:tabLst>
                <a:tab pos="1085850" algn="ctr"/>
              </a:tabLst>
              <a:defRPr sz="1170" baseline="0"/>
            </a:lvl4pPr>
            <a:lvl5pPr marL="473075" indent="-153670" defTabSz="0">
              <a:buFont typeface="Arial" panose="02080604020202020204" pitchFamily="34" charset="0"/>
              <a:buChar char="•"/>
              <a:tabLst>
                <a:tab pos="1085850" algn="ctr"/>
              </a:tabLst>
              <a:defRPr sz="1170" baseline="0"/>
            </a:lvl5pPr>
          </a:lstStyle>
          <a:p>
            <a:pPr lvl="0"/>
            <a:r>
              <a:rPr lang="zh-CN" altLang="en-US" dirty="0"/>
              <a:t>单击此处添加文本</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217201" y="1231615"/>
            <a:ext cx="9703492" cy="639354"/>
          </a:xfrm>
        </p:spPr>
        <p:txBody>
          <a:bodyPr/>
          <a:lstStyle>
            <a:lvl1pPr>
              <a:defRPr/>
            </a:lvl1pPr>
          </a:lstStyle>
          <a:p>
            <a:r>
              <a:rPr lang="zh-CN" altLang="en-US" dirty="0"/>
              <a:t>目录</a:t>
            </a:r>
            <a:endParaRPr lang="zh-CN" altLang="en-US" dirty="0"/>
          </a:p>
        </p:txBody>
      </p:sp>
      <p:sp>
        <p:nvSpPr>
          <p:cNvPr id="3" name="内容占位符 2"/>
          <p:cNvSpPr>
            <a:spLocks noGrp="1"/>
          </p:cNvSpPr>
          <p:nvPr>
            <p:ph idx="1"/>
          </p:nvPr>
        </p:nvSpPr>
        <p:spPr>
          <a:xfrm>
            <a:off x="1417253" y="2083433"/>
            <a:ext cx="9362259" cy="3793272"/>
          </a:xfrm>
        </p:spPr>
        <p:txBody>
          <a:bodyPr/>
          <a:lstStyle>
            <a:lvl1pPr>
              <a:defRPr>
                <a:solidFill>
                  <a:schemeClr val="tx1"/>
                </a:solidFill>
              </a:defRPr>
            </a:lvl1pPr>
          </a:lstStyle>
          <a:p>
            <a:pPr lvl="0"/>
            <a:r>
              <a:rPr lang="zh-CN" altLang="en-US" dirty="0"/>
              <a:t>单击此处编辑母版文本样式</a:t>
            </a:r>
            <a:endParaRPr lang="en-US" altLang="zh-CN" dirty="0"/>
          </a:p>
          <a:p>
            <a:pPr lvl="0"/>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0" y="2129932"/>
            <a:ext cx="10367725" cy="1471272"/>
          </a:xfr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79" y="1599829"/>
            <a:ext cx="5412493" cy="4526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4592" y="1599829"/>
            <a:ext cx="5412492" cy="4526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81159" y="455621"/>
            <a:ext cx="10977404" cy="579437"/>
          </a:xfrm>
        </p:spPr>
        <p:txBody>
          <a:bodyPr/>
          <a:lstStyle/>
          <a:p>
            <a:r>
              <a:rPr lang="zh-CN" altLang="en-US"/>
              <a:t>单击此处编辑母版标题样式</a:t>
            </a:r>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8625"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2" y="1512876"/>
            <a:ext cx="10733557" cy="4690459"/>
          </a:xfrm>
          <a:prstGeom prst="rect">
            <a:avLst/>
          </a:prstGeom>
        </p:spPr>
        <p:txBody>
          <a:bodyPr lIns="0" tIns="0" rIns="0" bIns="0"/>
          <a:lstStyle>
            <a:lvl1pPr marL="179070" marR="0" indent="-168275" algn="l" defTabSz="1187450"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8550"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7135" algn="ctr"/>
              </a:tabLst>
              <a:defRPr sz="1300" baseline="0"/>
            </a:lvl4pPr>
            <a:lvl5pPr marL="525780" indent="-171450">
              <a:buFont typeface="Arial" panose="02080604020202020204" pitchFamily="34" charset="0"/>
              <a:buChar char="•"/>
              <a:tabLst>
                <a:tab pos="1207135" algn="ctr"/>
              </a:tabLst>
              <a:defRPr sz="1300" baseline="0"/>
            </a:lvl5pPr>
          </a:lstStyle>
          <a:p>
            <a:pPr lvl="0"/>
            <a:r>
              <a:rPr lang="zh-CN" altLang="en-US" dirty="0"/>
              <a:t>单击此处添加文本</a:t>
            </a:r>
            <a:endParaRPr lang="en-US" dirty="0"/>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8550" marR="0" lvl="2"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8550" marR="0" lvl="2" indent="-168275" algn="l" defTabSz="1187450"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endParaRPr lang="en-US" altLang="zh-CN"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6" y="1122364"/>
            <a:ext cx="9147572"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165" indent="0" algn="ctr">
              <a:buNone/>
              <a:defRPr sz="1600"/>
            </a:lvl5pPr>
            <a:lvl6pPr marL="2285365" indent="0" algn="ctr">
              <a:buNone/>
              <a:defRPr sz="1600"/>
            </a:lvl6pPr>
            <a:lvl7pPr marL="2742565" indent="0" algn="ctr">
              <a:buNone/>
              <a:defRPr sz="1600"/>
            </a:lvl7pPr>
            <a:lvl8pPr marL="3199130" indent="0" algn="ctr">
              <a:buNone/>
              <a:defRPr sz="1600"/>
            </a:lvl8pPr>
            <a:lvl9pPr marL="365633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3F47424-BA45-42A8-99AA-A1E550F7E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E5DB69-3E7E-4640-92CC-32F833E88F8F}"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1048662" name="日期占位符 2"/>
          <p:cNvSpPr>
            <a:spLocks noGrp="1"/>
          </p:cNvSpPr>
          <p:nvPr>
            <p:ph type="dt" sz="half" idx="10"/>
          </p:nvPr>
        </p:nvSpPr>
        <p:spPr>
          <a:xfrm>
            <a:off x="609839" y="6356355"/>
            <a:ext cx="2845911" cy="366182"/>
          </a:xfrm>
          <a:prstGeom prst="rect">
            <a:avLst/>
          </a:prstGeom>
        </p:spPr>
        <p:txBody>
          <a:bodyPr/>
          <a:lstStyle/>
          <a:p>
            <a:pPr defTabSz="913765" fontAlgn="base">
              <a:spcBef>
                <a:spcPct val="0"/>
              </a:spcBef>
              <a:spcAft>
                <a:spcPct val="0"/>
              </a:spcAft>
            </a:pPr>
            <a:endParaRPr lang="zh-CN" altLang="en-US" dirty="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880BC15-4812-4543-8033-C9E4E731E0C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CB9ED8-3017-4E0C-B638-A5A9A7FA76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12"/>
            <a:ext cx="10740640" cy="993354"/>
          </a:xfrm>
          <a:prstGeom prst="rect">
            <a:avLst/>
          </a:prstGeom>
        </p:spPr>
        <p:txBody>
          <a:bodyPr lIns="0" tIns="0" rIns="0" bIns="0" anchor="t">
            <a:normAutofit/>
          </a:bodyPr>
          <a:lstStyle>
            <a:lvl1pPr marL="0" indent="0" algn="l">
              <a:lnSpc>
                <a:spcPts val="3425"/>
              </a:lnSpc>
              <a:spcBef>
                <a:spcPts val="0"/>
              </a:spcBef>
              <a:buNone/>
              <a:defRPr sz="3195" baseline="0">
                <a:solidFill>
                  <a:schemeClr val="tx1"/>
                </a:solidFill>
                <a:latin typeface="微软雅黑" panose="020B0503020204020204" pitchFamily="34" charset="-122"/>
                <a:ea typeface="微软雅黑" panose="020B0503020204020204" pitchFamily="34" charset="-122"/>
              </a:defRPr>
            </a:lvl1pPr>
            <a:lvl2pPr marL="593090" indent="0" algn="ctr">
              <a:buNone/>
              <a:defRPr sz="2595"/>
            </a:lvl2pPr>
            <a:lvl3pPr marL="1185545" indent="0" algn="ctr">
              <a:buNone/>
              <a:defRPr sz="2335"/>
            </a:lvl3pPr>
            <a:lvl4pPr marL="1778635" indent="0" algn="ctr">
              <a:buNone/>
              <a:defRPr sz="2075"/>
            </a:lvl4pPr>
            <a:lvl5pPr marL="2372360" indent="0" algn="ctr">
              <a:buNone/>
              <a:defRPr sz="2075"/>
            </a:lvl5pPr>
            <a:lvl6pPr marL="2964815" indent="0" algn="ctr">
              <a:buNone/>
              <a:defRPr sz="2075"/>
            </a:lvl6pPr>
            <a:lvl7pPr marL="3557905" indent="0" algn="ctr">
              <a:buNone/>
              <a:defRPr sz="2075"/>
            </a:lvl7pPr>
            <a:lvl8pPr marL="4150360" indent="0" algn="ctr">
              <a:buNone/>
              <a:defRPr sz="2075"/>
            </a:lvl8pPr>
            <a:lvl9pPr marL="4743450" indent="0" algn="ctr">
              <a:buNone/>
              <a:defRPr sz="2075"/>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13" y="1501919"/>
            <a:ext cx="10733556" cy="4690242"/>
          </a:xfrm>
          <a:prstGeom prst="rect">
            <a:avLst/>
          </a:prstGeom>
        </p:spPr>
        <p:txBody>
          <a:bodyPr lIns="0" tIns="0" rIns="0" bIns="0"/>
          <a:lstStyle>
            <a:lvl1pPr marL="12065" indent="0">
              <a:lnSpc>
                <a:spcPct val="100000"/>
              </a:lnSpc>
              <a:spcBef>
                <a:spcPts val="0"/>
              </a:spcBef>
              <a:buFontTx/>
              <a:buNone/>
              <a:tabLst>
                <a:tab pos="1205230" algn="ctr"/>
              </a:tabLst>
              <a:defRPr sz="1795"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525145" indent="-170815">
              <a:buFont typeface="Arial" panose="02080604020202020204" pitchFamily="34" charset="0"/>
              <a:buChar char="•"/>
              <a:tabLst>
                <a:tab pos="1205230" algn="ctr"/>
              </a:tabLst>
              <a:defRPr sz="1295" baseline="0"/>
            </a:lvl2pPr>
            <a:lvl3pPr marL="525145" indent="-170815">
              <a:buFont typeface="Arial" panose="02080604020202020204" pitchFamily="34" charset="0"/>
              <a:buChar char="•"/>
              <a:tabLst>
                <a:tab pos="1205230" algn="ctr"/>
              </a:tabLst>
              <a:defRPr sz="1295" baseline="0"/>
            </a:lvl3pPr>
            <a:lvl4pPr marL="525145" indent="-170815">
              <a:buFont typeface="Arial" panose="02080604020202020204" pitchFamily="34" charset="0"/>
              <a:buChar char="•"/>
              <a:tabLst>
                <a:tab pos="1205230" algn="ctr"/>
              </a:tabLst>
              <a:defRPr sz="1295" baseline="0"/>
            </a:lvl4pPr>
            <a:lvl5pPr marL="525145" indent="-170815">
              <a:buFont typeface="Arial" panose="02080604020202020204" pitchFamily="34" charset="0"/>
              <a:buChar char="•"/>
              <a:tabLst>
                <a:tab pos="1205230" algn="ctr"/>
              </a:tabLst>
              <a:defRPr sz="1295" baseline="0"/>
            </a:lvl5pPr>
          </a:lstStyle>
          <a:p>
            <a:pPr lvl="0"/>
            <a:r>
              <a:rPr lang="zh-CN" altLang="en-US" dirty="0"/>
              <a:t>单击此处添加文本</a:t>
            </a:r>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14306" y="84729"/>
            <a:ext cx="11165423" cy="800063"/>
          </a:xfrm>
          <a:prstGeom prst="rect">
            <a:avLst/>
          </a:prstGeom>
        </p:spPr>
        <p:txBody>
          <a:bodyPr/>
          <a:lstStyle>
            <a:lvl1pPr>
              <a:defRPr sz="2795"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12"/>
            <a:ext cx="10740640" cy="993354"/>
          </a:xfrm>
          <a:prstGeom prst="rect">
            <a:avLst/>
          </a:prstGeom>
        </p:spPr>
        <p:txBody>
          <a:bodyPr lIns="0" tIns="0" rIns="0" bIns="0" anchor="t">
            <a:normAutofit/>
          </a:bodyPr>
          <a:lstStyle>
            <a:lvl1pPr marL="0" indent="0" algn="l">
              <a:lnSpc>
                <a:spcPts val="3425"/>
              </a:lnSpc>
              <a:spcBef>
                <a:spcPts val="0"/>
              </a:spcBef>
              <a:buNone/>
              <a:defRPr sz="3195" baseline="0">
                <a:solidFill>
                  <a:schemeClr val="tx1"/>
                </a:solidFill>
                <a:latin typeface="微软雅黑" panose="020B0503020204020204" pitchFamily="34" charset="-122"/>
                <a:ea typeface="微软雅黑" panose="020B0503020204020204" pitchFamily="34" charset="-122"/>
              </a:defRPr>
            </a:lvl1pPr>
            <a:lvl2pPr marL="593090" indent="0" algn="ctr">
              <a:buNone/>
              <a:defRPr sz="2595"/>
            </a:lvl2pPr>
            <a:lvl3pPr marL="1185545" indent="0" algn="ctr">
              <a:buNone/>
              <a:defRPr sz="2335"/>
            </a:lvl3pPr>
            <a:lvl4pPr marL="1778635" indent="0" algn="ctr">
              <a:buNone/>
              <a:defRPr sz="2075"/>
            </a:lvl4pPr>
            <a:lvl5pPr marL="2372360" indent="0" algn="ctr">
              <a:buNone/>
              <a:defRPr sz="2075"/>
            </a:lvl5pPr>
            <a:lvl6pPr marL="2964815" indent="0" algn="ctr">
              <a:buNone/>
              <a:defRPr sz="2075"/>
            </a:lvl6pPr>
            <a:lvl7pPr marL="3557905" indent="0" algn="ctr">
              <a:buNone/>
              <a:defRPr sz="2075"/>
            </a:lvl7pPr>
            <a:lvl8pPr marL="4150360" indent="0" algn="ctr">
              <a:buNone/>
              <a:defRPr sz="2075"/>
            </a:lvl8pPr>
            <a:lvl9pPr marL="4743450" indent="0" algn="ctr">
              <a:buNone/>
              <a:defRPr sz="2075"/>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13" y="1501919"/>
            <a:ext cx="10733556" cy="4690242"/>
          </a:xfrm>
          <a:prstGeom prst="rect">
            <a:avLst/>
          </a:prstGeom>
        </p:spPr>
        <p:txBody>
          <a:bodyPr lIns="0" tIns="0" rIns="0" bIns="0"/>
          <a:lstStyle>
            <a:lvl1pPr marL="12065" indent="0">
              <a:lnSpc>
                <a:spcPct val="100000"/>
              </a:lnSpc>
              <a:spcBef>
                <a:spcPts val="0"/>
              </a:spcBef>
              <a:buFontTx/>
              <a:buNone/>
              <a:tabLst>
                <a:tab pos="1205230" algn="ctr"/>
              </a:tabLst>
              <a:defRPr sz="1795"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525145" indent="-170815">
              <a:buFont typeface="Arial" panose="02080604020202020204" pitchFamily="34" charset="0"/>
              <a:buChar char="•"/>
              <a:tabLst>
                <a:tab pos="1205230" algn="ctr"/>
              </a:tabLst>
              <a:defRPr sz="1295" baseline="0"/>
            </a:lvl2pPr>
            <a:lvl3pPr marL="525145" indent="-170815">
              <a:buFont typeface="Arial" panose="02080604020202020204" pitchFamily="34" charset="0"/>
              <a:buChar char="•"/>
              <a:tabLst>
                <a:tab pos="1205230" algn="ctr"/>
              </a:tabLst>
              <a:defRPr sz="1295" baseline="0"/>
            </a:lvl3pPr>
            <a:lvl4pPr marL="525145" indent="-170815">
              <a:buFont typeface="Arial" panose="02080604020202020204" pitchFamily="34" charset="0"/>
              <a:buChar char="•"/>
              <a:tabLst>
                <a:tab pos="1205230" algn="ctr"/>
              </a:tabLst>
              <a:defRPr sz="1295" baseline="0"/>
            </a:lvl4pPr>
            <a:lvl5pPr marL="525145" indent="-170815">
              <a:buFont typeface="Arial" panose="02080604020202020204" pitchFamily="34" charset="0"/>
              <a:buChar char="•"/>
              <a:tabLst>
                <a:tab pos="1205230" algn="ctr"/>
              </a:tabLst>
              <a:defRPr sz="1295" baseline="0"/>
            </a:lvl5pPr>
          </a:lstStyle>
          <a:p>
            <a:pPr lvl="0"/>
            <a:r>
              <a:rPr lang="zh-CN" altLang="en-US" dirty="0"/>
              <a:t>单击此处添加文本</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6" y="1122364"/>
            <a:ext cx="9147572"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4400" indent="0" algn="ctr">
              <a:buNone/>
              <a:defRPr sz="1800"/>
            </a:lvl3pPr>
            <a:lvl4pPr marL="1370965" indent="0" algn="ctr">
              <a:buNone/>
              <a:defRPr sz="1600"/>
            </a:lvl4pPr>
            <a:lvl5pPr marL="1828165" indent="0" algn="ctr">
              <a:buNone/>
              <a:defRPr sz="1600"/>
            </a:lvl5pPr>
            <a:lvl6pPr marL="2285365" indent="0" algn="ctr">
              <a:buNone/>
              <a:defRPr sz="1600"/>
            </a:lvl6pPr>
            <a:lvl7pPr marL="2742565" indent="0" algn="ctr">
              <a:buNone/>
              <a:defRPr sz="1600"/>
            </a:lvl7pPr>
            <a:lvl8pPr marL="3199130" indent="0" algn="ctr">
              <a:buNone/>
              <a:defRPr sz="1600"/>
            </a:lvl8pPr>
            <a:lvl9pPr marL="365633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2175" y="1709739"/>
            <a:ext cx="10519708"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2175" y="4589464"/>
            <a:ext cx="10519708"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0965" indent="0">
              <a:buNone/>
              <a:defRPr sz="1600">
                <a:solidFill>
                  <a:schemeClr val="tx1">
                    <a:tint val="75000"/>
                  </a:schemeClr>
                </a:solidFill>
              </a:defRPr>
            </a:lvl4pPr>
            <a:lvl5pPr marL="1828165"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130" indent="0">
              <a:buNone/>
              <a:defRPr sz="1600">
                <a:solidFill>
                  <a:schemeClr val="tx1">
                    <a:tint val="75000"/>
                  </a:schemeClr>
                </a:solidFill>
              </a:defRPr>
            </a:lvl8pPr>
            <a:lvl9pPr marL="365633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529" y="1825625"/>
            <a:ext cx="5183624"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4611" y="1825625"/>
            <a:ext cx="5183624"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116" y="365126"/>
            <a:ext cx="10519708"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117" y="1681163"/>
            <a:ext cx="5159802" cy="823912"/>
          </a:xfrm>
        </p:spPr>
        <p:txBody>
          <a:bodyPr anchor="b"/>
          <a:lstStyle>
            <a:lvl1pPr marL="0" indent="0">
              <a:buNone/>
              <a:defRPr sz="2400" b="1"/>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130" indent="0">
              <a:buNone/>
              <a:defRPr sz="1600" b="1"/>
            </a:lvl8pPr>
            <a:lvl9pPr marL="365633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117" y="2505075"/>
            <a:ext cx="5159802"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4612" y="1681163"/>
            <a:ext cx="5185213" cy="823912"/>
          </a:xfrm>
        </p:spPr>
        <p:txBody>
          <a:bodyPr anchor="b"/>
          <a:lstStyle>
            <a:lvl1pPr marL="0" indent="0">
              <a:buNone/>
              <a:defRPr sz="2400" b="1"/>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130" indent="0">
              <a:buNone/>
              <a:defRPr sz="1600" b="1"/>
            </a:lvl8pPr>
            <a:lvl9pPr marL="365633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4612" y="2505075"/>
            <a:ext cx="5185213"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118" y="457201"/>
            <a:ext cx="3933773"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5214" y="987427"/>
            <a:ext cx="617461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118" y="2057400"/>
            <a:ext cx="3933773" cy="3811588"/>
          </a:xfrm>
        </p:spPr>
        <p:txBody>
          <a:bodyPr/>
          <a:lstStyle>
            <a:lvl1pPr marL="0" indent="0">
              <a:buNone/>
              <a:defRPr sz="16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118" y="457201"/>
            <a:ext cx="3933773"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5214" y="987427"/>
            <a:ext cx="6174611" cy="4873625"/>
          </a:xfrm>
        </p:spPr>
        <p:txBody>
          <a:bodyPr/>
          <a:lstStyle>
            <a:lvl1pPr marL="0" indent="0">
              <a:buNone/>
              <a:defRPr sz="3200"/>
            </a:lvl1pPr>
            <a:lvl2pPr marL="457200" indent="0">
              <a:buNone/>
              <a:defRPr sz="2800"/>
            </a:lvl2pPr>
            <a:lvl3pPr marL="914400" indent="0">
              <a:buNone/>
              <a:defRPr sz="2400"/>
            </a:lvl3pPr>
            <a:lvl4pPr marL="1370965" indent="0">
              <a:buNone/>
              <a:defRPr sz="2000"/>
            </a:lvl4pPr>
            <a:lvl5pPr marL="1828165" indent="0">
              <a:buNone/>
              <a:defRPr sz="2000"/>
            </a:lvl5pPr>
            <a:lvl6pPr marL="2285365" indent="0">
              <a:buNone/>
              <a:defRPr sz="2000"/>
            </a:lvl6pPr>
            <a:lvl7pPr marL="2742565" indent="0">
              <a:buNone/>
              <a:defRPr sz="2000"/>
            </a:lvl7pPr>
            <a:lvl8pPr marL="3199130" indent="0">
              <a:buNone/>
              <a:defRPr sz="2000"/>
            </a:lvl8pPr>
            <a:lvl9pPr marL="3656330" indent="0">
              <a:buNone/>
              <a:defRPr sz="2000"/>
            </a:lvl9pPr>
          </a:lstStyle>
          <a:p>
            <a:endParaRPr lang="zh-CN" altLang="en-US"/>
          </a:p>
        </p:txBody>
      </p:sp>
      <p:sp>
        <p:nvSpPr>
          <p:cNvPr id="4" name="文本占位符 3"/>
          <p:cNvSpPr>
            <a:spLocks noGrp="1"/>
          </p:cNvSpPr>
          <p:nvPr>
            <p:ph type="body" sz="half" idx="2"/>
          </p:nvPr>
        </p:nvSpPr>
        <p:spPr>
          <a:xfrm>
            <a:off x="840118" y="2057400"/>
            <a:ext cx="3933773" cy="3811588"/>
          </a:xfrm>
        </p:spPr>
        <p:txBody>
          <a:bodyPr/>
          <a:lstStyle>
            <a:lvl1pPr marL="0" indent="0">
              <a:buNone/>
              <a:defRPr sz="16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8310" y="365125"/>
            <a:ext cx="2629927"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528" y="365125"/>
            <a:ext cx="7737322"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D6CE4E9-8F09-4F3A-96F6-1CF11FC973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4D5143-527D-4597-9D11-DC599307335A}"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0" y="2129932"/>
            <a:ext cx="10367725" cy="1471272"/>
          </a:xfr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217201" y="1231615"/>
            <a:ext cx="9703492" cy="639354"/>
          </a:xfrm>
        </p:spPr>
        <p:txBody>
          <a:bodyPr/>
          <a:lstStyle>
            <a:lvl1pPr>
              <a:defRPr/>
            </a:lvl1pPr>
          </a:lstStyle>
          <a:p>
            <a:r>
              <a:rPr lang="zh-CN" altLang="en-US" dirty="0"/>
              <a:t>目录</a:t>
            </a:r>
            <a:endParaRPr lang="zh-CN" altLang="en-US" dirty="0"/>
          </a:p>
        </p:txBody>
      </p:sp>
      <p:sp>
        <p:nvSpPr>
          <p:cNvPr id="3" name="内容占位符 2"/>
          <p:cNvSpPr>
            <a:spLocks noGrp="1"/>
          </p:cNvSpPr>
          <p:nvPr>
            <p:ph idx="1"/>
          </p:nvPr>
        </p:nvSpPr>
        <p:spPr>
          <a:xfrm>
            <a:off x="1417254" y="2083433"/>
            <a:ext cx="9362259" cy="3793272"/>
          </a:xfrm>
        </p:spPr>
        <p:txBody>
          <a:bodyPr/>
          <a:lstStyle>
            <a:lvl1pPr>
              <a:defRPr>
                <a:solidFill>
                  <a:schemeClr val="tx1"/>
                </a:solidFill>
              </a:defRPr>
            </a:lvl1pPr>
          </a:lstStyle>
          <a:p>
            <a:pPr lvl="0"/>
            <a:r>
              <a:rPr lang="zh-CN" altLang="en-US" dirty="0"/>
              <a:t>单击此处编辑母版文本样式</a:t>
            </a:r>
            <a:endParaRPr lang="en-US" altLang="zh-CN" dirty="0"/>
          </a:p>
          <a:p>
            <a:pPr lvl="0"/>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1" y="2129932"/>
            <a:ext cx="10367725" cy="1471272"/>
          </a:xfr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79" y="1599829"/>
            <a:ext cx="5412493" cy="4526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4592" y="1599829"/>
            <a:ext cx="5412492" cy="4526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81159" y="455622"/>
            <a:ext cx="10977404" cy="579437"/>
          </a:xfrm>
        </p:spPr>
        <p:txBody>
          <a:bodyPr/>
          <a:lstStyle/>
          <a:p>
            <a:r>
              <a:rPr lang="zh-CN" altLang="en-US"/>
              <a:t>单击此处编辑母版标题样式</a:t>
            </a:r>
            <a:endParaRPr lang="zh-CN" alt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6815" indent="0" algn="ctr">
              <a:buNone/>
              <a:defRPr sz="2340"/>
            </a:lvl3pPr>
            <a:lvl4pPr marL="1781175" indent="0" algn="ctr">
              <a:buNone/>
              <a:defRPr sz="2080"/>
            </a:lvl4pPr>
            <a:lvl5pPr marL="2374265" indent="0" algn="ctr">
              <a:buNone/>
              <a:defRPr sz="2080"/>
            </a:lvl5pPr>
            <a:lvl6pPr marL="2967990" indent="0" algn="ctr">
              <a:buNone/>
              <a:defRPr sz="2080"/>
            </a:lvl6pPr>
            <a:lvl7pPr marL="3561080" indent="0" algn="ctr">
              <a:buNone/>
              <a:defRPr sz="2080"/>
            </a:lvl7pPr>
            <a:lvl8pPr marL="4154805" indent="0" algn="ctr">
              <a:buNone/>
              <a:defRPr sz="2080"/>
            </a:lvl8pPr>
            <a:lvl9pPr marL="4747895"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3" y="1512877"/>
            <a:ext cx="10733557" cy="4690459"/>
          </a:xfrm>
          <a:prstGeom prst="rect">
            <a:avLst/>
          </a:prstGeom>
        </p:spPr>
        <p:txBody>
          <a:bodyPr lIns="0" tIns="0" rIns="0" bIns="0"/>
          <a:lstStyle>
            <a:lvl1pPr marL="179070" marR="0" indent="-168275" algn="l" defTabSz="118681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930" marR="0" indent="-168275" algn="l" defTabSz="1186815"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6815"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80604020202020204" pitchFamily="34" charset="0"/>
              <a:buChar char="•"/>
              <a:tabLst>
                <a:tab pos="1207135" algn="ctr"/>
              </a:tabLst>
              <a:defRPr sz="1300" baseline="0"/>
            </a:lvl4pPr>
            <a:lvl5pPr marL="525780" indent="-171450">
              <a:buFont typeface="Arial" panose="02080604020202020204" pitchFamily="34" charset="0"/>
              <a:buChar char="•"/>
              <a:tabLst>
                <a:tab pos="1207135" algn="ctr"/>
              </a:tabLst>
              <a:defRPr sz="1300" baseline="0"/>
            </a:lvl5pPr>
          </a:lstStyle>
          <a:p>
            <a:pPr lvl="0"/>
            <a:r>
              <a:rPr lang="zh-CN" altLang="en-US" dirty="0"/>
              <a:t>单击此处添加文本</a:t>
            </a:r>
            <a:endParaRPr lang="en-US" dirty="0"/>
          </a:p>
          <a:p>
            <a:pPr marL="328930" marR="0" lvl="1" indent="-168275" algn="l" defTabSz="118681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7135" algn="ctr"/>
              </a:tabLst>
              <a:defRPr/>
            </a:pPr>
            <a:endParaRPr lang="en-US" altLang="zh-CN"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6" y="1122365"/>
            <a:ext cx="9147572" cy="2387600"/>
          </a:xfrm>
        </p:spPr>
        <p:txBody>
          <a:bodyPr anchor="b"/>
          <a:lstStyle>
            <a:lvl1pPr algn="ctr">
              <a:defRPr sz="5995"/>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3765" indent="0" algn="ctr">
              <a:buNone/>
              <a:defRPr sz="1800"/>
            </a:lvl3pPr>
            <a:lvl4pPr marL="1370965" indent="0" algn="ctr">
              <a:buNone/>
              <a:defRPr sz="1600"/>
            </a:lvl4pPr>
            <a:lvl5pPr marL="1828165" indent="0" algn="ctr">
              <a:buNone/>
              <a:defRPr sz="1600"/>
            </a:lvl5pPr>
            <a:lvl6pPr marL="2284730" indent="0" algn="ctr">
              <a:buNone/>
              <a:defRPr sz="1600"/>
            </a:lvl6pPr>
            <a:lvl7pPr marL="2741930" indent="0" algn="ctr">
              <a:buNone/>
              <a:defRPr sz="1600"/>
            </a:lvl7pPr>
            <a:lvl8pPr marL="3197860" indent="0" algn="ctr">
              <a:buNone/>
              <a:defRPr sz="1600"/>
            </a:lvl8pPr>
            <a:lvl9pPr marL="365506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3F47424-BA45-42A8-99AA-A1E550F7E9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E5DB69-3E7E-4640-92CC-32F833E88F8F}"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1048662" name="日期占位符 2"/>
          <p:cNvSpPr>
            <a:spLocks noGrp="1"/>
          </p:cNvSpPr>
          <p:nvPr>
            <p:ph type="dt" sz="half" idx="10"/>
          </p:nvPr>
        </p:nvSpPr>
        <p:spPr>
          <a:xfrm>
            <a:off x="609839" y="6356356"/>
            <a:ext cx="2845911" cy="366182"/>
          </a:xfrm>
          <a:prstGeom prst="rect">
            <a:avLst/>
          </a:prstGeom>
        </p:spPr>
        <p:txBody>
          <a:bodyPr/>
          <a:lstStyle/>
          <a:p>
            <a:pPr defTabSz="913130" fontAlgn="base">
              <a:spcBef>
                <a:spcPct val="0"/>
              </a:spcBef>
              <a:spcAft>
                <a:spcPct val="0"/>
              </a:spcAft>
            </a:pPr>
            <a:endParaRPr lang="zh-CN" altLang="en-US" dirty="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880BC15-4812-4543-8033-C9E4E731E0C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CB9ED8-3017-4E0C-B638-A5A9A7FA76F4}"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12"/>
            <a:ext cx="10740640" cy="993354"/>
          </a:xfrm>
          <a:prstGeom prst="rect">
            <a:avLst/>
          </a:prstGeom>
        </p:spPr>
        <p:txBody>
          <a:bodyPr lIns="0" tIns="0" rIns="0" bIns="0" anchor="t">
            <a:normAutofit/>
          </a:bodyPr>
          <a:lstStyle>
            <a:lvl1pPr marL="0" indent="0" algn="l">
              <a:lnSpc>
                <a:spcPts val="3425"/>
              </a:lnSpc>
              <a:spcBef>
                <a:spcPts val="0"/>
              </a:spcBef>
              <a:buNone/>
              <a:defRPr sz="3195" baseline="0">
                <a:solidFill>
                  <a:schemeClr val="tx1"/>
                </a:solidFill>
                <a:latin typeface="微软雅黑" panose="020B0503020204020204" pitchFamily="34" charset="-122"/>
                <a:ea typeface="微软雅黑" panose="020B0503020204020204" pitchFamily="34" charset="-122"/>
              </a:defRPr>
            </a:lvl1pPr>
            <a:lvl2pPr marL="593090" indent="0" algn="ctr">
              <a:buNone/>
              <a:defRPr sz="2595"/>
            </a:lvl2pPr>
            <a:lvl3pPr marL="1184910" indent="0" algn="ctr">
              <a:buNone/>
              <a:defRPr sz="2335"/>
            </a:lvl3pPr>
            <a:lvl4pPr marL="1778635" indent="0" algn="ctr">
              <a:buNone/>
              <a:defRPr sz="2075"/>
            </a:lvl4pPr>
            <a:lvl5pPr marL="2371725" indent="0" algn="ctr">
              <a:buNone/>
              <a:defRPr sz="2075"/>
            </a:lvl5pPr>
            <a:lvl6pPr marL="2964180" indent="0" algn="ctr">
              <a:buNone/>
              <a:defRPr sz="2075"/>
            </a:lvl6pPr>
            <a:lvl7pPr marL="3556635" indent="0" algn="ctr">
              <a:buNone/>
              <a:defRPr sz="2075"/>
            </a:lvl7pPr>
            <a:lvl8pPr marL="4149090" indent="0" algn="ctr">
              <a:buNone/>
              <a:defRPr sz="2075"/>
            </a:lvl8pPr>
            <a:lvl9pPr marL="4741545" indent="0" algn="ctr">
              <a:buNone/>
              <a:defRPr sz="2075"/>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14" y="1501919"/>
            <a:ext cx="10733556" cy="4690242"/>
          </a:xfrm>
          <a:prstGeom prst="rect">
            <a:avLst/>
          </a:prstGeom>
        </p:spPr>
        <p:txBody>
          <a:bodyPr lIns="0" tIns="0" rIns="0" bIns="0"/>
          <a:lstStyle>
            <a:lvl1pPr marL="12065" indent="0">
              <a:lnSpc>
                <a:spcPct val="100000"/>
              </a:lnSpc>
              <a:spcBef>
                <a:spcPts val="0"/>
              </a:spcBef>
              <a:buFontTx/>
              <a:buNone/>
              <a:tabLst>
                <a:tab pos="1205230" algn="ctr"/>
              </a:tabLst>
              <a:defRPr sz="1795"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525145" indent="-170815">
              <a:buFont typeface="Arial" panose="02080604020202020204" pitchFamily="34" charset="0"/>
              <a:buChar char="•"/>
              <a:tabLst>
                <a:tab pos="1205230" algn="ctr"/>
              </a:tabLst>
              <a:defRPr sz="1295" baseline="0"/>
            </a:lvl2pPr>
            <a:lvl3pPr marL="525145" indent="-170815">
              <a:buFont typeface="Arial" panose="02080604020202020204" pitchFamily="34" charset="0"/>
              <a:buChar char="•"/>
              <a:tabLst>
                <a:tab pos="1205230" algn="ctr"/>
              </a:tabLst>
              <a:defRPr sz="1295" baseline="0"/>
            </a:lvl3pPr>
            <a:lvl4pPr marL="525145" indent="-170815">
              <a:buFont typeface="Arial" panose="02080604020202020204" pitchFamily="34" charset="0"/>
              <a:buChar char="•"/>
              <a:tabLst>
                <a:tab pos="1205230" algn="ctr"/>
              </a:tabLst>
              <a:defRPr sz="1295" baseline="0"/>
            </a:lvl4pPr>
            <a:lvl5pPr marL="525145" indent="-170815">
              <a:buFont typeface="Arial" panose="02080604020202020204" pitchFamily="34" charset="0"/>
              <a:buChar char="•"/>
              <a:tabLst>
                <a:tab pos="1205230" algn="ctr"/>
              </a:tabLst>
              <a:defRPr sz="1295" baseline="0"/>
            </a:lvl5pPr>
          </a:lstStyle>
          <a:p>
            <a:pPr lvl="0"/>
            <a:r>
              <a:rPr lang="zh-CN" altLang="en-US" dirty="0"/>
              <a:t>单击此处添加文本</a:t>
            </a:r>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4" name="Rectangle 13"/>
          <p:cNvSpPr>
            <a:spLocks noGrp="1" noChangeArrowheads="1"/>
          </p:cNvSpPr>
          <p:nvPr>
            <p:ph type="title"/>
          </p:nvPr>
        </p:nvSpPr>
        <p:spPr bwMode="auto">
          <a:xfrm>
            <a:off x="430367" y="218040"/>
            <a:ext cx="11270102" cy="504775"/>
          </a:xfrm>
          <a:prstGeom prst="rect">
            <a:avLst/>
          </a:prstGeom>
        </p:spPr>
        <p:txBody>
          <a:bodyPr lIns="121883" tIns="60944" rIns="121883" bIns="60944" anchor="ctr"/>
          <a:lstStyle>
            <a:lvl1pPr>
              <a:defRPr sz="2400" b="1">
                <a:solidFill>
                  <a:srgbClr val="C00000"/>
                </a:solidFill>
                <a:latin typeface="微软雅黑" panose="020B0503020204020204" pitchFamily="34" charset="-122"/>
                <a:ea typeface="微软雅黑" panose="020B0503020204020204" pitchFamily="34" charset="-122"/>
              </a:defRPr>
            </a:lvl1pPr>
          </a:lstStyle>
          <a:p>
            <a:pPr lvl="0"/>
            <a:r>
              <a:rPr lang="en-US" altLang="zh-CN" dirty="0"/>
              <a:t>Click to edit Master title style</a:t>
            </a:r>
            <a:endParaRPr lang="zh-CN" altLang="en-US" dirty="0"/>
          </a:p>
        </p:txBody>
      </p:sp>
      <p:sp>
        <p:nvSpPr>
          <p:cNvPr id="5" name="Rectangle 68"/>
          <p:cNvSpPr>
            <a:spLocks noGrp="1" noChangeArrowheads="1"/>
          </p:cNvSpPr>
          <p:nvPr>
            <p:ph idx="1"/>
          </p:nvPr>
        </p:nvSpPr>
        <p:spPr bwMode="auto">
          <a:xfrm>
            <a:off x="430367" y="792488"/>
            <a:ext cx="11270102" cy="548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18" tIns="40058" rIns="80118" bIns="40058" numCol="1" anchor="t" anchorCtr="0" compatLnSpc="1"/>
          <a:lstStyle>
            <a:lvl1pPr>
              <a:defRPr sz="1200">
                <a:latin typeface="微软雅黑" panose="020B0503020204020204" pitchFamily="34" charset="-122"/>
                <a:ea typeface="微软雅黑" panose="020B0503020204020204" pitchFamily="34" charset="-122"/>
              </a:defRPr>
            </a:lvl1pPr>
            <a:lvl2pPr>
              <a:defRPr sz="1200">
                <a:latin typeface="微软雅黑" panose="020B0503020204020204" pitchFamily="34" charset="-122"/>
                <a:ea typeface="微软雅黑" panose="020B0503020204020204" pitchFamily="34" charset="-122"/>
              </a:defRPr>
            </a:lvl2pPr>
            <a:lvl3pPr>
              <a:defRPr sz="1200">
                <a:latin typeface="微软雅黑" panose="020B0503020204020204" pitchFamily="34" charset="-122"/>
                <a:ea typeface="微软雅黑" panose="020B0503020204020204" pitchFamily="34" charset="-122"/>
              </a:defRPr>
            </a:lvl3pPr>
            <a:lvl4pPr>
              <a:defRPr sz="1200">
                <a:latin typeface="微软雅黑" panose="020B0503020204020204" pitchFamily="34" charset="-122"/>
                <a:ea typeface="微软雅黑" panose="020B0503020204020204" pitchFamily="34" charset="-122"/>
              </a:defRPr>
            </a:lvl4pPr>
            <a:lvl5pPr>
              <a:defRPr sz="1200">
                <a:latin typeface="微软雅黑" panose="020B0503020204020204" pitchFamily="34" charset="-122"/>
                <a:ea typeface="微软雅黑" panose="020B0503020204020204" pitchFamily="34" charset="-122"/>
              </a:defRPr>
            </a:lvl5p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9"/>
            <a:ext cx="10740640" cy="536087"/>
          </a:xfrm>
          <a:prstGeom prst="rect">
            <a:avLst/>
          </a:prstGeom>
        </p:spPr>
        <p:txBody>
          <a:bodyPr lIns="0" tIns="0" rIns="0" bIns="0" anchor="t">
            <a:normAutofit/>
          </a:bodyPr>
          <a:lstStyle>
            <a:lvl1pPr>
              <a:lnSpc>
                <a:spcPct val="100000"/>
              </a:lnSpc>
              <a:defRPr lang="en-US" sz="2400" baseline="0" dirty="0">
                <a:solidFill>
                  <a:schemeClr val="tx1"/>
                </a:solidFill>
                <a:latin typeface="Arial" panose="02080604020202020204" pitchFamily="34" charset="0"/>
                <a:ea typeface="微软雅黑" panose="020B0503020204020204" pitchFamily="34" charset="-122"/>
                <a:cs typeface="+mn-ea"/>
              </a:defRPr>
            </a:lvl1pPr>
          </a:lstStyle>
          <a:p>
            <a:pPr marL="0" lvl="0" indent="0">
              <a:lnSpc>
                <a:spcPts val="3425"/>
              </a:lnSpc>
              <a:spcBef>
                <a:spcPts val="0"/>
              </a:spcBef>
              <a:buNone/>
            </a:pPr>
            <a:r>
              <a:rPr lang="zh-CN" altLang="en-US" dirty="0"/>
              <a:t>单击此处添加标题</a:t>
            </a:r>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6EE485-E455-440B-93D4-ED6ADE0824D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25B4913-B3F4-405A-AE28-AB5B608A4D05}" type="slidenum">
              <a:rPr lang="zh-CN" altLang="en-US" smtClean="0"/>
            </a:fld>
            <a:endParaRPr lang="zh-CN" altLang="en-US"/>
          </a:p>
        </p:txBody>
      </p:sp>
    </p:spTree>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759" y="2130430"/>
            <a:ext cx="10367249"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517" y="3886200"/>
            <a:ext cx="8537735" cy="1752600"/>
          </a:xfrm>
        </p:spPr>
        <p:txBody>
          <a:bodyPr/>
          <a:lstStyle>
            <a:lvl1pPr marL="0" indent="0" algn="ctr">
              <a:buNone/>
              <a:defRPr>
                <a:solidFill>
                  <a:schemeClr val="tx1">
                    <a:tint val="75000"/>
                  </a:schemeClr>
                </a:solidFill>
              </a:defRPr>
            </a:lvl1pPr>
            <a:lvl2pPr marL="456565" indent="0" algn="ctr">
              <a:buNone/>
              <a:defRPr>
                <a:solidFill>
                  <a:schemeClr val="tx1">
                    <a:tint val="75000"/>
                  </a:schemeClr>
                </a:solidFill>
              </a:defRPr>
            </a:lvl2pPr>
            <a:lvl3pPr marL="913765" indent="0" algn="ctr">
              <a:buNone/>
              <a:defRPr>
                <a:solidFill>
                  <a:schemeClr val="tx1">
                    <a:tint val="75000"/>
                  </a:schemeClr>
                </a:solidFill>
              </a:defRPr>
            </a:lvl3pPr>
            <a:lvl4pPr marL="1370330" indent="0" algn="ctr">
              <a:buNone/>
              <a:defRPr>
                <a:solidFill>
                  <a:schemeClr val="tx1">
                    <a:tint val="75000"/>
                  </a:schemeClr>
                </a:solidFill>
              </a:defRPr>
            </a:lvl4pPr>
            <a:lvl5pPr marL="1826895" indent="0" algn="ctr">
              <a:buNone/>
              <a:defRPr>
                <a:solidFill>
                  <a:schemeClr val="tx1">
                    <a:tint val="75000"/>
                  </a:schemeClr>
                </a:solidFill>
              </a:defRPr>
            </a:lvl5pPr>
            <a:lvl6pPr marL="2284095" indent="0" algn="ctr">
              <a:buNone/>
              <a:defRPr>
                <a:solidFill>
                  <a:schemeClr val="tx1">
                    <a:tint val="75000"/>
                  </a:schemeClr>
                </a:solidFill>
              </a:defRPr>
            </a:lvl6pPr>
            <a:lvl7pPr marL="2740660" indent="0" algn="ctr">
              <a:buNone/>
              <a:defRPr>
                <a:solidFill>
                  <a:schemeClr val="tx1">
                    <a:tint val="75000"/>
                  </a:schemeClr>
                </a:solidFill>
              </a:defRPr>
            </a:lvl7pPr>
            <a:lvl8pPr marL="3197860" indent="0" algn="ctr">
              <a:buNone/>
              <a:defRPr>
                <a:solidFill>
                  <a:schemeClr val="tx1">
                    <a:tint val="75000"/>
                  </a:schemeClr>
                </a:solidFill>
              </a:defRPr>
            </a:lvl8pPr>
            <a:lvl9pPr marL="365506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842" y="6356352"/>
            <a:ext cx="2845912" cy="365125"/>
          </a:xfrm>
          <a:prstGeom prst="rect">
            <a:avLst/>
          </a:prstGeom>
        </p:spPr>
        <p:txBody>
          <a:bodyPr/>
          <a:lstStyle/>
          <a:p>
            <a:pPr defTabSz="1216660"/>
            <a:fld id="{530820CF-B880-4189-942D-D702A7CBA730}" type="datetimeFigureOut">
              <a:rPr lang="zh-CN" altLang="en-US" sz="2400" smtClean="0">
                <a:solidFill>
                  <a:prstClr val="black">
                    <a:tint val="75000"/>
                  </a:prstClr>
                </a:solidFill>
              </a:rPr>
            </a:fld>
            <a:endParaRPr lang="zh-CN" altLang="en-US" sz="2400">
              <a:solidFill>
                <a:prstClr val="black">
                  <a:tint val="75000"/>
                </a:prstClr>
              </a:solidFill>
            </a:endParaRPr>
          </a:p>
        </p:txBody>
      </p:sp>
      <p:sp>
        <p:nvSpPr>
          <p:cNvPr id="5" name="页脚占位符 4"/>
          <p:cNvSpPr>
            <a:spLocks noGrp="1"/>
          </p:cNvSpPr>
          <p:nvPr>
            <p:ph type="ftr" sz="quarter" idx="11"/>
          </p:nvPr>
        </p:nvSpPr>
        <p:spPr>
          <a:xfrm>
            <a:off x="4167228" y="6356352"/>
            <a:ext cx="3862308" cy="365125"/>
          </a:xfrm>
          <a:prstGeom prst="rect">
            <a:avLst/>
          </a:prstGeom>
        </p:spPr>
        <p:txBody>
          <a:bodyPr/>
          <a:lstStyle/>
          <a:p>
            <a:pPr defTabSz="1216660"/>
            <a:endParaRPr lang="zh-CN" altLang="en-US" sz="2400">
              <a:solidFill>
                <a:prstClr val="black">
                  <a:tint val="75000"/>
                </a:prstClr>
              </a:solidFill>
            </a:endParaRPr>
          </a:p>
        </p:txBody>
      </p:sp>
      <p:sp>
        <p:nvSpPr>
          <p:cNvPr id="6" name="灯片编号占位符 5"/>
          <p:cNvSpPr>
            <a:spLocks noGrp="1"/>
          </p:cNvSpPr>
          <p:nvPr>
            <p:ph type="sldNum" sz="quarter" idx="12"/>
          </p:nvPr>
        </p:nvSpPr>
        <p:spPr>
          <a:xfrm>
            <a:off x="8741013" y="6356352"/>
            <a:ext cx="2845912" cy="365125"/>
          </a:xfrm>
          <a:prstGeom prst="rect">
            <a:avLst/>
          </a:prstGeom>
        </p:spPr>
        <p:txBody>
          <a:bodyPr/>
          <a:lstStyle/>
          <a:p>
            <a:pPr defTabSz="1216660"/>
            <a:fld id="{0C913308-F349-4B6D-A68A-DD1791B4A57B}" type="slidenum">
              <a:rPr lang="zh-CN" altLang="en-US" sz="2400" smtClean="0">
                <a:solidFill>
                  <a:prstClr val="black">
                    <a:tint val="75000"/>
                  </a:prstClr>
                </a:solidFill>
              </a:rPr>
            </a:fld>
            <a:endParaRPr lang="zh-CN" altLang="en-US" sz="2400">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5"/>
              </a:lnSpc>
              <a:spcBef>
                <a:spcPts val="0"/>
              </a:spcBef>
              <a:buNone/>
              <a:defRPr sz="2395" b="1" baseline="0">
                <a:solidFill>
                  <a:schemeClr val="accent1">
                    <a:lumMod val="75000"/>
                  </a:schemeClr>
                </a:solidFill>
                <a:latin typeface="微软雅黑" panose="020B0503020204020204" pitchFamily="34" charset="-122"/>
                <a:ea typeface="微软雅黑" panose="020B0503020204020204" pitchFamily="34" charset="-122"/>
              </a:defRPr>
            </a:lvl1pPr>
            <a:lvl2pPr marL="593090" indent="0" algn="ctr">
              <a:buNone/>
              <a:defRPr sz="2595"/>
            </a:lvl2pPr>
            <a:lvl3pPr marL="1185545" indent="0" algn="ctr">
              <a:buNone/>
              <a:defRPr sz="2335"/>
            </a:lvl3pPr>
            <a:lvl4pPr marL="1778000" indent="0" algn="ctr">
              <a:buNone/>
              <a:defRPr sz="2075"/>
            </a:lvl4pPr>
            <a:lvl5pPr marL="2371090" indent="0" algn="ctr">
              <a:buNone/>
              <a:defRPr sz="2075"/>
            </a:lvl5pPr>
            <a:lvl6pPr marL="2963545" indent="0" algn="ctr">
              <a:buNone/>
              <a:defRPr sz="2075"/>
            </a:lvl6pPr>
            <a:lvl7pPr marL="3556635" indent="0" algn="ctr">
              <a:buNone/>
              <a:defRPr sz="2075"/>
            </a:lvl7pPr>
            <a:lvl8pPr marL="4149090" indent="0" algn="ctr">
              <a:buNone/>
              <a:defRPr sz="2075"/>
            </a:lvl8pPr>
            <a:lvl9pPr marL="4742180" indent="0" algn="ctr">
              <a:buNone/>
              <a:defRPr sz="2075"/>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6" y="1512882"/>
            <a:ext cx="10733557" cy="4690459"/>
          </a:xfrm>
          <a:prstGeom prst="rect">
            <a:avLst/>
          </a:prstGeom>
        </p:spPr>
        <p:txBody>
          <a:bodyPr lIns="0" tIns="0" rIns="0" bIns="0"/>
          <a:lstStyle>
            <a:lvl1pPr marL="179070" marR="0" indent="-167640" algn="l" defTabSz="1185545" rtl="0" eaLnBrk="1" fontAlgn="auto" latinLnBrk="0" hangingPunct="1">
              <a:lnSpc>
                <a:spcPct val="100000"/>
              </a:lnSpc>
              <a:spcBef>
                <a:spcPts val="0"/>
              </a:spcBef>
              <a:spcAft>
                <a:spcPts val="600"/>
              </a:spcAft>
              <a:buClr>
                <a:srgbClr val="000000"/>
              </a:buClr>
              <a:buSzTx/>
              <a:buFont typeface="Arial" panose="02080604020202020204" pitchFamily="34" charset="0"/>
              <a:buChar char="•"/>
              <a:tabLst>
                <a:tab pos="1205230" algn="ctr"/>
              </a:tabLst>
              <a:defRPr sz="1795" baseline="0">
                <a:solidFill>
                  <a:schemeClr val="tx1"/>
                </a:solidFill>
                <a:latin typeface="微软雅黑" panose="020B0503020204020204" pitchFamily="34" charset="-122"/>
                <a:ea typeface="微软雅黑" panose="020B0503020204020204" pitchFamily="34" charset="-122"/>
                <a:cs typeface="Arial" panose="02080604020202020204" pitchFamily="34" charset="0"/>
              </a:defRPr>
            </a:lvl1pPr>
            <a:lvl2pPr marL="328295" marR="0" indent="-167640" algn="l" defTabSz="1185545" rtl="0" eaLnBrk="1" fontAlgn="auto" latinLnBrk="0" hangingPunct="1">
              <a:lnSpc>
                <a:spcPct val="100000"/>
              </a:lnSpc>
              <a:spcBef>
                <a:spcPts val="0"/>
              </a:spcBef>
              <a:spcAft>
                <a:spcPts val="600"/>
              </a:spcAft>
              <a:buClr>
                <a:schemeClr val="tx1"/>
              </a:buClr>
              <a:buSzTx/>
              <a:buFont typeface=".AppleSystemUIFont"/>
              <a:buChar char="&gt;"/>
              <a:tabLst>
                <a:tab pos="1205230" algn="ctr"/>
              </a:tabLst>
              <a:defRPr sz="1595" baseline="0">
                <a:latin typeface="微软雅黑" panose="020B0503020204020204" pitchFamily="34" charset="-122"/>
                <a:ea typeface="微软雅黑" panose="020B0503020204020204" pitchFamily="34" charset="-122"/>
              </a:defRPr>
            </a:lvl2pPr>
            <a:lvl3pPr marL="1096645" marR="0" indent="-167640" algn="l" defTabSz="1185545" rtl="0" eaLnBrk="1" fontAlgn="auto" latinLnBrk="0" hangingPunct="1">
              <a:lnSpc>
                <a:spcPct val="100000"/>
              </a:lnSpc>
              <a:spcBef>
                <a:spcPts val="0"/>
              </a:spcBef>
              <a:spcAft>
                <a:spcPts val="600"/>
              </a:spcAft>
              <a:buClr>
                <a:schemeClr val="tx1"/>
              </a:buClr>
              <a:buSzTx/>
              <a:buFont typeface=".AppleSystemUIFont"/>
              <a:buChar char="-"/>
              <a:tabLst>
                <a:tab pos="1205230" algn="ctr"/>
              </a:tabLst>
              <a:defRPr sz="1295" baseline="0">
                <a:latin typeface="微软雅黑" panose="020B0503020204020204" pitchFamily="34" charset="-122"/>
                <a:ea typeface="微软雅黑" panose="020B0503020204020204" pitchFamily="34" charset="-122"/>
              </a:defRPr>
            </a:lvl3pPr>
            <a:lvl4pPr marL="525145" indent="-170815">
              <a:buFont typeface="Arial" panose="02080604020202020204" pitchFamily="34" charset="0"/>
              <a:buChar char="•"/>
              <a:tabLst>
                <a:tab pos="1205865" algn="ctr"/>
              </a:tabLst>
              <a:defRPr sz="1295" baseline="0"/>
            </a:lvl4pPr>
            <a:lvl5pPr marL="525145" indent="-170815">
              <a:buFont typeface="Arial" panose="02080604020202020204" pitchFamily="34" charset="0"/>
              <a:buChar char="•"/>
              <a:tabLst>
                <a:tab pos="1205865" algn="ctr"/>
              </a:tabLst>
              <a:defRPr sz="1295" baseline="0"/>
            </a:lvl5pPr>
          </a:lstStyle>
          <a:p>
            <a:pPr lvl="0"/>
            <a:r>
              <a:rPr lang="zh-CN" altLang="en-US" dirty="0"/>
              <a:t>单击此处添加文本</a:t>
            </a:r>
            <a:endParaRPr lang="en-US" dirty="0"/>
          </a:p>
          <a:p>
            <a:pPr marL="328295" marR="0" lvl="1" indent="-167640" algn="l" defTabSz="118554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5230" algn="ctr"/>
              </a:tabLst>
              <a:defRPr/>
            </a:pPr>
            <a:r>
              <a:rPr lang="zh-CN" altLang="en-US" dirty="0"/>
              <a:t>单击此处添加文本</a:t>
            </a:r>
            <a:endParaRPr lang="en-US" dirty="0"/>
          </a:p>
          <a:p>
            <a:pPr marL="1096645" marR="0" lvl="2" indent="-167640" algn="l" defTabSz="118554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5230" algn="ctr"/>
              </a:tabLst>
              <a:defRPr/>
            </a:pPr>
            <a:r>
              <a:rPr lang="zh-CN" altLang="en-US" dirty="0"/>
              <a:t>单击此处添加文本</a:t>
            </a:r>
            <a:endParaRPr lang="en-US" dirty="0"/>
          </a:p>
          <a:p>
            <a:pPr marL="1096645" marR="0" lvl="2" indent="-167640" algn="l" defTabSz="1185545" rtl="0" eaLnBrk="1" fontAlgn="auto" latinLnBrk="0" hangingPunct="1">
              <a:lnSpc>
                <a:spcPct val="100000"/>
              </a:lnSpc>
              <a:spcBef>
                <a:spcPts val="0"/>
              </a:spcBef>
              <a:spcAft>
                <a:spcPts val="600"/>
              </a:spcAft>
              <a:buClr>
                <a:schemeClr val="tx1"/>
              </a:buClr>
              <a:buSzTx/>
              <a:buFont typeface="Arial" panose="02080604020202020204" pitchFamily="34" charset="0"/>
              <a:buChar char="•"/>
              <a:tabLst>
                <a:tab pos="1205230" algn="ctr"/>
              </a:tabLst>
              <a:defRPr/>
            </a:pPr>
            <a:endParaRPr lang="en-US" altLang="zh-CN"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838201" y="365126"/>
            <a:ext cx="10520363" cy="540000"/>
          </a:xfrm>
          <a:prstGeom prst="rect">
            <a:avLst/>
          </a:prstGeom>
        </p:spPr>
        <p:txBody>
          <a:bodyPr/>
          <a:lstStyle>
            <a:lvl1pPr algn="ctr">
              <a:defRPr sz="28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838202" y="365127"/>
            <a:ext cx="10520363" cy="540000"/>
          </a:xfrm>
          <a:prstGeom prst="rect">
            <a:avLst/>
          </a:prstGeom>
        </p:spPr>
        <p:txBody>
          <a:bodyPr/>
          <a:lstStyle>
            <a:lvl1pPr algn="ctr">
              <a:defRPr sz="28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5.tiff"/><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6.tiff"/><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tiff"/><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jpeg"/><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0" Type="http://schemas.openxmlformats.org/officeDocument/2006/relationships/theme" Target="../theme/theme4.xml"/><Relationship Id="rId1"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5" Type="http://schemas.openxmlformats.org/officeDocument/2006/relationships/theme" Target="../theme/theme6.xml"/><Relationship Id="rId4" Type="http://schemas.openxmlformats.org/officeDocument/2006/relationships/image" Target="../media/image6.tiff"/><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7.xml.rels><?xml version="1.0" encoding="UTF-8" standalone="yes"?>
<Relationships xmlns="http://schemas.openxmlformats.org/package/2006/relationships"><Relationship Id="rId5" Type="http://schemas.openxmlformats.org/officeDocument/2006/relationships/theme" Target="../theme/theme7.xml"/><Relationship Id="rId4" Type="http://schemas.openxmlformats.org/officeDocument/2006/relationships/image" Target="../media/image6.tiff"/><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5" Type="http://schemas.openxmlformats.org/officeDocument/2006/relationships/theme" Target="../theme/theme8.xml"/><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wmf"/><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_rels/slideMaster9.xml.rels><?xml version="1.0" encoding="UTF-8" standalone="yes"?>
<Relationships xmlns="http://schemas.openxmlformats.org/package/2006/relationships"><Relationship Id="rId4" Type="http://schemas.openxmlformats.org/officeDocument/2006/relationships/theme" Target="../theme/theme9.xml"/><Relationship Id="rId3" Type="http://schemas.openxmlformats.org/officeDocument/2006/relationships/image" Target="../media/image15.jpeg"/><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10.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5" Type="http://schemas.openxmlformats.org/officeDocument/2006/relationships/theme" Target="../theme/theme11.xml"/><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wmf"/><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12.xml.rels><?xml version="1.0" encoding="UTF-8" standalone="yes"?>
<Relationships xmlns="http://schemas.openxmlformats.org/package/2006/relationships"><Relationship Id="rId8" Type="http://schemas.openxmlformats.org/officeDocument/2006/relationships/theme" Target="../theme/theme12.xml"/><Relationship Id="rId7" Type="http://schemas.openxmlformats.org/officeDocument/2006/relationships/image" Target="../media/image6.tiff"/><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s>
</file>

<file path=ppt/slideMasters/_rels/slideMaster13.xml.rels><?xml version="1.0" encoding="UTF-8" standalone="yes"?>
<Relationships xmlns="http://schemas.openxmlformats.org/package/2006/relationships"><Relationship Id="rId4" Type="http://schemas.openxmlformats.org/officeDocument/2006/relationships/theme" Target="../theme/theme13.xml"/><Relationship Id="rId3" Type="http://schemas.openxmlformats.org/officeDocument/2006/relationships/image" Target="../media/image6.tiff"/><Relationship Id="rId2" Type="http://schemas.openxmlformats.org/officeDocument/2006/relationships/slideLayout" Target="../slideLayouts/slideLayout64.xml"/><Relationship Id="rId1" Type="http://schemas.openxmlformats.org/officeDocument/2006/relationships/slideLayout" Target="../slideLayouts/slideLayout63.xml"/></Relationships>
</file>

<file path=ppt/slideMasters/_rels/slideMaster14.xml.rels><?xml version="1.0" encoding="UTF-8" standalone="yes"?>
<Relationships xmlns="http://schemas.openxmlformats.org/package/2006/relationships"><Relationship Id="rId4" Type="http://schemas.openxmlformats.org/officeDocument/2006/relationships/theme" Target="../theme/theme14.xml"/><Relationship Id="rId3" Type="http://schemas.openxmlformats.org/officeDocument/2006/relationships/image" Target="../media/image6.tiff"/><Relationship Id="rId2" Type="http://schemas.openxmlformats.org/officeDocument/2006/relationships/slideLayout" Target="../slideLayouts/slideLayout66.xml"/><Relationship Id="rId1"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80604020202020204" pitchFamily="34" charset="0"/>
          <a:ea typeface="微软雅黑" panose="020B0503020204020204" pitchFamily="34" charset="-122"/>
          <a:cs typeface="Arial" panose="0208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80604020202020204" pitchFamily="34" charset="0"/>
          <a:ea typeface="+mn-ea"/>
          <a:cs typeface="Arial" panose="0208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80604020202020204" pitchFamily="34" charset="0"/>
          <a:ea typeface="+mn-ea"/>
          <a:cs typeface="Arial" panose="0208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80604020202020204" pitchFamily="34" charset="0"/>
          <a:ea typeface="+mn-ea"/>
          <a:cs typeface="Arial" panose="0208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80604020202020204" pitchFamily="34" charset="0"/>
          <a:ea typeface="+mn-ea"/>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1D1D1B"/>
                </a:solidFill>
                <a:effectLst/>
                <a:uLnTx/>
                <a:uFillTx/>
                <a:latin typeface="Arial" panose="02080604020202020204" pitchFamily="34" charset="0"/>
                <a:ea typeface="等线" panose="02010600030101010101" pitchFamily="2" charset="-122"/>
                <a:cs typeface="Arial" panose="02080604020202020204" pitchFamily="34" charset="0"/>
              </a:rPr>
              <a:t>Huawei Proprietary - Restricted Distribution</a:t>
            </a:r>
            <a:endParaRPr kumimoji="0" lang="en-US" sz="900" b="0" i="0" u="none" strike="noStrike" kern="1200" cap="none" spc="0" normalizeH="0" baseline="0" noProof="0" dirty="0">
              <a:ln>
                <a:noFill/>
              </a:ln>
              <a:solidFill>
                <a:srgbClr val="1D1D1B"/>
              </a:solidFill>
              <a:effectLst/>
              <a:uLnTx/>
              <a:uFillTx/>
              <a:latin typeface="Arial" panose="02080604020202020204" pitchFamily="34" charset="0"/>
              <a:ea typeface="+mn-ea"/>
              <a:cs typeface="Arial" panose="0208060402020202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kumimoji="0" lang="en-US" sz="900" b="0" i="0" u="none" strike="noStrike" kern="1200" cap="none" spc="0" normalizeH="0" baseline="0" noProof="0" smtClean="0">
                <a:ln>
                  <a:noFill/>
                </a:ln>
                <a:solidFill>
                  <a:srgbClr val="1D1D1B"/>
                </a:solidFill>
                <a:effectLst/>
                <a:uLnTx/>
                <a:uFillTx/>
                <a:latin typeface="Arial" panose="02080604020202020204" pitchFamily="34" charset="0"/>
                <a:ea typeface="+mn-ea"/>
                <a:cs typeface="Arial" panose="02080604020202020204" pitchFamily="34" charset="0"/>
              </a:rPr>
            </a:fld>
            <a:endParaRPr kumimoji="0" lang="en-US" sz="900" b="0" i="0" u="none" strike="noStrike" kern="1200" cap="none" spc="0" normalizeH="0" baseline="0" noProof="0" dirty="0">
              <a:ln>
                <a:noFill/>
              </a:ln>
              <a:solidFill>
                <a:srgbClr val="1D1D1B"/>
              </a:solidFill>
              <a:effectLst/>
              <a:uLnTx/>
              <a:uFillTx/>
              <a:latin typeface="Arial" panose="02080604020202020204" pitchFamily="34" charset="0"/>
              <a:ea typeface="+mn-ea"/>
              <a:cs typeface="Arial" panose="0208060402020202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196/0/84</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公司辅助色</a:t>
              </a:r>
              <a:endParaRPr kumimoji="1"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公司色</a:t>
              </a:r>
              <a:endParaRPr kumimoji="1"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127/0/1</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52/200/0</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a:t>
              </a:r>
              <a:b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0/0/0</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 </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89/87/87</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137/137/</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137</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RGB</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181/181/</a:t>
              </a:r>
              <a:b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rPr>
                <a:t>181</a:t>
              </a:r>
              <a:endParaRPr kumimoji="1" lang="en-US" altLang="zh-CN" sz="500" b="1" i="0" u="none" strike="noStrike" kern="1200" cap="none" spc="0" normalizeH="0" baseline="0" noProof="0" dirty="0">
                <a:ln>
                  <a:noFill/>
                </a:ln>
                <a:solidFill>
                  <a:srgbClr val="FFFFFF"/>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221</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RGB</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255/255/</a:t>
              </a:r>
              <a:b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br>
              <a:r>
                <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rPr>
                <a:t>255</a:t>
              </a:r>
              <a:endParaRPr kumimoji="1" lang="en-US" altLang="zh-CN" sz="500" b="1" i="0" u="none" strike="noStrike" kern="1200" cap="none" spc="0" normalizeH="0" baseline="0" noProof="0" dirty="0">
                <a:ln>
                  <a:noFill/>
                </a:ln>
                <a:solidFill>
                  <a:srgbClr val="595757"/>
                </a:solidFill>
                <a:effectLst/>
                <a:uLnTx/>
                <a:uFillTx/>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cxnSp>
        <p:nvCxnSpPr>
          <p:cNvPr id="46" name="Straight Connector 6"/>
          <p:cNvCxnSpPr/>
          <p:nvPr userDrawn="1"/>
        </p:nvCxnSpPr>
        <p:spPr bwMode="auto">
          <a:xfrm>
            <a:off x="1" y="651372"/>
            <a:ext cx="12196763" cy="5928"/>
          </a:xfrm>
          <a:prstGeom prst="line">
            <a:avLst/>
          </a:prstGeom>
          <a:noFill/>
          <a:ln w="38100">
            <a:solidFill>
              <a:srgbClr val="C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8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8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8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5"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8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8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mn-lt"/>
                <a:cs typeface="Arial" panose="02080604020202020204" pitchFamily="34" charset="0"/>
              </a:rPr>
              <a:t>The information in this document may contain predictive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statements including, without limitation, statements regarding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the future financial and operating results, future product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portfolio, new technology, etc. There are a number of factors that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could cause actual results and developments to differ materially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from those expressed or implied in the predictive statements.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Therefore, such information is provided for reference purpose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only and constitutes neither an offer nor an acceptance. Huawei </a:t>
            </a:r>
            <a:br>
              <a:rPr kumimoji="1" lang="en-US" altLang="zh-CN" sz="850" baseline="0" dirty="0">
                <a:solidFill>
                  <a:srgbClr val="1D1D1B"/>
                </a:solidFill>
                <a:latin typeface="+mn-lt"/>
                <a:cs typeface="Arial" panose="02080604020202020204" pitchFamily="34" charset="0"/>
              </a:rPr>
            </a:br>
            <a:r>
              <a:rPr kumimoji="1" lang="en-US" altLang="zh-CN" sz="850" baseline="0" dirty="0">
                <a:solidFill>
                  <a:srgbClr val="1D1D1B"/>
                </a:solidFill>
                <a:latin typeface="+mn-lt"/>
                <a:cs typeface="Arial" panose="02080604020202020204" pitchFamily="34" charset="0"/>
              </a:rPr>
              <a:t>may change the information at any time without notice. </a:t>
            </a:r>
            <a:endParaRPr kumimoji="1" lang="en-US" altLang="zh-CN" sz="850" baseline="0" dirty="0">
              <a:solidFill>
                <a:srgbClr val="1D1D1B"/>
              </a:solidFill>
              <a:latin typeface="+mn-lt"/>
              <a:cs typeface="Arial" panose="02080604020202020204" pitchFamily="34" charset="0"/>
            </a:endParaRPr>
          </a:p>
          <a:p>
            <a:pPr>
              <a:lnSpc>
                <a:spcPts val="1065"/>
              </a:lnSpc>
            </a:pPr>
            <a:endParaRPr kumimoji="1" lang="zh-CN" altLang="en-US" sz="780" dirty="0">
              <a:solidFill>
                <a:srgbClr val="1D1D1B"/>
              </a:solidFill>
              <a:latin typeface="+mn-lt"/>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8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8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把数字世界带入每个人、每个家庭、</a:t>
            </a:r>
            <a:br>
              <a:rPr kumimoji="1" lang="en-US" altLang="zh-CN"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b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每个组织，构建万物互联的智能世界。</a:t>
            </a:r>
            <a:endPar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8060402020202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8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8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dirty="0">
                <a:solidFill>
                  <a:srgbClr val="1D1D1B"/>
                </a:solidFill>
                <a:latin typeface="+mn-lt"/>
                <a:cs typeface="Arial" panose="02080604020202020204" pitchFamily="34" charset="0"/>
              </a:rPr>
              <a:t>Bring digital to every person, home and </a:t>
            </a:r>
            <a:br>
              <a:rPr kumimoji="1" lang="en-US" altLang="zh-CN" sz="1200" dirty="0">
                <a:solidFill>
                  <a:srgbClr val="1D1D1B"/>
                </a:solidFill>
                <a:latin typeface="+mn-lt"/>
                <a:cs typeface="Arial" panose="02080604020202020204" pitchFamily="34" charset="0"/>
              </a:rPr>
            </a:br>
            <a:r>
              <a:rPr kumimoji="1" lang="en-US" altLang="zh-CN" sz="1200" dirty="0">
                <a:solidFill>
                  <a:srgbClr val="1D1D1B"/>
                </a:solidFill>
                <a:latin typeface="+mn-lt"/>
                <a:cs typeface="Arial" panose="02080604020202020204" pitchFamily="34" charset="0"/>
              </a:rPr>
              <a:t>organization for a fully connected, </a:t>
            </a:r>
            <a:br>
              <a:rPr kumimoji="1" lang="en-US" altLang="zh-CN" sz="1200" dirty="0">
                <a:solidFill>
                  <a:srgbClr val="1D1D1B"/>
                </a:solidFill>
                <a:latin typeface="+mn-lt"/>
                <a:cs typeface="Arial" panose="02080604020202020204" pitchFamily="34" charset="0"/>
              </a:rPr>
            </a:br>
            <a:r>
              <a:rPr kumimoji="1" lang="en-US" altLang="zh-CN" sz="1200" dirty="0">
                <a:solidFill>
                  <a:srgbClr val="1D1D1B"/>
                </a:solidFill>
                <a:latin typeface="+mn-lt"/>
                <a:cs typeface="Arial" panose="02080604020202020204" pitchFamily="34" charset="0"/>
              </a:rPr>
              <a:t>intelligent world.</a:t>
            </a:r>
            <a:endParaRPr kumimoji="1" lang="zh-CN" altLang="en-US" sz="1200" dirty="0">
              <a:solidFill>
                <a:srgbClr val="1D1D1B"/>
              </a:solidFill>
              <a:latin typeface="+mn-lt"/>
              <a:ea typeface="微软雅黑" panose="020B0503020204020204" pitchFamily="34" charset="-122"/>
              <a:cs typeface="微软雅黑" panose="020B0503020204020204" pitchFamily="34" charset="-122"/>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Lst>
  <p:hf hdr="0" ftr="0" dt="0"/>
  <p:txStyles>
    <p:titleStyle>
      <a:lvl1pPr algn="l" defTabSz="1188085" rtl="0" eaLnBrk="1" latinLnBrk="0" hangingPunct="1">
        <a:lnSpc>
          <a:spcPct val="90000"/>
        </a:lnSpc>
        <a:spcBef>
          <a:spcPct val="0"/>
        </a:spcBef>
        <a:buNone/>
        <a:defRPr sz="5000" b="0" kern="1200">
          <a:solidFill>
            <a:schemeClr val="tx1"/>
          </a:solidFill>
          <a:latin typeface="Arial" panose="02080604020202020204" pitchFamily="34" charset="0"/>
          <a:ea typeface="微软雅黑" panose="020B0503020204020204" pitchFamily="34" charset="-122"/>
          <a:cs typeface="Arial" panose="02080604020202020204" pitchFamily="34" charset="0"/>
        </a:defRPr>
      </a:lvl1pPr>
    </p:titleStyle>
    <p:bodyStyle>
      <a:lvl1pPr marL="0" indent="0" algn="l" defTabSz="1188085" rtl="0" eaLnBrk="1" latinLnBrk="0" hangingPunct="1">
        <a:lnSpc>
          <a:spcPct val="90000"/>
        </a:lnSpc>
        <a:spcBef>
          <a:spcPts val="1300"/>
        </a:spcBef>
        <a:buFont typeface="Arial" panose="0208060402020202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8085" rtl="0" eaLnBrk="1" latinLnBrk="0" hangingPunct="1">
        <a:lnSpc>
          <a:spcPct val="90000"/>
        </a:lnSpc>
        <a:spcBef>
          <a:spcPts val="650"/>
        </a:spcBef>
        <a:buFont typeface="Arial" panose="0208060402020202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8060402020202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8060402020202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8060402020202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pic>
        <p:nvPicPr>
          <p:cNvPr id="3074" name="Picture 96" descr="PPT胶片内页元素-16比9"/>
          <p:cNvPicPr>
            <a:picLocks noChangeAspect="1" noChangeArrowheads="1"/>
          </p:cNvPicPr>
          <p:nvPr/>
        </p:nvPicPr>
        <p:blipFill>
          <a:blip r:embed="rId6" cstate="email"/>
          <a:srcRect/>
          <a:stretch>
            <a:fillRect/>
          </a:stretch>
        </p:blipFill>
        <p:spPr bwMode="auto">
          <a:xfrm>
            <a:off x="0" y="0"/>
            <a:ext cx="12195176" cy="6858000"/>
          </a:xfrm>
          <a:prstGeom prst="rect">
            <a:avLst/>
          </a:prstGeom>
          <a:noFill/>
          <a:ln w="9525">
            <a:noFill/>
            <a:miter lim="800000"/>
            <a:headEnd/>
            <a:tailEnd/>
          </a:ln>
        </p:spPr>
      </p:pic>
      <p:grpSp>
        <p:nvGrpSpPr>
          <p:cNvPr id="3" name="组合 21"/>
          <p:cNvGrpSpPr/>
          <p:nvPr/>
        </p:nvGrpSpPr>
        <p:grpSpPr bwMode="auto">
          <a:xfrm>
            <a:off x="1" y="6216651"/>
            <a:ext cx="12196763" cy="635000"/>
            <a:chOff x="0" y="3920"/>
            <a:chExt cx="7682" cy="400"/>
          </a:xfrm>
        </p:grpSpPr>
        <p:pic>
          <p:nvPicPr>
            <p:cNvPr id="3081" name="图片 22" descr="图片1"/>
            <p:cNvPicPr>
              <a:picLocks noChangeAspect="1" noChangeArrowheads="1"/>
            </p:cNvPicPr>
            <p:nvPr userDrawn="1"/>
          </p:nvPicPr>
          <p:blipFill>
            <a:blip r:embed="rId7" cstate="email"/>
            <a:srcRect/>
            <a:stretch>
              <a:fillRect/>
            </a:stretch>
          </p:blipFill>
          <p:spPr bwMode="auto">
            <a:xfrm>
              <a:off x="0" y="3920"/>
              <a:ext cx="5760" cy="400"/>
            </a:xfrm>
            <a:prstGeom prst="rect">
              <a:avLst/>
            </a:prstGeom>
            <a:noFill/>
            <a:ln w="9525">
              <a:noFill/>
              <a:miter lim="800000"/>
              <a:headEnd/>
              <a:tailEnd/>
            </a:ln>
          </p:spPr>
        </p:pic>
        <p:pic>
          <p:nvPicPr>
            <p:cNvPr id="3082" name="图片 23" descr="图片1"/>
            <p:cNvPicPr>
              <a:picLocks noChangeAspect="1" noChangeArrowheads="1"/>
            </p:cNvPicPr>
            <p:nvPr userDrawn="1"/>
          </p:nvPicPr>
          <p:blipFill>
            <a:blip r:embed="rId7" cstate="email"/>
            <a:srcRect/>
            <a:stretch>
              <a:fillRect/>
            </a:stretch>
          </p:blipFill>
          <p:spPr bwMode="auto">
            <a:xfrm>
              <a:off x="1539" y="3920"/>
              <a:ext cx="5760" cy="400"/>
            </a:xfrm>
            <a:prstGeom prst="rect">
              <a:avLst/>
            </a:prstGeom>
            <a:noFill/>
            <a:ln w="9525">
              <a:noFill/>
              <a:miter lim="800000"/>
              <a:headEnd/>
              <a:tailEnd/>
            </a:ln>
          </p:spPr>
        </p:pic>
        <p:pic>
          <p:nvPicPr>
            <p:cNvPr id="3083" name="图片 24" descr="图片1"/>
            <p:cNvPicPr>
              <a:picLocks noChangeAspect="1" noChangeArrowheads="1"/>
            </p:cNvPicPr>
            <p:nvPr userDrawn="1"/>
          </p:nvPicPr>
          <p:blipFill>
            <a:blip r:embed="rId8" cstate="email"/>
            <a:srcRect/>
            <a:stretch>
              <a:fillRect/>
            </a:stretch>
          </p:blipFill>
          <p:spPr bwMode="auto">
            <a:xfrm rot="10800000">
              <a:off x="6619" y="3920"/>
              <a:ext cx="1063" cy="400"/>
            </a:xfrm>
            <a:prstGeom prst="rect">
              <a:avLst/>
            </a:prstGeom>
            <a:noFill/>
            <a:ln w="9525">
              <a:noFill/>
              <a:miter lim="800000"/>
              <a:headEnd/>
              <a:tailEnd/>
            </a:ln>
          </p:spPr>
        </p:pic>
      </p:grpSp>
      <p:sp>
        <p:nvSpPr>
          <p:cNvPr id="1084441" name="文本框 25"/>
          <p:cNvSpPr txBox="1">
            <a:spLocks noChangeArrowheads="1"/>
          </p:cNvSpPr>
          <p:nvPr/>
        </p:nvSpPr>
        <p:spPr bwMode="auto">
          <a:xfrm>
            <a:off x="870065" y="6457953"/>
            <a:ext cx="2784839" cy="263525"/>
          </a:xfrm>
          <a:prstGeom prst="rect">
            <a:avLst/>
          </a:prstGeom>
          <a:noFill/>
          <a:ln>
            <a:noFill/>
          </a:ln>
        </p:spPr>
        <p:txBody>
          <a:bodyPr wrap="none" lIns="78288" tIns="39148" rIns="78288" bIns="39148">
            <a:spAutoFit/>
          </a:bodyPr>
          <a:lstStyle>
            <a:lvl1pPr defTabSz="784225">
              <a:defRPr>
                <a:solidFill>
                  <a:schemeClr val="tx1"/>
                </a:solidFill>
                <a:latin typeface="Arial" panose="02080604020202020204" pitchFamily="34" charset="0"/>
                <a:ea typeface="宋体" pitchFamily="2" charset="-122"/>
              </a:defRPr>
            </a:lvl1pPr>
            <a:lvl2pPr marL="392430" defTabSz="784225">
              <a:defRPr>
                <a:solidFill>
                  <a:schemeClr val="tx1"/>
                </a:solidFill>
                <a:latin typeface="Arial" panose="02080604020202020204" pitchFamily="34" charset="0"/>
                <a:ea typeface="宋体" pitchFamily="2" charset="-122"/>
              </a:defRPr>
            </a:lvl2pPr>
            <a:lvl3pPr marL="784225" defTabSz="784225">
              <a:defRPr>
                <a:solidFill>
                  <a:schemeClr val="tx1"/>
                </a:solidFill>
                <a:latin typeface="Arial" panose="02080604020202020204" pitchFamily="34" charset="0"/>
                <a:ea typeface="宋体" pitchFamily="2" charset="-122"/>
              </a:defRPr>
            </a:lvl3pPr>
            <a:lvl4pPr marL="1174750" defTabSz="784225">
              <a:defRPr>
                <a:solidFill>
                  <a:schemeClr val="tx1"/>
                </a:solidFill>
                <a:latin typeface="Arial" panose="02080604020202020204" pitchFamily="34" charset="0"/>
                <a:ea typeface="宋体" pitchFamily="2" charset="-122"/>
              </a:defRPr>
            </a:lvl4pPr>
            <a:lvl5pPr marL="1567180" defTabSz="784225">
              <a:defRPr>
                <a:solidFill>
                  <a:schemeClr val="tx1"/>
                </a:solidFill>
                <a:latin typeface="Arial" panose="02080604020202020204" pitchFamily="34" charset="0"/>
                <a:ea typeface="宋体" pitchFamily="2" charset="-122"/>
              </a:defRPr>
            </a:lvl5pPr>
            <a:lvl6pPr marL="2024380" defTabSz="784225" fontAlgn="base">
              <a:spcBef>
                <a:spcPct val="0"/>
              </a:spcBef>
              <a:spcAft>
                <a:spcPct val="0"/>
              </a:spcAft>
              <a:defRPr>
                <a:solidFill>
                  <a:schemeClr val="tx1"/>
                </a:solidFill>
                <a:latin typeface="Arial" panose="02080604020202020204" pitchFamily="34" charset="0"/>
                <a:ea typeface="宋体" pitchFamily="2" charset="-122"/>
              </a:defRPr>
            </a:lvl6pPr>
            <a:lvl7pPr marL="2481580" defTabSz="784225" fontAlgn="base">
              <a:spcBef>
                <a:spcPct val="0"/>
              </a:spcBef>
              <a:spcAft>
                <a:spcPct val="0"/>
              </a:spcAft>
              <a:defRPr>
                <a:solidFill>
                  <a:schemeClr val="tx1"/>
                </a:solidFill>
                <a:latin typeface="Arial" panose="02080604020202020204" pitchFamily="34" charset="0"/>
                <a:ea typeface="宋体" pitchFamily="2" charset="-122"/>
              </a:defRPr>
            </a:lvl7pPr>
            <a:lvl8pPr marL="2938780" defTabSz="784225" fontAlgn="base">
              <a:spcBef>
                <a:spcPct val="0"/>
              </a:spcBef>
              <a:spcAft>
                <a:spcPct val="0"/>
              </a:spcAft>
              <a:defRPr>
                <a:solidFill>
                  <a:schemeClr val="tx1"/>
                </a:solidFill>
                <a:latin typeface="Arial" panose="02080604020202020204" pitchFamily="34" charset="0"/>
                <a:ea typeface="宋体" pitchFamily="2" charset="-122"/>
              </a:defRPr>
            </a:lvl8pPr>
            <a:lvl9pPr marL="3395980" defTabSz="784225" fontAlgn="base">
              <a:spcBef>
                <a:spcPct val="0"/>
              </a:spcBef>
              <a:spcAft>
                <a:spcPct val="0"/>
              </a:spcAft>
              <a:defRPr>
                <a:solidFill>
                  <a:schemeClr val="tx1"/>
                </a:solidFill>
                <a:latin typeface="Arial" panose="02080604020202020204" pitchFamily="34" charset="0"/>
                <a:ea typeface="宋体" pitchFamily="2" charset="-122"/>
              </a:defRPr>
            </a:lvl9pPr>
          </a:lstStyle>
          <a:p>
            <a:pPr eaLnBrk="0" hangingPunct="0">
              <a:defRPr/>
            </a:pPr>
            <a:r>
              <a:rPr lang="en-US" altLang="zh-CN" sz="1200" dirty="0">
                <a:solidFill>
                  <a:prstClr val="black"/>
                </a:solidFill>
                <a:ea typeface="MS PGothic" pitchFamily="34" charset="-128"/>
              </a:rPr>
              <a:t>HUAWEI TECHNOLOGIES CO., LTD.</a:t>
            </a:r>
            <a:endParaRPr lang="en-US" altLang="zh-CN" sz="1200" dirty="0">
              <a:solidFill>
                <a:prstClr val="black"/>
              </a:solidFill>
              <a:ea typeface="MS PGothic" pitchFamily="34" charset="-128"/>
            </a:endParaRPr>
          </a:p>
        </p:txBody>
      </p:sp>
      <p:sp>
        <p:nvSpPr>
          <p:cNvPr id="1084442" name="矩形 26"/>
          <p:cNvSpPr>
            <a:spLocks noChangeArrowheads="1"/>
          </p:cNvSpPr>
          <p:nvPr/>
        </p:nvSpPr>
        <p:spPr bwMode="auto">
          <a:xfrm>
            <a:off x="7911543" y="6396041"/>
            <a:ext cx="1409884" cy="1101725"/>
          </a:xfrm>
          <a:prstGeom prst="rect">
            <a:avLst/>
          </a:prstGeom>
          <a:noFill/>
          <a:ln>
            <a:noFill/>
          </a:ln>
          <a:effectLst/>
        </p:spPr>
        <p:txBody>
          <a:bodyPr lIns="0" tIns="0" rIns="0" bIns="0"/>
          <a:lstStyle/>
          <a:p>
            <a:pPr defTabSz="783590" eaLnBrk="0" hangingPunct="0">
              <a:lnSpc>
                <a:spcPct val="85000"/>
              </a:lnSpc>
              <a:defRPr/>
            </a:pPr>
            <a:endParaRPr lang="de-DE" altLang="zh-CN" sz="900" b="0" dirty="0">
              <a:solidFill>
                <a:prstClr val="black"/>
              </a:solidFill>
              <a:latin typeface="Arial" panose="02080604020202020204" pitchFamily="34" charset="0"/>
              <a:ea typeface="MS PGothic" pitchFamily="34" charset="-128"/>
            </a:endParaRPr>
          </a:p>
          <a:p>
            <a:pPr defTabSz="783590" eaLnBrk="0" hangingPunct="0">
              <a:lnSpc>
                <a:spcPct val="85000"/>
              </a:lnSpc>
              <a:defRPr/>
            </a:pPr>
            <a:r>
              <a:rPr lang="de-DE" altLang="zh-CN" sz="900" b="0" dirty="0">
                <a:solidFill>
                  <a:prstClr val="black"/>
                </a:solidFill>
                <a:latin typeface="Arial" panose="02080604020202020204" pitchFamily="34" charset="0"/>
                <a:ea typeface="MS PGothic" pitchFamily="34" charset="-128"/>
              </a:rPr>
              <a:t>Page </a:t>
            </a:r>
            <a:fld id="{C48DBDC2-682D-463A-AA4D-A5019FBF26F4}" type="slidenum">
              <a:rPr lang="de-DE" altLang="zh-CN" sz="900" b="0">
                <a:solidFill>
                  <a:prstClr val="black"/>
                </a:solidFill>
                <a:latin typeface="Arial" panose="02080604020202020204" pitchFamily="34" charset="0"/>
                <a:ea typeface="MS PGothic" pitchFamily="34" charset="-128"/>
              </a:rPr>
            </a:fld>
            <a:endParaRPr lang="en-GB" altLang="zh-CN" sz="900" b="0" dirty="0">
              <a:solidFill>
                <a:prstClr val="black"/>
              </a:solidFill>
              <a:latin typeface="Arial" panose="02080604020202020204" pitchFamily="34" charset="0"/>
              <a:ea typeface="MS PGothic" pitchFamily="34" charset="-128"/>
            </a:endParaRPr>
          </a:p>
        </p:txBody>
      </p:sp>
      <p:sp>
        <p:nvSpPr>
          <p:cNvPr id="3078" name="矩形 28"/>
          <p:cNvSpPr>
            <a:spLocks noGrp="1" noChangeArrowheads="1"/>
          </p:cNvSpPr>
          <p:nvPr>
            <p:ph type="title"/>
          </p:nvPr>
        </p:nvSpPr>
        <p:spPr bwMode="auto">
          <a:xfrm>
            <a:off x="1" y="146080"/>
            <a:ext cx="10977404" cy="505292"/>
          </a:xfrm>
          <a:prstGeom prst="rect">
            <a:avLst/>
          </a:prstGeom>
          <a:noFill/>
          <a:ln w="9525">
            <a:noFill/>
            <a:miter lim="800000"/>
          </a:ln>
        </p:spPr>
        <p:txBody>
          <a:bodyPr vert="horz" wrap="square" lIns="91361" tIns="45680" rIns="91361" bIns="45680" numCol="1" anchor="ctr" anchorCtr="0" compatLnSpc="1"/>
          <a:lstStyle/>
          <a:p>
            <a:pPr lvl="0"/>
            <a:r>
              <a:rPr lang="zh-CN" altLang="en-US" dirty="0"/>
              <a:t>单击此处编辑母版标题样式</a:t>
            </a:r>
            <a:endParaRPr lang="zh-CN" altLang="en-US" dirty="0"/>
          </a:p>
        </p:txBody>
      </p:sp>
      <p:sp>
        <p:nvSpPr>
          <p:cNvPr id="2" name="矩形​​ 1"/>
          <p:cNvSpPr/>
          <p:nvPr/>
        </p:nvSpPr>
        <p:spPr bwMode="auto">
          <a:xfrm>
            <a:off x="10661452" y="6218238"/>
            <a:ext cx="730345" cy="639763"/>
          </a:xfrm>
          <a:prstGeom prst="rect">
            <a:avLst/>
          </a:prstGeom>
          <a:solidFill>
            <a:srgbClr val="E4E4E4"/>
          </a:solidFill>
          <a:ln>
            <a:noFill/>
          </a:ln>
          <a:effectLst/>
        </p:spPr>
        <p:txBody>
          <a:bodyPr lIns="91361" tIns="45680" rIns="91361" bIns="45680"/>
          <a:lstStyle/>
          <a:p>
            <a:pPr>
              <a:buClr>
                <a:srgbClr val="CC9900"/>
              </a:buClr>
              <a:buFont typeface="Wingdings" panose="05000000000000000000" pitchFamily="2" charset="2"/>
              <a:buChar char="n"/>
              <a:defRPr/>
            </a:pPr>
            <a:endParaRPr lang="zh-CN" altLang="en-US" sz="1800">
              <a:solidFill>
                <a:prstClr val="black"/>
              </a:solidFill>
              <a:ea typeface="宋体" pitchFamily="2" charset="-122"/>
            </a:endParaRPr>
          </a:p>
        </p:txBody>
      </p:sp>
      <p:pic>
        <p:nvPicPr>
          <p:cNvPr id="3080" name="图片 27" descr="图片3副本"/>
          <p:cNvPicPr>
            <a:picLocks noChangeAspect="1" noChangeArrowheads="1"/>
          </p:cNvPicPr>
          <p:nvPr/>
        </p:nvPicPr>
        <p:blipFill>
          <a:blip r:embed="rId9" cstate="email"/>
          <a:srcRect/>
          <a:stretch>
            <a:fillRect/>
          </a:stretch>
        </p:blipFill>
        <p:spPr bwMode="auto">
          <a:xfrm>
            <a:off x="10183552" y="6386522"/>
            <a:ext cx="1295569" cy="307975"/>
          </a:xfrm>
          <a:prstGeom prst="rect">
            <a:avLst/>
          </a:prstGeom>
          <a:noFill/>
          <a:ln w="9525">
            <a:noFill/>
            <a:miter lim="800000"/>
            <a:headEnd/>
            <a:tailEnd/>
          </a:ln>
        </p:spPr>
      </p:pic>
      <p:cxnSp>
        <p:nvCxnSpPr>
          <p:cNvPr id="12" name="Straight Connector 6"/>
          <p:cNvCxnSpPr/>
          <p:nvPr userDrawn="1"/>
        </p:nvCxnSpPr>
        <p:spPr bwMode="auto">
          <a:xfrm>
            <a:off x="1" y="651372"/>
            <a:ext cx="12196763" cy="5928"/>
          </a:xfrm>
          <a:prstGeom prst="line">
            <a:avLst/>
          </a:prstGeom>
          <a:noFill/>
          <a:ln w="38100">
            <a:solidFill>
              <a:srgbClr val="C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transition>
    <p:fade thruBlk="1"/>
  </p:transition>
  <p:hf sldNum="0" hdr="0" ftr="0"/>
  <p:txStyles>
    <p:titleStyle>
      <a:lvl1pPr algn="l" rtl="0" eaLnBrk="0" fontAlgn="base" hangingPunct="0">
        <a:spcBef>
          <a:spcPct val="0"/>
        </a:spcBef>
        <a:spcAft>
          <a:spcPct val="0"/>
        </a:spcAft>
        <a:defRPr sz="2800" b="1">
          <a:solidFill>
            <a:srgbClr val="990000"/>
          </a:solidFill>
          <a:latin typeface="Arial" panose="02080604020202020204" pitchFamily="34" charset="0"/>
          <a:ea typeface="+mj-ea"/>
          <a:cs typeface="Arial" panose="02080604020202020204" pitchFamily="34" charset="0"/>
        </a:defRPr>
      </a:lvl1pPr>
      <a:lvl2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2pPr>
      <a:lvl3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3pPr>
      <a:lvl4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4pPr>
      <a:lvl5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5pPr>
      <a:lvl6pPr marL="456565" algn="l" rtl="0" fontAlgn="base">
        <a:spcBef>
          <a:spcPct val="0"/>
        </a:spcBef>
        <a:spcAft>
          <a:spcPct val="0"/>
        </a:spcAft>
        <a:defRPr sz="2900" b="1">
          <a:solidFill>
            <a:srgbClr val="990000"/>
          </a:solidFill>
          <a:latin typeface="Arial" panose="02080604020202020204" pitchFamily="34" charset="0"/>
          <a:ea typeface="黑体" pitchFamily="2" charset="-122"/>
        </a:defRPr>
      </a:lvl6pPr>
      <a:lvl7pPr marL="913765" algn="l" rtl="0" fontAlgn="base">
        <a:spcBef>
          <a:spcPct val="0"/>
        </a:spcBef>
        <a:spcAft>
          <a:spcPct val="0"/>
        </a:spcAft>
        <a:defRPr sz="2900" b="1">
          <a:solidFill>
            <a:srgbClr val="990000"/>
          </a:solidFill>
          <a:latin typeface="Arial" panose="02080604020202020204" pitchFamily="34" charset="0"/>
          <a:ea typeface="黑体" pitchFamily="2" charset="-122"/>
        </a:defRPr>
      </a:lvl7pPr>
      <a:lvl8pPr marL="1370330" algn="l" rtl="0" fontAlgn="base">
        <a:spcBef>
          <a:spcPct val="0"/>
        </a:spcBef>
        <a:spcAft>
          <a:spcPct val="0"/>
        </a:spcAft>
        <a:defRPr sz="2900" b="1">
          <a:solidFill>
            <a:srgbClr val="990000"/>
          </a:solidFill>
          <a:latin typeface="Arial" panose="02080604020202020204" pitchFamily="34" charset="0"/>
          <a:ea typeface="黑体" pitchFamily="2" charset="-122"/>
        </a:defRPr>
      </a:lvl8pPr>
      <a:lvl9pPr marL="1827530" algn="l" rtl="0" fontAlgn="base">
        <a:spcBef>
          <a:spcPct val="0"/>
        </a:spcBef>
        <a:spcAft>
          <a:spcPct val="0"/>
        </a:spcAft>
        <a:defRPr sz="2900" b="1">
          <a:solidFill>
            <a:srgbClr val="990000"/>
          </a:solidFill>
          <a:latin typeface="Arial" panose="02080604020202020204" pitchFamily="34" charset="0"/>
          <a:ea typeface="黑体" pitchFamily="2" charset="-122"/>
        </a:defRPr>
      </a:lvl9pPr>
    </p:titleStyle>
    <p:body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3765" rtl="0" eaLnBrk="1" latinLnBrk="0" hangingPunct="1">
        <a:defRPr sz="1700" kern="1200">
          <a:solidFill>
            <a:schemeClr val="tx1"/>
          </a:solidFill>
          <a:latin typeface="+mn-lt"/>
          <a:ea typeface="+mn-ea"/>
          <a:cs typeface="+mn-cs"/>
        </a:defRPr>
      </a:lvl1pPr>
      <a:lvl2pPr marL="456565" algn="l" defTabSz="913765" rtl="0" eaLnBrk="1" latinLnBrk="0" hangingPunct="1">
        <a:defRPr sz="1700" kern="1200">
          <a:solidFill>
            <a:schemeClr val="tx1"/>
          </a:solidFill>
          <a:latin typeface="+mn-lt"/>
          <a:ea typeface="+mn-ea"/>
          <a:cs typeface="+mn-cs"/>
        </a:defRPr>
      </a:lvl2pPr>
      <a:lvl3pPr marL="913765" algn="l" defTabSz="913765" rtl="0" eaLnBrk="1" latinLnBrk="0" hangingPunct="1">
        <a:defRPr sz="1700" kern="1200">
          <a:solidFill>
            <a:schemeClr val="tx1"/>
          </a:solidFill>
          <a:latin typeface="+mn-lt"/>
          <a:ea typeface="+mn-ea"/>
          <a:cs typeface="+mn-cs"/>
        </a:defRPr>
      </a:lvl3pPr>
      <a:lvl4pPr marL="1370330" algn="l" defTabSz="913765" rtl="0" eaLnBrk="1" latinLnBrk="0" hangingPunct="1">
        <a:defRPr sz="1700" kern="1200">
          <a:solidFill>
            <a:schemeClr val="tx1"/>
          </a:solidFill>
          <a:latin typeface="+mn-lt"/>
          <a:ea typeface="+mn-ea"/>
          <a:cs typeface="+mn-cs"/>
        </a:defRPr>
      </a:lvl4pPr>
      <a:lvl5pPr marL="1827530" algn="l" defTabSz="913765" rtl="0" eaLnBrk="1" latinLnBrk="0" hangingPunct="1">
        <a:defRPr sz="1700" kern="1200">
          <a:solidFill>
            <a:schemeClr val="tx1"/>
          </a:solidFill>
          <a:latin typeface="+mn-lt"/>
          <a:ea typeface="+mn-ea"/>
          <a:cs typeface="+mn-cs"/>
        </a:defRPr>
      </a:lvl5pPr>
      <a:lvl6pPr marL="2284095" algn="l" defTabSz="913765" rtl="0" eaLnBrk="1" latinLnBrk="0" hangingPunct="1">
        <a:defRPr sz="1700" kern="1200">
          <a:solidFill>
            <a:schemeClr val="tx1"/>
          </a:solidFill>
          <a:latin typeface="+mn-lt"/>
          <a:ea typeface="+mn-ea"/>
          <a:cs typeface="+mn-cs"/>
        </a:defRPr>
      </a:lvl6pPr>
      <a:lvl7pPr marL="2740660" algn="l" defTabSz="913765" rtl="0" eaLnBrk="1" latinLnBrk="0" hangingPunct="1">
        <a:defRPr sz="1700" kern="1200">
          <a:solidFill>
            <a:schemeClr val="tx1"/>
          </a:solidFill>
          <a:latin typeface="+mn-lt"/>
          <a:ea typeface="+mn-ea"/>
          <a:cs typeface="+mn-cs"/>
        </a:defRPr>
      </a:lvl7pPr>
      <a:lvl8pPr marL="3197860" algn="l" defTabSz="913765" rtl="0" eaLnBrk="1" latinLnBrk="0" hangingPunct="1">
        <a:defRPr sz="1700" kern="1200">
          <a:solidFill>
            <a:schemeClr val="tx1"/>
          </a:solidFill>
          <a:latin typeface="+mn-lt"/>
          <a:ea typeface="+mn-ea"/>
          <a:cs typeface="+mn-cs"/>
        </a:defRPr>
      </a:lvl8pPr>
      <a:lvl9pPr marL="3654425" algn="l" defTabSz="913765" rtl="0" eaLnBrk="1" latinLnBrk="0" hangingPunct="1">
        <a:defRPr sz="17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pic>
        <p:nvPicPr>
          <p:cNvPr id="3074" name="Picture 96" descr="PPT胶片内页元素-16比9"/>
          <p:cNvPicPr>
            <a:picLocks noChangeAspect="1" noChangeArrowheads="1"/>
          </p:cNvPicPr>
          <p:nvPr/>
        </p:nvPicPr>
        <p:blipFill>
          <a:blip r:embed="rId2" cstate="email"/>
          <a:srcRect/>
          <a:stretch>
            <a:fillRect/>
          </a:stretch>
        </p:blipFill>
        <p:spPr bwMode="auto">
          <a:xfrm>
            <a:off x="0" y="0"/>
            <a:ext cx="12195176" cy="6858000"/>
          </a:xfrm>
          <a:prstGeom prst="rect">
            <a:avLst/>
          </a:prstGeom>
          <a:noFill/>
          <a:ln w="9525">
            <a:noFill/>
            <a:miter lim="800000"/>
            <a:headEnd/>
            <a:tailEnd/>
          </a:ln>
        </p:spPr>
      </p:pic>
      <p:grpSp>
        <p:nvGrpSpPr>
          <p:cNvPr id="3" name="组合 21"/>
          <p:cNvGrpSpPr/>
          <p:nvPr/>
        </p:nvGrpSpPr>
        <p:grpSpPr bwMode="auto">
          <a:xfrm>
            <a:off x="2" y="6216651"/>
            <a:ext cx="12196763" cy="635000"/>
            <a:chOff x="0" y="3920"/>
            <a:chExt cx="7682" cy="400"/>
          </a:xfrm>
        </p:grpSpPr>
        <p:pic>
          <p:nvPicPr>
            <p:cNvPr id="3081" name="图片 22" descr="图片1"/>
            <p:cNvPicPr>
              <a:picLocks noChangeAspect="1" noChangeArrowheads="1"/>
            </p:cNvPicPr>
            <p:nvPr userDrawn="1"/>
          </p:nvPicPr>
          <p:blipFill>
            <a:blip r:embed="rId3" cstate="email"/>
            <a:srcRect/>
            <a:stretch>
              <a:fillRect/>
            </a:stretch>
          </p:blipFill>
          <p:spPr bwMode="auto">
            <a:xfrm>
              <a:off x="0" y="3920"/>
              <a:ext cx="5760" cy="400"/>
            </a:xfrm>
            <a:prstGeom prst="rect">
              <a:avLst/>
            </a:prstGeom>
            <a:noFill/>
            <a:ln w="9525">
              <a:noFill/>
              <a:miter lim="800000"/>
              <a:headEnd/>
              <a:tailEnd/>
            </a:ln>
          </p:spPr>
        </p:pic>
        <p:pic>
          <p:nvPicPr>
            <p:cNvPr id="3082" name="图片 23" descr="图片1"/>
            <p:cNvPicPr>
              <a:picLocks noChangeAspect="1" noChangeArrowheads="1"/>
            </p:cNvPicPr>
            <p:nvPr userDrawn="1"/>
          </p:nvPicPr>
          <p:blipFill>
            <a:blip r:embed="rId3" cstate="email"/>
            <a:srcRect/>
            <a:stretch>
              <a:fillRect/>
            </a:stretch>
          </p:blipFill>
          <p:spPr bwMode="auto">
            <a:xfrm>
              <a:off x="1539" y="3920"/>
              <a:ext cx="5760" cy="400"/>
            </a:xfrm>
            <a:prstGeom prst="rect">
              <a:avLst/>
            </a:prstGeom>
            <a:noFill/>
            <a:ln w="9525">
              <a:noFill/>
              <a:miter lim="800000"/>
              <a:headEnd/>
              <a:tailEnd/>
            </a:ln>
          </p:spPr>
        </p:pic>
        <p:pic>
          <p:nvPicPr>
            <p:cNvPr id="3083" name="图片 24" descr="图片1"/>
            <p:cNvPicPr>
              <a:picLocks noChangeAspect="1" noChangeArrowheads="1"/>
            </p:cNvPicPr>
            <p:nvPr userDrawn="1"/>
          </p:nvPicPr>
          <p:blipFill>
            <a:blip r:embed="rId4" cstate="email"/>
            <a:srcRect/>
            <a:stretch>
              <a:fillRect/>
            </a:stretch>
          </p:blipFill>
          <p:spPr bwMode="auto">
            <a:xfrm rot="10800000">
              <a:off x="6619" y="3920"/>
              <a:ext cx="1063" cy="400"/>
            </a:xfrm>
            <a:prstGeom prst="rect">
              <a:avLst/>
            </a:prstGeom>
            <a:noFill/>
            <a:ln w="9525">
              <a:noFill/>
              <a:miter lim="800000"/>
              <a:headEnd/>
              <a:tailEnd/>
            </a:ln>
          </p:spPr>
        </p:pic>
      </p:grpSp>
      <p:sp>
        <p:nvSpPr>
          <p:cNvPr id="1084441" name="文本框 25"/>
          <p:cNvSpPr txBox="1">
            <a:spLocks noChangeArrowheads="1"/>
          </p:cNvSpPr>
          <p:nvPr/>
        </p:nvSpPr>
        <p:spPr bwMode="auto">
          <a:xfrm>
            <a:off x="870065" y="6457955"/>
            <a:ext cx="2784839" cy="263525"/>
          </a:xfrm>
          <a:prstGeom prst="rect">
            <a:avLst/>
          </a:prstGeom>
          <a:noFill/>
          <a:ln>
            <a:noFill/>
          </a:ln>
        </p:spPr>
        <p:txBody>
          <a:bodyPr wrap="none" lIns="78278" tIns="39143" rIns="78278" bIns="39143">
            <a:spAutoFit/>
          </a:bodyPr>
          <a:lstStyle>
            <a:lvl1pPr defTabSz="784225">
              <a:defRPr>
                <a:solidFill>
                  <a:schemeClr val="tx1"/>
                </a:solidFill>
                <a:latin typeface="Arial" panose="02080604020202020204" pitchFamily="34" charset="0"/>
                <a:ea typeface="宋体" pitchFamily="2" charset="-122"/>
              </a:defRPr>
            </a:lvl1pPr>
            <a:lvl2pPr marL="392430" defTabSz="784225">
              <a:defRPr>
                <a:solidFill>
                  <a:schemeClr val="tx1"/>
                </a:solidFill>
                <a:latin typeface="Arial" panose="02080604020202020204" pitchFamily="34" charset="0"/>
                <a:ea typeface="宋体" pitchFamily="2" charset="-122"/>
              </a:defRPr>
            </a:lvl2pPr>
            <a:lvl3pPr marL="784225" defTabSz="784225">
              <a:defRPr>
                <a:solidFill>
                  <a:schemeClr val="tx1"/>
                </a:solidFill>
                <a:latin typeface="Arial" panose="02080604020202020204" pitchFamily="34" charset="0"/>
                <a:ea typeface="宋体" pitchFamily="2" charset="-122"/>
              </a:defRPr>
            </a:lvl3pPr>
            <a:lvl4pPr marL="1174750" defTabSz="784225">
              <a:defRPr>
                <a:solidFill>
                  <a:schemeClr val="tx1"/>
                </a:solidFill>
                <a:latin typeface="Arial" panose="02080604020202020204" pitchFamily="34" charset="0"/>
                <a:ea typeface="宋体" pitchFamily="2" charset="-122"/>
              </a:defRPr>
            </a:lvl4pPr>
            <a:lvl5pPr marL="1567180" defTabSz="784225">
              <a:defRPr>
                <a:solidFill>
                  <a:schemeClr val="tx1"/>
                </a:solidFill>
                <a:latin typeface="Arial" panose="02080604020202020204" pitchFamily="34" charset="0"/>
                <a:ea typeface="宋体" pitchFamily="2" charset="-122"/>
              </a:defRPr>
            </a:lvl5pPr>
            <a:lvl6pPr marL="2024380" defTabSz="784225" fontAlgn="base">
              <a:spcBef>
                <a:spcPct val="0"/>
              </a:spcBef>
              <a:spcAft>
                <a:spcPct val="0"/>
              </a:spcAft>
              <a:defRPr>
                <a:solidFill>
                  <a:schemeClr val="tx1"/>
                </a:solidFill>
                <a:latin typeface="Arial" panose="02080604020202020204" pitchFamily="34" charset="0"/>
                <a:ea typeface="宋体" pitchFamily="2" charset="-122"/>
              </a:defRPr>
            </a:lvl6pPr>
            <a:lvl7pPr marL="2481580" defTabSz="784225" fontAlgn="base">
              <a:spcBef>
                <a:spcPct val="0"/>
              </a:spcBef>
              <a:spcAft>
                <a:spcPct val="0"/>
              </a:spcAft>
              <a:defRPr>
                <a:solidFill>
                  <a:schemeClr val="tx1"/>
                </a:solidFill>
                <a:latin typeface="Arial" panose="02080604020202020204" pitchFamily="34" charset="0"/>
                <a:ea typeface="宋体" pitchFamily="2" charset="-122"/>
              </a:defRPr>
            </a:lvl7pPr>
            <a:lvl8pPr marL="2938780" defTabSz="784225" fontAlgn="base">
              <a:spcBef>
                <a:spcPct val="0"/>
              </a:spcBef>
              <a:spcAft>
                <a:spcPct val="0"/>
              </a:spcAft>
              <a:defRPr>
                <a:solidFill>
                  <a:schemeClr val="tx1"/>
                </a:solidFill>
                <a:latin typeface="Arial" panose="02080604020202020204" pitchFamily="34" charset="0"/>
                <a:ea typeface="宋体" pitchFamily="2" charset="-122"/>
              </a:defRPr>
            </a:lvl8pPr>
            <a:lvl9pPr marL="3395980" defTabSz="784225" fontAlgn="base">
              <a:spcBef>
                <a:spcPct val="0"/>
              </a:spcBef>
              <a:spcAft>
                <a:spcPct val="0"/>
              </a:spcAft>
              <a:defRPr>
                <a:solidFill>
                  <a:schemeClr val="tx1"/>
                </a:solidFill>
                <a:latin typeface="Arial" panose="02080604020202020204" pitchFamily="34" charset="0"/>
                <a:ea typeface="宋体" pitchFamily="2" charset="-122"/>
              </a:defRPr>
            </a:lvl9pPr>
          </a:lstStyle>
          <a:p>
            <a:pPr eaLnBrk="0" hangingPunct="0">
              <a:defRPr/>
            </a:pPr>
            <a:r>
              <a:rPr lang="en-US" altLang="zh-CN" sz="1200" dirty="0">
                <a:solidFill>
                  <a:prstClr val="black"/>
                </a:solidFill>
                <a:ea typeface="MS PGothic" pitchFamily="34" charset="-128"/>
              </a:rPr>
              <a:t>HUAWEI TECHNOLOGIES CO., LTD.</a:t>
            </a:r>
            <a:endParaRPr lang="en-US" altLang="zh-CN" sz="1200" dirty="0">
              <a:solidFill>
                <a:prstClr val="black"/>
              </a:solidFill>
              <a:ea typeface="MS PGothic" pitchFamily="34" charset="-128"/>
            </a:endParaRPr>
          </a:p>
        </p:txBody>
      </p:sp>
      <p:sp>
        <p:nvSpPr>
          <p:cNvPr id="1084442" name="矩形 26"/>
          <p:cNvSpPr>
            <a:spLocks noChangeArrowheads="1"/>
          </p:cNvSpPr>
          <p:nvPr/>
        </p:nvSpPr>
        <p:spPr bwMode="auto">
          <a:xfrm>
            <a:off x="7911543" y="6396043"/>
            <a:ext cx="1409884" cy="1101725"/>
          </a:xfrm>
          <a:prstGeom prst="rect">
            <a:avLst/>
          </a:prstGeom>
          <a:noFill/>
          <a:ln>
            <a:noFill/>
          </a:ln>
          <a:effectLst/>
        </p:spPr>
        <p:txBody>
          <a:bodyPr lIns="0" tIns="0" rIns="0" bIns="0"/>
          <a:lstStyle/>
          <a:p>
            <a:pPr defTabSz="783590" eaLnBrk="0" hangingPunct="0">
              <a:lnSpc>
                <a:spcPct val="85000"/>
              </a:lnSpc>
              <a:defRPr/>
            </a:pPr>
            <a:endParaRPr lang="de-DE" altLang="zh-CN" sz="900" b="0" dirty="0">
              <a:solidFill>
                <a:prstClr val="black"/>
              </a:solidFill>
              <a:latin typeface="Arial" panose="02080604020202020204" pitchFamily="34" charset="0"/>
              <a:ea typeface="MS PGothic" pitchFamily="34" charset="-128"/>
            </a:endParaRPr>
          </a:p>
          <a:p>
            <a:pPr defTabSz="783590" eaLnBrk="0" hangingPunct="0">
              <a:lnSpc>
                <a:spcPct val="85000"/>
              </a:lnSpc>
              <a:defRPr/>
            </a:pPr>
            <a:r>
              <a:rPr lang="de-DE" altLang="zh-CN" sz="900" b="0" dirty="0">
                <a:solidFill>
                  <a:prstClr val="black"/>
                </a:solidFill>
                <a:latin typeface="Arial" panose="02080604020202020204" pitchFamily="34" charset="0"/>
                <a:ea typeface="MS PGothic" pitchFamily="34" charset="-128"/>
              </a:rPr>
              <a:t>Page </a:t>
            </a:r>
            <a:fld id="{C48DBDC2-682D-463A-AA4D-A5019FBF26F4}" type="slidenum">
              <a:rPr lang="de-DE" altLang="zh-CN" sz="900" b="0">
                <a:solidFill>
                  <a:prstClr val="black"/>
                </a:solidFill>
                <a:latin typeface="Arial" panose="02080604020202020204" pitchFamily="34" charset="0"/>
                <a:ea typeface="MS PGothic" pitchFamily="34" charset="-128"/>
              </a:rPr>
            </a:fld>
            <a:endParaRPr lang="en-GB" altLang="zh-CN" sz="900" b="0" dirty="0">
              <a:solidFill>
                <a:prstClr val="black"/>
              </a:solidFill>
              <a:latin typeface="Arial" panose="02080604020202020204" pitchFamily="34" charset="0"/>
              <a:ea typeface="MS PGothic" pitchFamily="34" charset="-128"/>
            </a:endParaRPr>
          </a:p>
        </p:txBody>
      </p:sp>
      <p:sp>
        <p:nvSpPr>
          <p:cNvPr id="3078" name="矩形 28"/>
          <p:cNvSpPr>
            <a:spLocks noGrp="1" noChangeArrowheads="1"/>
          </p:cNvSpPr>
          <p:nvPr>
            <p:ph type="title"/>
          </p:nvPr>
        </p:nvSpPr>
        <p:spPr bwMode="auto">
          <a:xfrm>
            <a:off x="2" y="146080"/>
            <a:ext cx="10977404" cy="505292"/>
          </a:xfrm>
          <a:prstGeom prst="rect">
            <a:avLst/>
          </a:prstGeom>
          <a:noFill/>
          <a:ln w="9525">
            <a:noFill/>
            <a:miter lim="800000"/>
          </a:ln>
        </p:spPr>
        <p:txBody>
          <a:bodyPr vert="horz" wrap="square" lIns="91361" tIns="45680" rIns="91361" bIns="45680" numCol="1" anchor="ctr" anchorCtr="0" compatLnSpc="1"/>
          <a:lstStyle/>
          <a:p>
            <a:pPr lvl="0"/>
            <a:r>
              <a:rPr lang="zh-CN" altLang="en-US" dirty="0"/>
              <a:t>单击此处编辑母版标题样式</a:t>
            </a:r>
            <a:endParaRPr lang="zh-CN" altLang="en-US" dirty="0"/>
          </a:p>
        </p:txBody>
      </p:sp>
      <p:sp>
        <p:nvSpPr>
          <p:cNvPr id="2" name="矩形​​ 1"/>
          <p:cNvSpPr/>
          <p:nvPr/>
        </p:nvSpPr>
        <p:spPr bwMode="auto">
          <a:xfrm>
            <a:off x="10661452" y="6218240"/>
            <a:ext cx="730345" cy="639763"/>
          </a:xfrm>
          <a:prstGeom prst="rect">
            <a:avLst/>
          </a:prstGeom>
          <a:solidFill>
            <a:srgbClr val="E4E4E4"/>
          </a:solidFill>
          <a:ln>
            <a:noFill/>
          </a:ln>
          <a:effectLst/>
        </p:spPr>
        <p:txBody>
          <a:bodyPr lIns="91349" tIns="45674" rIns="91349" bIns="45674"/>
          <a:lstStyle/>
          <a:p>
            <a:pPr>
              <a:buClr>
                <a:srgbClr val="CC9900"/>
              </a:buClr>
              <a:buFont typeface="Wingdings" panose="05000000000000000000" pitchFamily="2" charset="2"/>
              <a:buChar char="n"/>
              <a:defRPr/>
            </a:pPr>
            <a:endParaRPr lang="zh-CN" altLang="en-US" sz="1800">
              <a:solidFill>
                <a:prstClr val="black"/>
              </a:solidFill>
              <a:ea typeface="宋体" pitchFamily="2" charset="-122"/>
            </a:endParaRPr>
          </a:p>
        </p:txBody>
      </p:sp>
      <p:pic>
        <p:nvPicPr>
          <p:cNvPr id="3080" name="图片 27" descr="图片3副本"/>
          <p:cNvPicPr>
            <a:picLocks noChangeAspect="1" noChangeArrowheads="1"/>
          </p:cNvPicPr>
          <p:nvPr/>
        </p:nvPicPr>
        <p:blipFill>
          <a:blip r:embed="rId5" cstate="email"/>
          <a:srcRect/>
          <a:stretch>
            <a:fillRect/>
          </a:stretch>
        </p:blipFill>
        <p:spPr bwMode="auto">
          <a:xfrm>
            <a:off x="10183553" y="6386524"/>
            <a:ext cx="1295569" cy="307975"/>
          </a:xfrm>
          <a:prstGeom prst="rect">
            <a:avLst/>
          </a:prstGeom>
          <a:noFill/>
          <a:ln w="9525">
            <a:noFill/>
            <a:miter lim="800000"/>
            <a:headEnd/>
            <a:tailEnd/>
          </a:ln>
        </p:spPr>
      </p:pic>
      <p:cxnSp>
        <p:nvCxnSpPr>
          <p:cNvPr id="12" name="Straight Connector 6"/>
          <p:cNvCxnSpPr/>
          <p:nvPr userDrawn="1"/>
        </p:nvCxnSpPr>
        <p:spPr bwMode="auto">
          <a:xfrm>
            <a:off x="2" y="651372"/>
            <a:ext cx="12196763" cy="5928"/>
          </a:xfrm>
          <a:prstGeom prst="line">
            <a:avLst/>
          </a:prstGeom>
          <a:noFill/>
          <a:ln w="38100">
            <a:solidFill>
              <a:srgbClr val="C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 bg1="lt1" tx1="dk1" bg2="lt2" tx2="dk2" accent1="accent1" accent2="accent2" accent3="accent3" accent4="accent4" accent5="accent5" accent6="accent6" hlink="hlink" folHlink="folHlink"/>
  <p:sldLayoutIdLst>
    <p:sldLayoutId id="2147483666" r:id="rId1"/>
  </p:sldLayoutIdLst>
  <p:transition>
    <p:fade thruBlk="1"/>
  </p:transition>
  <p:hf sldNum="0" hdr="0" ftr="0"/>
  <p:txStyles>
    <p:titleStyle>
      <a:lvl1pPr algn="l" rtl="0" eaLnBrk="0" fontAlgn="base" hangingPunct="0">
        <a:spcBef>
          <a:spcPct val="0"/>
        </a:spcBef>
        <a:spcAft>
          <a:spcPct val="0"/>
        </a:spcAft>
        <a:defRPr sz="2800" b="1">
          <a:solidFill>
            <a:srgbClr val="990000"/>
          </a:solidFill>
          <a:latin typeface="Arial" panose="02080604020202020204" pitchFamily="34" charset="0"/>
          <a:ea typeface="+mj-ea"/>
          <a:cs typeface="Arial" panose="02080604020202020204" pitchFamily="34" charset="0"/>
        </a:defRPr>
      </a:lvl1pPr>
      <a:lvl2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2pPr>
      <a:lvl3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3pPr>
      <a:lvl4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4pPr>
      <a:lvl5pPr algn="l" rtl="0" eaLnBrk="0" fontAlgn="base" hangingPunct="0">
        <a:spcBef>
          <a:spcPct val="0"/>
        </a:spcBef>
        <a:spcAft>
          <a:spcPct val="0"/>
        </a:spcAft>
        <a:defRPr sz="3200" b="1">
          <a:solidFill>
            <a:srgbClr val="990000"/>
          </a:solidFill>
          <a:latin typeface="Arial" panose="02080604020202020204" pitchFamily="34" charset="0"/>
          <a:ea typeface="黑体" pitchFamily="2" charset="-122"/>
          <a:cs typeface="Arial" panose="02080604020202020204" pitchFamily="34" charset="0"/>
        </a:defRPr>
      </a:lvl5pPr>
      <a:lvl6pPr marL="456565" algn="l" rtl="0" fontAlgn="base">
        <a:spcBef>
          <a:spcPct val="0"/>
        </a:spcBef>
        <a:spcAft>
          <a:spcPct val="0"/>
        </a:spcAft>
        <a:defRPr sz="2900" b="1">
          <a:solidFill>
            <a:srgbClr val="990000"/>
          </a:solidFill>
          <a:latin typeface="Arial" panose="02080604020202020204" pitchFamily="34" charset="0"/>
          <a:ea typeface="黑体" pitchFamily="2" charset="-122"/>
        </a:defRPr>
      </a:lvl6pPr>
      <a:lvl7pPr marL="913765" algn="l" rtl="0" fontAlgn="base">
        <a:spcBef>
          <a:spcPct val="0"/>
        </a:spcBef>
        <a:spcAft>
          <a:spcPct val="0"/>
        </a:spcAft>
        <a:defRPr sz="2900" b="1">
          <a:solidFill>
            <a:srgbClr val="990000"/>
          </a:solidFill>
          <a:latin typeface="Arial" panose="02080604020202020204" pitchFamily="34" charset="0"/>
          <a:ea typeface="黑体" pitchFamily="2" charset="-122"/>
        </a:defRPr>
      </a:lvl7pPr>
      <a:lvl8pPr marL="1370330" algn="l" rtl="0" fontAlgn="base">
        <a:spcBef>
          <a:spcPct val="0"/>
        </a:spcBef>
        <a:spcAft>
          <a:spcPct val="0"/>
        </a:spcAft>
        <a:defRPr sz="2900" b="1">
          <a:solidFill>
            <a:srgbClr val="990000"/>
          </a:solidFill>
          <a:latin typeface="Arial" panose="02080604020202020204" pitchFamily="34" charset="0"/>
          <a:ea typeface="黑体" pitchFamily="2" charset="-122"/>
        </a:defRPr>
      </a:lvl8pPr>
      <a:lvl9pPr marL="1826895" algn="l" rtl="0" fontAlgn="base">
        <a:spcBef>
          <a:spcPct val="0"/>
        </a:spcBef>
        <a:spcAft>
          <a:spcPct val="0"/>
        </a:spcAft>
        <a:defRPr sz="2900" b="1">
          <a:solidFill>
            <a:srgbClr val="990000"/>
          </a:solidFill>
          <a:latin typeface="Arial" panose="02080604020202020204" pitchFamily="34" charset="0"/>
          <a:ea typeface="黑体" pitchFamily="2" charset="-122"/>
        </a:defRPr>
      </a:lvl9pPr>
    </p:titleStyle>
    <p:bodyStyle>
      <a:lvl1pPr marL="342265" indent="-342265"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060"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239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3765" rtl="0" eaLnBrk="1" latinLnBrk="0" hangingPunct="1">
        <a:defRPr sz="1700" kern="1200">
          <a:solidFill>
            <a:schemeClr val="tx1"/>
          </a:solidFill>
          <a:latin typeface="+mn-lt"/>
          <a:ea typeface="+mn-ea"/>
          <a:cs typeface="+mn-cs"/>
        </a:defRPr>
      </a:lvl1pPr>
      <a:lvl2pPr marL="456565" algn="l" defTabSz="913765" rtl="0" eaLnBrk="1" latinLnBrk="0" hangingPunct="1">
        <a:defRPr sz="1700" kern="1200">
          <a:solidFill>
            <a:schemeClr val="tx1"/>
          </a:solidFill>
          <a:latin typeface="+mn-lt"/>
          <a:ea typeface="+mn-ea"/>
          <a:cs typeface="+mn-cs"/>
        </a:defRPr>
      </a:lvl2pPr>
      <a:lvl3pPr marL="913765" algn="l" defTabSz="913765" rtl="0" eaLnBrk="1" latinLnBrk="0" hangingPunct="1">
        <a:defRPr sz="1700" kern="1200">
          <a:solidFill>
            <a:schemeClr val="tx1"/>
          </a:solidFill>
          <a:latin typeface="+mn-lt"/>
          <a:ea typeface="+mn-ea"/>
          <a:cs typeface="+mn-cs"/>
        </a:defRPr>
      </a:lvl3pPr>
      <a:lvl4pPr marL="1370330" algn="l" defTabSz="913765" rtl="0" eaLnBrk="1" latinLnBrk="0" hangingPunct="1">
        <a:defRPr sz="1700" kern="1200">
          <a:solidFill>
            <a:schemeClr val="tx1"/>
          </a:solidFill>
          <a:latin typeface="+mn-lt"/>
          <a:ea typeface="+mn-ea"/>
          <a:cs typeface="+mn-cs"/>
        </a:defRPr>
      </a:lvl4pPr>
      <a:lvl5pPr marL="1826895" algn="l" defTabSz="913765" rtl="0" eaLnBrk="1" latinLnBrk="0" hangingPunct="1">
        <a:defRPr sz="1700" kern="1200">
          <a:solidFill>
            <a:schemeClr val="tx1"/>
          </a:solidFill>
          <a:latin typeface="+mn-lt"/>
          <a:ea typeface="+mn-ea"/>
          <a:cs typeface="+mn-cs"/>
        </a:defRPr>
      </a:lvl5pPr>
      <a:lvl6pPr marL="2284095" algn="l" defTabSz="913765" rtl="0" eaLnBrk="1" latinLnBrk="0" hangingPunct="1">
        <a:defRPr sz="1700" kern="1200">
          <a:solidFill>
            <a:schemeClr val="tx1"/>
          </a:solidFill>
          <a:latin typeface="+mn-lt"/>
          <a:ea typeface="+mn-ea"/>
          <a:cs typeface="+mn-cs"/>
        </a:defRPr>
      </a:lvl6pPr>
      <a:lvl7pPr marL="2740660" algn="l" defTabSz="913765" rtl="0" eaLnBrk="1" latinLnBrk="0" hangingPunct="1">
        <a:defRPr sz="1700" kern="1200">
          <a:solidFill>
            <a:schemeClr val="tx1"/>
          </a:solidFill>
          <a:latin typeface="+mn-lt"/>
          <a:ea typeface="+mn-ea"/>
          <a:cs typeface="+mn-cs"/>
        </a:defRPr>
      </a:lvl7pPr>
      <a:lvl8pPr marL="3197225" algn="l" defTabSz="913765" rtl="0" eaLnBrk="1" latinLnBrk="0" hangingPunct="1">
        <a:defRPr sz="1700" kern="1200">
          <a:solidFill>
            <a:schemeClr val="tx1"/>
          </a:solidFill>
          <a:latin typeface="+mn-lt"/>
          <a:ea typeface="+mn-ea"/>
          <a:cs typeface="+mn-cs"/>
        </a:defRPr>
      </a:lvl8pPr>
      <a:lvl9pPr marL="3654425" algn="l" defTabSz="913765" rtl="0" eaLnBrk="1" latinLnBrk="0" hangingPunct="1">
        <a:defRPr sz="17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80604020202020204" pitchFamily="34" charset="0"/>
                <a:ea typeface="+mn-ea"/>
                <a:cs typeface="Arial" panose="02080604020202020204" pitchFamily="34" charset="0"/>
              </a:rPr>
              <a:t>Huawei Proprietary - Restricted Distribution</a:t>
            </a:r>
            <a:endParaRPr lang="en-US" sz="900" b="0" kern="1200" baseline="0" dirty="0">
              <a:solidFill>
                <a:srgbClr val="1D1D1B"/>
              </a:solidFill>
              <a:latin typeface="Arial" panose="02080604020202020204" pitchFamily="34" charset="0"/>
              <a:ea typeface="+mn-ea"/>
              <a:cs typeface="Arial" panose="0208060402020202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196/0/84</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spcBef>
                  <a:spcPts val="0"/>
                </a:spcBef>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127/0/1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52/200/0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89/87/87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137/137/</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181/181/</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221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255/255/</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
        <p:nvSpPr>
          <p:cNvPr id="46" name="TextBox 2"/>
          <p:cNvSpPr txBox="1"/>
          <p:nvPr userDrawn="1"/>
        </p:nvSpPr>
        <p:spPr>
          <a:xfrm>
            <a:off x="9363168" y="6939"/>
            <a:ext cx="2833596" cy="230832"/>
          </a:xfrm>
          <a:prstGeom prst="rect">
            <a:avLst/>
          </a:prstGeom>
          <a:noFill/>
        </p:spPr>
        <p:txBody>
          <a:bodyPr wrap="square" rtlCol="0">
            <a:spAutoFit/>
          </a:bodyPr>
          <a:lstStyle/>
          <a:p>
            <a:pPr algn="r"/>
            <a:r>
              <a:rPr lang="en-US" altLang="zh-CN" sz="900" b="0" kern="1200" baseline="0" dirty="0">
                <a:solidFill>
                  <a:schemeClr val="bg1">
                    <a:lumMod val="20000"/>
                    <a:lumOff val="80000"/>
                  </a:schemeClr>
                </a:solidFill>
                <a:latin typeface="Arial" panose="02080604020202020204" pitchFamily="34" charset="0"/>
                <a:ea typeface="+mn-ea"/>
                <a:cs typeface="Arial" panose="02080604020202020204" pitchFamily="34" charset="0"/>
              </a:rPr>
              <a:t>Template: </a:t>
            </a:r>
            <a:r>
              <a:rPr lang="en-US" sz="900" b="0" kern="1200" baseline="0" dirty="0">
                <a:solidFill>
                  <a:schemeClr val="bg1">
                    <a:lumMod val="20000"/>
                    <a:lumOff val="80000"/>
                  </a:schemeClr>
                </a:solidFill>
                <a:latin typeface="Arial" panose="02080604020202020204" pitchFamily="34" charset="0"/>
                <a:ea typeface="+mn-ea"/>
                <a:cs typeface="Arial" panose="02080604020202020204" pitchFamily="34" charset="0"/>
              </a:rPr>
              <a:t>DRB_Global_Coommn_2024R1</a:t>
            </a:r>
            <a:endParaRPr lang="en-US" sz="900" b="0" kern="1200" baseline="0" dirty="0">
              <a:solidFill>
                <a:schemeClr val="bg1">
                  <a:lumMod val="20000"/>
                  <a:lumOff val="80000"/>
                </a:schemeClr>
              </a:solidFill>
              <a:latin typeface="Arial" panose="02080604020202020204" pitchFamily="34" charset="0"/>
              <a:ea typeface="+mn-ea"/>
              <a:cs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8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8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8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0"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80604020202020204" pitchFamily="34" charset="0"/>
                <a:ea typeface="+mn-ea"/>
                <a:cs typeface="Arial" panose="02080604020202020204" pitchFamily="34" charset="0"/>
              </a:rPr>
              <a:t>Huawei Proprietary - Restricted Distribution</a:t>
            </a:r>
            <a:endParaRPr lang="en-US" sz="900" b="0" kern="1200" baseline="0" dirty="0">
              <a:solidFill>
                <a:srgbClr val="1D1D1B"/>
              </a:solidFill>
              <a:latin typeface="Arial" panose="02080604020202020204" pitchFamily="34" charset="0"/>
              <a:ea typeface="+mn-ea"/>
              <a:cs typeface="Arial" panose="02080604020202020204" pitchFamily="34" charset="0"/>
            </a:endParaRPr>
          </a:p>
        </p:txBody>
      </p:sp>
      <p:sp>
        <p:nvSpPr>
          <p:cNvPr id="4" name="TextBox 3"/>
          <p:cNvSpPr txBox="1"/>
          <p:nvPr userDrawn="1"/>
        </p:nvSpPr>
        <p:spPr>
          <a:xfrm>
            <a:off x="734132" y="6402809"/>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grpSp>
        <p:nvGrpSpPr>
          <p:cNvPr id="88" name="Group 87"/>
          <p:cNvGrpSpPr>
            <a:grpSpLocks noChangeAspect="1"/>
          </p:cNvGrpSpPr>
          <p:nvPr userDrawn="1"/>
        </p:nvGrpSpPr>
        <p:grpSpPr>
          <a:xfrm>
            <a:off x="12290473" y="2625392"/>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196/0/84</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spcBef>
                  <a:spcPts val="0"/>
                </a:spcBef>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127/0/1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52/200/0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89/87/87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137/137/</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181/181/</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221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255/255/</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7"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7450" rtl="0" eaLnBrk="1" latinLnBrk="0" hangingPunct="1">
        <a:lnSpc>
          <a:spcPct val="90000"/>
        </a:lnSpc>
        <a:spcBef>
          <a:spcPts val="1300"/>
        </a:spcBef>
        <a:buFont typeface="Arial" panose="02080604020202020204" pitchFamily="34" charset="0"/>
        <a:buChar char="•"/>
        <a:defRPr sz="3635" kern="1200">
          <a:solidFill>
            <a:schemeClr val="tx1"/>
          </a:solidFill>
          <a:latin typeface="+mn-lt"/>
          <a:ea typeface="+mn-ea"/>
          <a:cs typeface="+mn-cs"/>
        </a:defRPr>
      </a:lvl1pPr>
      <a:lvl2pPr marL="890905" indent="-297180" algn="l" defTabSz="1187450" rtl="0" eaLnBrk="1" latinLnBrk="0" hangingPunct="1">
        <a:lnSpc>
          <a:spcPct val="90000"/>
        </a:lnSpc>
        <a:spcBef>
          <a:spcPts val="650"/>
        </a:spcBef>
        <a:buFont typeface="Arial" panose="02080604020202020204" pitchFamily="34" charset="0"/>
        <a:buChar char="•"/>
        <a:defRPr sz="3120" kern="1200">
          <a:solidFill>
            <a:schemeClr val="tx1"/>
          </a:solidFill>
          <a:latin typeface="+mn-lt"/>
          <a:ea typeface="+mn-ea"/>
          <a:cs typeface="+mn-cs"/>
        </a:defRPr>
      </a:lvl2pPr>
      <a:lvl3pPr marL="1484630" indent="-297180" algn="l" defTabSz="1187450" rtl="0" eaLnBrk="1" latinLnBrk="0" hangingPunct="1">
        <a:lnSpc>
          <a:spcPct val="90000"/>
        </a:lnSpc>
        <a:spcBef>
          <a:spcPts val="650"/>
        </a:spcBef>
        <a:buFont typeface="Arial" panose="02080604020202020204" pitchFamily="34" charset="0"/>
        <a:buChar char="•"/>
        <a:defRPr sz="2600" kern="1200">
          <a:solidFill>
            <a:schemeClr val="tx1"/>
          </a:solidFill>
          <a:latin typeface="+mn-lt"/>
          <a:ea typeface="+mn-ea"/>
          <a:cs typeface="+mn-cs"/>
        </a:defRPr>
      </a:lvl3pPr>
      <a:lvl4pPr marL="2077720"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4pPr>
      <a:lvl5pPr marL="2671445"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5pPr>
      <a:lvl6pPr marL="3265170"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6pPr>
      <a:lvl7pPr marL="3858895"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7pPr>
      <a:lvl8pPr marL="4452620"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8pPr>
      <a:lvl9pPr marL="5045710" indent="-297180" algn="l" defTabSz="1187450"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0540" algn="l" defTabSz="1187450" rtl="0" eaLnBrk="1" latinLnBrk="0" hangingPunct="1">
        <a:defRPr sz="2335" kern="1200">
          <a:solidFill>
            <a:schemeClr val="tx1"/>
          </a:solidFill>
          <a:latin typeface="+mn-lt"/>
          <a:ea typeface="+mn-ea"/>
          <a:cs typeface="+mn-cs"/>
        </a:defRPr>
      </a:lvl4pPr>
      <a:lvl5pPr marL="2374265" algn="l" defTabSz="1187450" rtl="0" eaLnBrk="1" latinLnBrk="0" hangingPunct="1">
        <a:defRPr sz="2335" kern="1200">
          <a:solidFill>
            <a:schemeClr val="tx1"/>
          </a:solidFill>
          <a:latin typeface="+mn-lt"/>
          <a:ea typeface="+mn-ea"/>
          <a:cs typeface="+mn-cs"/>
        </a:defRPr>
      </a:lvl5pPr>
      <a:lvl6pPr marL="2967990" algn="l" defTabSz="1187450" rtl="0" eaLnBrk="1" latinLnBrk="0" hangingPunct="1">
        <a:defRPr sz="2335" kern="1200">
          <a:solidFill>
            <a:schemeClr val="tx1"/>
          </a:solidFill>
          <a:latin typeface="+mn-lt"/>
          <a:ea typeface="+mn-ea"/>
          <a:cs typeface="+mn-cs"/>
        </a:defRPr>
      </a:lvl6pPr>
      <a:lvl7pPr marL="3562350" algn="l" defTabSz="1187450" rtl="0" eaLnBrk="1" latinLnBrk="0" hangingPunct="1">
        <a:defRPr sz="2335" kern="1200">
          <a:solidFill>
            <a:schemeClr val="tx1"/>
          </a:solidFill>
          <a:latin typeface="+mn-lt"/>
          <a:ea typeface="+mn-ea"/>
          <a:cs typeface="+mn-cs"/>
        </a:defRPr>
      </a:lvl7pPr>
      <a:lvl8pPr marL="4156075" algn="l" defTabSz="1187450" rtl="0" eaLnBrk="1" latinLnBrk="0" hangingPunct="1">
        <a:defRPr sz="2335" kern="1200">
          <a:solidFill>
            <a:schemeClr val="tx1"/>
          </a:solidFill>
          <a:latin typeface="+mn-lt"/>
          <a:ea typeface="+mn-ea"/>
          <a:cs typeface="+mn-cs"/>
        </a:defRPr>
      </a:lvl8pPr>
      <a:lvl9pPr marL="4749800" algn="l" defTabSz="1187450" rtl="0" eaLnBrk="1" latinLnBrk="0" hangingPunct="1">
        <a:defRPr sz="233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9629" y="468675"/>
            <a:ext cx="11377506" cy="1042275"/>
          </a:xfrm>
          <a:prstGeom prst="rect">
            <a:avLst/>
          </a:prstGeom>
        </p:spPr>
        <p:txBody>
          <a:bodyPr vert="horz" lIns="91440" tIns="45720" rIns="91440" bIns="45720" rtlCol="0" anchor="ctr">
            <a:normAutofit/>
          </a:bodyPr>
          <a:lstStyle/>
          <a:p>
            <a:r>
              <a:rPr lang="zh-CN" altLang="en-US" dirty="0"/>
              <a:t>微软雅黑 左对齐 一行</a:t>
            </a:r>
            <a:endParaRPr lang="zh-CN" altLang="en-US" dirty="0"/>
          </a:p>
        </p:txBody>
      </p:sp>
      <p:sp>
        <p:nvSpPr>
          <p:cNvPr id="3" name="文本占位符 2"/>
          <p:cNvSpPr>
            <a:spLocks noGrp="1"/>
          </p:cNvSpPr>
          <p:nvPr>
            <p:ph type="body" idx="1"/>
          </p:nvPr>
        </p:nvSpPr>
        <p:spPr>
          <a:xfrm>
            <a:off x="609680" y="1599829"/>
            <a:ext cx="10977404" cy="4526502"/>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Rectangle 5"/>
          <p:cNvSpPr>
            <a:spLocks noChangeArrowheads="1"/>
          </p:cNvSpPr>
          <p:nvPr userDrawn="1"/>
        </p:nvSpPr>
        <p:spPr bwMode="auto">
          <a:xfrm>
            <a:off x="3040917" y="6537794"/>
            <a:ext cx="272090" cy="195898"/>
          </a:xfrm>
          <a:prstGeom prst="rect">
            <a:avLst/>
          </a:prstGeom>
          <a:noFill/>
          <a:ln w="9525">
            <a:noFill/>
            <a:miter lim="800000"/>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fld>
            <a:endParaRPr lang="en-GB" altLang="zh-CN" sz="900" b="0" dirty="0">
              <a:solidFill>
                <a:schemeClr val="bg1">
                  <a:lumMod val="65000"/>
                </a:schemeClr>
              </a:solidFill>
              <a:latin typeface="+mn-lt"/>
              <a:ea typeface="+mn-ea"/>
            </a:endParaRPr>
          </a:p>
        </p:txBody>
      </p:sp>
      <p:pic>
        <p:nvPicPr>
          <p:cNvPr id="9" name="Picture 2" descr="C:\Users\z00124665\Desktop\图形1.wmf"/>
          <p:cNvPicPr>
            <a:picLocks noChangeAspect="1" noChangeArrowheads="1"/>
          </p:cNvPicPr>
          <p:nvPr userDrawn="1"/>
        </p:nvPicPr>
        <p:blipFill>
          <a:blip r:embed="rId12" cstate="print"/>
          <a:srcRect/>
          <a:stretch>
            <a:fillRect/>
          </a:stretch>
        </p:blipFill>
        <p:spPr bwMode="auto">
          <a:xfrm>
            <a:off x="322305" y="6524434"/>
            <a:ext cx="2656233" cy="120939"/>
          </a:xfrm>
          <a:prstGeom prst="rect">
            <a:avLst/>
          </a:prstGeom>
          <a:noFill/>
        </p:spPr>
      </p:pic>
      <p:pic>
        <p:nvPicPr>
          <p:cNvPr id="10" name="Picture 2" descr="E:\01 日常工作\03 品牌规范设计\公司广告源文档\HW LOGO(horizontal）111.png"/>
          <p:cNvPicPr>
            <a:picLocks noChangeAspect="1" noChangeArrowheads="1"/>
          </p:cNvPicPr>
          <p:nvPr userDrawn="1"/>
        </p:nvPicPr>
        <p:blipFill>
          <a:blip r:embed="rId13" cstate="print"/>
          <a:srcRect/>
          <a:stretch>
            <a:fillRect/>
          </a:stretch>
        </p:blipFill>
        <p:spPr bwMode="auto">
          <a:xfrm>
            <a:off x="10619538" y="6430759"/>
            <a:ext cx="1249363" cy="302933"/>
          </a:xfrm>
          <a:prstGeom prst="rect">
            <a:avLst/>
          </a:prstGeom>
          <a:noFill/>
        </p:spPr>
      </p:pic>
      <p:pic>
        <p:nvPicPr>
          <p:cNvPr id="12" name="图片 11" descr="leading-new-ict.png"/>
          <p:cNvPicPr>
            <a:picLocks noChangeAspect="1"/>
          </p:cNvPicPr>
          <p:nvPr userDrawn="1"/>
        </p:nvPicPr>
        <p:blipFill>
          <a:blip r:embed="rId14" cstate="print"/>
          <a:stretch>
            <a:fillRect/>
          </a:stretch>
        </p:blipFill>
        <p:spPr>
          <a:xfrm>
            <a:off x="10436944" y="243378"/>
            <a:ext cx="1431957" cy="107975"/>
          </a:xfrm>
          <a:prstGeom prst="rect">
            <a:avLst/>
          </a:prstGeom>
        </p:spPr>
      </p:pic>
      <p:sp>
        <p:nvSpPr>
          <p:cNvPr id="13" name="TextBox 12"/>
          <p:cNvSpPr txBox="1"/>
          <p:nvPr userDrawn="1"/>
        </p:nvSpPr>
        <p:spPr>
          <a:xfrm>
            <a:off x="-2903791" y="165062"/>
            <a:ext cx="2903791" cy="8452730"/>
          </a:xfrm>
          <a:prstGeom prst="rect">
            <a:avLst/>
          </a:prstGeom>
          <a:noFill/>
        </p:spPr>
        <p:txBody>
          <a:bodyPr wrap="square" rtlCol="0">
            <a:spAutoFit/>
          </a:bodyPr>
          <a:lstStyle/>
          <a:p>
            <a:pPr>
              <a:lnSpc>
                <a:spcPct val="150000"/>
              </a:lnSpc>
            </a:pPr>
            <a:r>
              <a:rPr lang="zh-CN" altLang="en-US" sz="1400" dirty="0">
                <a:solidFill>
                  <a:schemeClr val="bg1"/>
                </a:solidFill>
              </a:rPr>
              <a:t>排版：</a:t>
            </a:r>
            <a:r>
              <a:rPr lang="zh-CN" altLang="en-US" sz="1400" b="1" dirty="0">
                <a:solidFill>
                  <a:schemeClr val="bg1"/>
                </a:solidFill>
              </a:rPr>
              <a:t>左对齐</a:t>
            </a:r>
            <a:endParaRPr lang="en-US" altLang="zh-CN" sz="1400" b="1" dirty="0">
              <a:solidFill>
                <a:schemeClr val="bg1"/>
              </a:solidFill>
            </a:endParaRPr>
          </a:p>
          <a:p>
            <a:pPr>
              <a:lnSpc>
                <a:spcPct val="150000"/>
              </a:lnSpc>
            </a:pPr>
            <a:r>
              <a:rPr lang="zh-CN" altLang="en-US" sz="1400" dirty="0">
                <a:solidFill>
                  <a:schemeClr val="bg1"/>
                </a:solidFill>
              </a:rPr>
              <a:t>中文字体：</a:t>
            </a:r>
            <a:r>
              <a:rPr lang="zh-CN" altLang="en-US" sz="1400" b="1" dirty="0">
                <a:solidFill>
                  <a:schemeClr val="bg1"/>
                </a:solidFill>
              </a:rPr>
              <a:t>微软雅黑</a:t>
            </a:r>
            <a:endParaRPr lang="en-US" altLang="zh-CN" sz="1400" dirty="0">
              <a:solidFill>
                <a:schemeClr val="bg1"/>
              </a:solidFill>
            </a:endParaRPr>
          </a:p>
          <a:p>
            <a:pPr>
              <a:lnSpc>
                <a:spcPct val="150000"/>
              </a:lnSpc>
            </a:pPr>
            <a:r>
              <a:rPr lang="zh-CN" altLang="en-US" sz="1400" dirty="0">
                <a:solidFill>
                  <a:schemeClr val="bg1"/>
                </a:solidFill>
              </a:rPr>
              <a:t>英文字体：</a:t>
            </a:r>
            <a:r>
              <a:rPr lang="en-US" altLang="zh-CN" sz="1400" b="1" dirty="0">
                <a:solidFill>
                  <a:schemeClr val="bg1"/>
                </a:solidFill>
              </a:rPr>
              <a:t>Arial</a:t>
            </a:r>
            <a:endParaRPr lang="en-US" altLang="zh-CN" sz="1400" dirty="0">
              <a:solidFill>
                <a:schemeClr val="bg1"/>
              </a:solidFill>
            </a:endParaRPr>
          </a:p>
          <a:p>
            <a:pPr>
              <a:lnSpc>
                <a:spcPct val="150000"/>
              </a:lnSpc>
            </a:pPr>
            <a:r>
              <a:rPr lang="zh-CN" altLang="en-US" sz="1400" dirty="0">
                <a:solidFill>
                  <a:schemeClr val="bg1"/>
                </a:solidFill>
              </a:rPr>
              <a:t>正文颜色：</a:t>
            </a:r>
            <a:r>
              <a:rPr lang="en-US" altLang="zh-CN" sz="1400" b="1" dirty="0">
                <a:solidFill>
                  <a:schemeClr val="bg1"/>
                </a:solidFill>
              </a:rPr>
              <a:t>RGB: 89;89;89    </a:t>
            </a:r>
            <a:endParaRPr lang="en-US" altLang="zh-CN" sz="1400" b="1" dirty="0">
              <a:solidFill>
                <a:schemeClr val="bg1"/>
              </a:solidFill>
            </a:endParaRPr>
          </a:p>
          <a:p>
            <a:pPr>
              <a:lnSpc>
                <a:spcPct val="150000"/>
              </a:lnSpc>
            </a:pPr>
            <a:r>
              <a:rPr lang="zh-CN" altLang="en-US" sz="1400" dirty="0">
                <a:solidFill>
                  <a:schemeClr val="bg1"/>
                </a:solidFill>
              </a:rPr>
              <a:t>标题</a:t>
            </a:r>
            <a:r>
              <a:rPr lang="en-US" altLang="zh-CN" sz="1400" dirty="0">
                <a:solidFill>
                  <a:schemeClr val="bg1"/>
                </a:solidFill>
              </a:rPr>
              <a:t>/</a:t>
            </a:r>
            <a:r>
              <a:rPr lang="zh-CN" altLang="en-US" sz="1400" dirty="0">
                <a:solidFill>
                  <a:schemeClr val="bg1"/>
                </a:solidFill>
              </a:rPr>
              <a:t>强调颜色</a:t>
            </a:r>
            <a:r>
              <a:rPr lang="en-US" altLang="zh-CN" sz="1400" dirty="0">
                <a:solidFill>
                  <a:schemeClr val="bg1"/>
                </a:solidFill>
              </a:rPr>
              <a:t>: </a:t>
            </a:r>
            <a:r>
              <a:rPr lang="en-US" altLang="zh-CN" sz="1400" b="1" dirty="0">
                <a:solidFill>
                  <a:schemeClr val="bg1"/>
                </a:solidFill>
              </a:rPr>
              <a:t>RGB: 0;0;0</a:t>
            </a:r>
            <a:endParaRPr lang="en-US" altLang="zh-CN" sz="1400" b="1"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分隔线条颜色： </a:t>
            </a:r>
            <a:r>
              <a:rPr lang="en-US" altLang="zh-CN" sz="1400" b="1" dirty="0">
                <a:solidFill>
                  <a:schemeClr val="bg1"/>
                </a:solidFill>
              </a:rPr>
              <a:t>RGB: 166;166;166</a:t>
            </a:r>
            <a:endParaRPr lang="en-US" altLang="zh-CN" sz="1400" b="1"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分隔线条线粗： </a:t>
            </a:r>
            <a:r>
              <a:rPr lang="en-US" altLang="zh-CN" sz="1400" b="1" dirty="0">
                <a:solidFill>
                  <a:schemeClr val="bg1"/>
                </a:solidFill>
              </a:rPr>
              <a:t>0.75</a:t>
            </a:r>
            <a:r>
              <a:rPr lang="zh-CN" altLang="en-US" sz="1400" b="1" dirty="0">
                <a:solidFill>
                  <a:schemeClr val="bg1"/>
                </a:solidFill>
              </a:rPr>
              <a:t>磅</a:t>
            </a:r>
            <a:endParaRPr lang="en-US" altLang="zh-CN" sz="1400" b="1"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用做画面色块使用，三种颜色请搭配使用，同一个页面颜色不能重复使用</a:t>
            </a:r>
            <a:endParaRPr lang="en-US" altLang="zh-CN"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图形与文字搭配做底色使用，深浅搭配使用</a:t>
            </a:r>
            <a:endParaRPr lang="en-US" altLang="zh-CN"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红色仅作局部小范围点缀</a:t>
            </a:r>
            <a:endParaRPr lang="zh-CN" altLang="en-US"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渐变色只用在数据图形的展示方面</a:t>
            </a:r>
            <a:endParaRPr lang="en-US" altLang="zh-CN"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图标：整个胶片出现的图标，使用线稿效果，增加圆形线圈加以辅助；</a:t>
            </a:r>
            <a:endParaRPr lang="zh-CN" altLang="en-US"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图标尺寸为三种</a:t>
            </a:r>
            <a:r>
              <a:rPr lang="en-US" altLang="zh-CN" sz="1400" b="1" dirty="0">
                <a:solidFill>
                  <a:schemeClr val="bg1"/>
                </a:solidFill>
              </a:rPr>
              <a:t>2.4x2.4cm</a:t>
            </a:r>
            <a:r>
              <a:rPr lang="zh-CN" altLang="en-US" sz="1400" b="1" dirty="0">
                <a:solidFill>
                  <a:schemeClr val="bg1"/>
                </a:solidFill>
              </a:rPr>
              <a:t>，</a:t>
            </a:r>
            <a:r>
              <a:rPr lang="en-US" altLang="zh-CN" sz="1400" b="1" dirty="0">
                <a:solidFill>
                  <a:schemeClr val="bg1"/>
                </a:solidFill>
              </a:rPr>
              <a:t>1.6x1.6cm</a:t>
            </a:r>
            <a:r>
              <a:rPr lang="zh-CN" altLang="en-US" sz="1400" b="1" dirty="0">
                <a:solidFill>
                  <a:schemeClr val="bg1"/>
                </a:solidFill>
              </a:rPr>
              <a:t>，</a:t>
            </a:r>
            <a:r>
              <a:rPr lang="en-US" altLang="zh-CN" sz="1400" b="1" dirty="0">
                <a:solidFill>
                  <a:schemeClr val="bg1"/>
                </a:solidFill>
              </a:rPr>
              <a:t>0.9x0.9cm</a:t>
            </a:r>
            <a:endParaRPr lang="en-US" altLang="zh-CN" sz="1400" b="1"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图片：</a:t>
            </a:r>
            <a:r>
              <a:rPr lang="zh-CN" altLang="en-US" sz="1400" b="1" dirty="0">
                <a:solidFill>
                  <a:schemeClr val="bg1"/>
                </a:solidFill>
              </a:rPr>
              <a:t>选择亮度高、自然化的图片；</a:t>
            </a:r>
            <a:endParaRPr lang="zh-CN" altLang="en-US" sz="1400" b="1"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endParaRPr lang="en-US" altLang="zh-CN"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9200" rtl="0" eaLnBrk="1" fontAlgn="auto" latinLnBrk="0" hangingPunct="1">
              <a:lnSpc>
                <a:spcPct val="150000"/>
              </a:lnSpc>
              <a:spcBef>
                <a:spcPts val="0"/>
              </a:spcBef>
              <a:spcAft>
                <a:spcPts val="0"/>
              </a:spcAft>
              <a:buClrTx/>
              <a:buSzTx/>
              <a:buFontTx/>
              <a:buNone/>
              <a:defRPr/>
            </a:pPr>
            <a:endParaRPr lang="en-US" altLang="zh-CN" sz="1400" dirty="0">
              <a:solidFill>
                <a:schemeClr val="bg1"/>
              </a:solidFill>
            </a:endParaRPr>
          </a:p>
          <a:p>
            <a:pPr>
              <a:lnSpc>
                <a:spcPct val="150000"/>
              </a:lnSpc>
            </a:pPr>
            <a:endParaRPr lang="zh-CN" altLang="en-US" sz="1400" dirty="0">
              <a:solidFill>
                <a:schemeClr val="bg1"/>
              </a:solidFill>
            </a:endParaRPr>
          </a:p>
        </p:txBody>
      </p:sp>
      <p:sp>
        <p:nvSpPr>
          <p:cNvPr id="14" name="矩形 13"/>
          <p:cNvSpPr/>
          <p:nvPr userDrawn="1"/>
        </p:nvSpPr>
        <p:spPr>
          <a:xfrm>
            <a:off x="14452317" y="1510950"/>
            <a:ext cx="360047" cy="359917"/>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15" name="矩形 14"/>
          <p:cNvSpPr/>
          <p:nvPr userDrawn="1"/>
        </p:nvSpPr>
        <p:spPr>
          <a:xfrm>
            <a:off x="14452317" y="981295"/>
            <a:ext cx="360047" cy="359917"/>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16" name="矩形 15"/>
          <p:cNvSpPr/>
          <p:nvPr userDrawn="1"/>
        </p:nvSpPr>
        <p:spPr>
          <a:xfrm>
            <a:off x="14452317" y="468977"/>
            <a:ext cx="360047" cy="359917"/>
          </a:xfrm>
          <a:prstGeom prst="rect">
            <a:avLst/>
          </a:prstGeom>
          <a:gradFill flip="none" rotWithShape="1">
            <a:gsLst>
              <a:gs pos="0">
                <a:srgbClr val="94A5B8"/>
              </a:gs>
              <a:gs pos="100000">
                <a:srgbClr val="7A8EA3"/>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userDrawn="1"/>
        </p:nvSpPr>
        <p:spPr>
          <a:xfrm>
            <a:off x="14812363" y="1510950"/>
            <a:ext cx="360047" cy="359917"/>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18" name="矩形 17"/>
          <p:cNvSpPr/>
          <p:nvPr userDrawn="1"/>
        </p:nvSpPr>
        <p:spPr>
          <a:xfrm>
            <a:off x="14812363" y="981295"/>
            <a:ext cx="360047" cy="359917"/>
          </a:xfrm>
          <a:prstGeom prst="rect">
            <a:avLst/>
          </a:prstGeom>
          <a:gradFill flip="none" rotWithShape="1">
            <a:gsLst>
              <a:gs pos="0">
                <a:srgbClr val="E3E9EF"/>
              </a:gs>
              <a:gs pos="100000">
                <a:srgbClr val="EBEFF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19" name="矩形 18"/>
          <p:cNvSpPr/>
          <p:nvPr userDrawn="1"/>
        </p:nvSpPr>
        <p:spPr>
          <a:xfrm>
            <a:off x="14812363" y="468675"/>
            <a:ext cx="360047" cy="359917"/>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20" name="矩形 19"/>
          <p:cNvSpPr/>
          <p:nvPr userDrawn="1"/>
        </p:nvSpPr>
        <p:spPr>
          <a:xfrm>
            <a:off x="14452317" y="2010614"/>
            <a:ext cx="360047" cy="359917"/>
          </a:xfrm>
          <a:prstGeom prst="rect">
            <a:avLst/>
          </a:prstGeom>
          <a:gradFill flip="none" rotWithShape="1">
            <a:gsLst>
              <a:gs pos="0">
                <a:srgbClr val="EBEBEB"/>
              </a:gs>
              <a:gs pos="100000">
                <a:srgbClr val="F0F0F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21" name="TextBox 20"/>
          <p:cNvSpPr txBox="1"/>
          <p:nvPr userDrawn="1"/>
        </p:nvSpPr>
        <p:spPr>
          <a:xfrm>
            <a:off x="12363893" y="490117"/>
            <a:ext cx="902929" cy="307706"/>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2" name="TextBox 21"/>
          <p:cNvSpPr txBox="1"/>
          <p:nvPr userDrawn="1"/>
        </p:nvSpPr>
        <p:spPr>
          <a:xfrm>
            <a:off x="12363893" y="1004097"/>
            <a:ext cx="902929" cy="307706"/>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3" name="TextBox 22"/>
          <p:cNvSpPr txBox="1"/>
          <p:nvPr userDrawn="1"/>
        </p:nvSpPr>
        <p:spPr>
          <a:xfrm>
            <a:off x="12363893" y="1518077"/>
            <a:ext cx="902929" cy="307706"/>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4" name="TextBox 23"/>
          <p:cNvSpPr txBox="1"/>
          <p:nvPr userDrawn="1"/>
        </p:nvSpPr>
        <p:spPr>
          <a:xfrm>
            <a:off x="12363893" y="2032056"/>
            <a:ext cx="902929" cy="307706"/>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5" name="矩形 24"/>
          <p:cNvSpPr/>
          <p:nvPr userDrawn="1"/>
        </p:nvSpPr>
        <p:spPr>
          <a:xfrm>
            <a:off x="14452317" y="2565104"/>
            <a:ext cx="360047" cy="35991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26" name="矩形 25"/>
          <p:cNvSpPr/>
          <p:nvPr userDrawn="1"/>
        </p:nvSpPr>
        <p:spPr>
          <a:xfrm>
            <a:off x="14452317" y="3134371"/>
            <a:ext cx="360047" cy="359917"/>
          </a:xfrm>
          <a:prstGeom prst="rect">
            <a:avLst/>
          </a:prstGeom>
          <a:gradFill flip="none" rotWithShape="1">
            <a:gsLst>
              <a:gs pos="0">
                <a:srgbClr val="C2D3E2"/>
              </a:gs>
              <a:gs pos="100000">
                <a:srgbClr val="CCDAE7"/>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7" name="矩形 26"/>
          <p:cNvSpPr/>
          <p:nvPr userDrawn="1"/>
        </p:nvSpPr>
        <p:spPr>
          <a:xfrm>
            <a:off x="14812363" y="3134371"/>
            <a:ext cx="360047" cy="359917"/>
          </a:xfrm>
          <a:prstGeom prst="rect">
            <a:avLst/>
          </a:prstGeom>
          <a:gradFill flip="none" rotWithShape="1">
            <a:gsLst>
              <a:gs pos="0">
                <a:srgbClr val="CE0B0F"/>
              </a:gs>
              <a:gs pos="100000">
                <a:srgbClr val="F1937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8" name="矩形 27"/>
          <p:cNvSpPr/>
          <p:nvPr userDrawn="1"/>
        </p:nvSpPr>
        <p:spPr>
          <a:xfrm>
            <a:off x="14452317" y="3717005"/>
            <a:ext cx="360047" cy="359917"/>
          </a:xfrm>
          <a:prstGeom prst="rect">
            <a:avLst/>
          </a:prstGeom>
          <a:gradFill flip="none" rotWithShape="1">
            <a:gsLst>
              <a:gs pos="0">
                <a:srgbClr val="F1F5F9"/>
              </a:gs>
              <a:gs pos="100000">
                <a:srgbClr val="CCDAE7">
                  <a:alpha val="4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9" name="矩形 28"/>
          <p:cNvSpPr/>
          <p:nvPr userDrawn="1"/>
        </p:nvSpPr>
        <p:spPr>
          <a:xfrm>
            <a:off x="14812363" y="3717005"/>
            <a:ext cx="360047" cy="359917"/>
          </a:xfrm>
          <a:prstGeom prst="rect">
            <a:avLst/>
          </a:prstGeom>
          <a:gradFill flip="none" rotWithShape="1">
            <a:gsLst>
              <a:gs pos="0">
                <a:srgbClr val="FE4B4B"/>
              </a:gs>
              <a:gs pos="100000">
                <a:srgbClr val="CC756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0" name="TextBox 29"/>
          <p:cNvSpPr txBox="1"/>
          <p:nvPr userDrawn="1"/>
        </p:nvSpPr>
        <p:spPr>
          <a:xfrm>
            <a:off x="12363893" y="3155813"/>
            <a:ext cx="543810" cy="307706"/>
          </a:xfrm>
          <a:prstGeom prst="rect">
            <a:avLst/>
          </a:prstGeom>
          <a:noFill/>
        </p:spPr>
        <p:txBody>
          <a:bodyPr wrap="none" rtlCol="0">
            <a:spAutoFit/>
          </a:bodyPr>
          <a:lstStyle/>
          <a:p>
            <a:r>
              <a:rPr lang="zh-CN" altLang="en-US" sz="1400" dirty="0">
                <a:solidFill>
                  <a:schemeClr val="bg1"/>
                </a:solidFill>
              </a:rPr>
              <a:t>白底</a:t>
            </a:r>
            <a:endParaRPr lang="en-US" altLang="zh-CN" sz="1400" dirty="0">
              <a:solidFill>
                <a:schemeClr val="bg1"/>
              </a:solidFill>
            </a:endParaRPr>
          </a:p>
        </p:txBody>
      </p:sp>
      <p:sp>
        <p:nvSpPr>
          <p:cNvPr id="31" name="TextBox 30"/>
          <p:cNvSpPr txBox="1"/>
          <p:nvPr userDrawn="1"/>
        </p:nvSpPr>
        <p:spPr>
          <a:xfrm>
            <a:off x="12363893" y="3738447"/>
            <a:ext cx="723369" cy="307706"/>
          </a:xfrm>
          <a:prstGeom prst="rect">
            <a:avLst/>
          </a:prstGeom>
          <a:noFill/>
        </p:spPr>
        <p:txBody>
          <a:bodyPr wrap="none" rtlCol="0">
            <a:spAutoFit/>
          </a:bodyPr>
          <a:lstStyle/>
          <a:p>
            <a:r>
              <a:rPr lang="zh-CN" altLang="en-US" sz="1400" dirty="0">
                <a:solidFill>
                  <a:schemeClr val="bg1"/>
                </a:solidFill>
              </a:rPr>
              <a:t>有色底</a:t>
            </a:r>
            <a:endParaRPr lang="en-US" altLang="zh-CN" sz="1400" dirty="0">
              <a:solidFill>
                <a:schemeClr val="bg1"/>
              </a:solidFill>
            </a:endParaRPr>
          </a:p>
        </p:txBody>
      </p:sp>
      <p:sp>
        <p:nvSpPr>
          <p:cNvPr id="32" name="矩形 31"/>
          <p:cNvSpPr/>
          <p:nvPr userDrawn="1"/>
        </p:nvSpPr>
        <p:spPr>
          <a:xfrm>
            <a:off x="14812363" y="4267601"/>
            <a:ext cx="360047" cy="359917"/>
          </a:xfrm>
          <a:prstGeom prst="rect">
            <a:avLst/>
          </a:prstGeom>
          <a:gradFill flip="none" rotWithShape="1">
            <a:gsLst>
              <a:gs pos="0">
                <a:srgbClr val="F5D9D0"/>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3" name="矩形 32"/>
          <p:cNvSpPr/>
          <p:nvPr userDrawn="1"/>
        </p:nvSpPr>
        <p:spPr>
          <a:xfrm>
            <a:off x="14452317" y="4267601"/>
            <a:ext cx="360047" cy="359917"/>
          </a:xfrm>
          <a:prstGeom prst="rect">
            <a:avLst/>
          </a:prstGeom>
          <a:gradFill flip="none" rotWithShape="1">
            <a:gsLst>
              <a:gs pos="0">
                <a:srgbClr val="DCDFE3">
                  <a:alpha val="51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4" name="TextBox 33"/>
          <p:cNvSpPr txBox="1"/>
          <p:nvPr userDrawn="1"/>
        </p:nvSpPr>
        <p:spPr>
          <a:xfrm>
            <a:off x="12363893" y="4267601"/>
            <a:ext cx="1800727" cy="307706"/>
          </a:xfrm>
          <a:prstGeom prst="rect">
            <a:avLst/>
          </a:prstGeom>
          <a:noFill/>
        </p:spPr>
        <p:txBody>
          <a:bodyPr wrap="none" rtlCol="0">
            <a:spAutoFit/>
          </a:bodyPr>
          <a:lstStyle/>
          <a:p>
            <a:r>
              <a:rPr lang="zh-CN" altLang="en-US" sz="1400" dirty="0">
                <a:solidFill>
                  <a:schemeClr val="bg1"/>
                </a:solidFill>
              </a:rPr>
              <a:t>与渐变图形搭配使用</a:t>
            </a:r>
            <a:endParaRPr lang="en-US" altLang="zh-CN" sz="1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spcBef>
          <a:spcPct val="0"/>
        </a:spcBef>
        <a:buNone/>
        <a:defRPr sz="3200" kern="1200" baseline="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2800" kern="1200">
          <a:solidFill>
            <a:srgbClr val="595959"/>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80604020202020204" pitchFamily="34" charset="0"/>
        <a:buChar char="–"/>
        <a:defRPr sz="2400" kern="1200">
          <a:solidFill>
            <a:srgbClr val="595959"/>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80604020202020204" pitchFamily="34" charset="0"/>
        <a:buChar char="•"/>
        <a:defRPr sz="2000" kern="1200">
          <a:solidFill>
            <a:srgbClr val="595959"/>
          </a:solidFill>
          <a:latin typeface="微软雅黑" panose="020B0503020204020204" pitchFamily="34" charset="-122"/>
          <a:ea typeface="微软雅黑" panose="020B0503020204020204" pitchFamily="34" charset="-122"/>
          <a:cs typeface="+mn-cs"/>
        </a:defRPr>
      </a:lvl3pPr>
      <a:lvl4pPr marL="1599565" indent="-228600" algn="l" defTabSz="914400" rtl="0" eaLnBrk="1" latinLnBrk="0" hangingPunct="1">
        <a:spcBef>
          <a:spcPct val="20000"/>
        </a:spcBef>
        <a:buFont typeface="Arial" panose="02080604020202020204" pitchFamily="34" charset="0"/>
        <a:buChar char="–"/>
        <a:defRPr sz="1800" kern="1200">
          <a:solidFill>
            <a:srgbClr val="595959"/>
          </a:solidFill>
          <a:latin typeface="微软雅黑" panose="020B0503020204020204" pitchFamily="34" charset="-122"/>
          <a:ea typeface="微软雅黑" panose="020B0503020204020204" pitchFamily="34" charset="-122"/>
          <a:cs typeface="+mn-cs"/>
        </a:defRPr>
      </a:lvl4pPr>
      <a:lvl5pPr marL="2056765" indent="-228600" algn="l" defTabSz="914400" rtl="0" eaLnBrk="1" latinLnBrk="0" hangingPunct="1">
        <a:spcBef>
          <a:spcPct val="20000"/>
        </a:spcBef>
        <a:buFont typeface="Arial" panose="02080604020202020204" pitchFamily="34" charset="0"/>
        <a:buChar char="»"/>
        <a:defRPr sz="1600" kern="1200">
          <a:solidFill>
            <a:srgbClr val="595959"/>
          </a:solidFill>
          <a:latin typeface="微软雅黑" panose="020B0503020204020204" pitchFamily="34" charset="-122"/>
          <a:ea typeface="微软雅黑" panose="020B0503020204020204" pitchFamily="34" charset="-122"/>
          <a:cs typeface="+mn-cs"/>
        </a:defRPr>
      </a:lvl5pPr>
      <a:lvl6pPr marL="2513965"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8" y="6356647"/>
            <a:ext cx="1463467" cy="245053"/>
          </a:xfrm>
          <a:prstGeom prst="rect">
            <a:avLst/>
          </a:prstGeom>
          <a:noFill/>
        </p:spPr>
        <p:txBody>
          <a:bodyPr wrap="square" rtlCol="0">
            <a:spAutoFit/>
          </a:bodyPr>
          <a:lstStyle/>
          <a:p>
            <a:pPr defTabSz="914400"/>
            <a:r>
              <a:rPr lang="en-US" sz="1000" dirty="0">
                <a:solidFill>
                  <a:srgbClr val="1D1D1B"/>
                </a:solidFill>
                <a:latin typeface="Arial" panose="02080604020202020204" pitchFamily="34" charset="0"/>
                <a:cs typeface="Arial" panose="02080604020202020204" pitchFamily="34" charset="0"/>
              </a:rPr>
              <a:t>Huawei Confidential</a:t>
            </a:r>
            <a:endParaRPr lang="en-US" sz="1000" dirty="0">
              <a:solidFill>
                <a:srgbClr val="1D1D1B"/>
              </a:solidFill>
              <a:latin typeface="Arial" panose="02080604020202020204" pitchFamily="34" charset="0"/>
              <a:cs typeface="Arial" panose="02080604020202020204" pitchFamily="34" charset="0"/>
            </a:endParaRPr>
          </a:p>
        </p:txBody>
      </p:sp>
      <p:sp>
        <p:nvSpPr>
          <p:cNvPr id="4" name="TextBox 3"/>
          <p:cNvSpPr txBox="1"/>
          <p:nvPr userDrawn="1"/>
        </p:nvSpPr>
        <p:spPr>
          <a:xfrm>
            <a:off x="734133" y="6402510"/>
            <a:ext cx="499729" cy="150460"/>
          </a:xfrm>
          <a:prstGeom prst="rect">
            <a:avLst/>
          </a:prstGeom>
          <a:noFill/>
        </p:spPr>
        <p:txBody>
          <a:bodyPr wrap="square" lIns="0" tIns="0" rIns="0" bIns="0" rtlCol="0">
            <a:spAutoFit/>
          </a:bodyPr>
          <a:lstStyle/>
          <a:p>
            <a:pPr defTabSz="890270">
              <a:defRPr/>
            </a:pPr>
            <a:fld id="{C3837181-38C6-AD4F-B8BA-B444770388BB}" type="slidenum">
              <a:rPr lang="en-US" sz="975">
                <a:solidFill>
                  <a:srgbClr val="1D1D1B"/>
                </a:solidFill>
                <a:latin typeface="Arial" panose="02080604020202020204" pitchFamily="34" charset="0"/>
                <a:cs typeface="Arial" panose="02080604020202020204" pitchFamily="34" charset="0"/>
              </a:rPr>
            </a:fld>
            <a:endParaRPr lang="en-US" sz="975" dirty="0">
              <a:solidFill>
                <a:srgbClr val="1D1D1B"/>
              </a:solidFill>
              <a:latin typeface="Arial" panose="02080604020202020204" pitchFamily="34" charset="0"/>
              <a:cs typeface="Arial" panose="02080604020202020204" pitchFamily="34" charset="0"/>
            </a:endParaRPr>
          </a:p>
        </p:txBody>
      </p:sp>
      <p:grpSp>
        <p:nvGrpSpPr>
          <p:cNvPr id="25" name="组合 24"/>
          <p:cNvGrpSpPr/>
          <p:nvPr userDrawn="1"/>
        </p:nvGrpSpPr>
        <p:grpSpPr>
          <a:xfrm>
            <a:off x="12216278" y="2931802"/>
            <a:ext cx="1982916" cy="3934500"/>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P</a:t>
                </a:r>
                <a:r>
                  <a:rPr kumimoji="1" lang="en-US" altLang="en-US" sz="700" b="1" dirty="0">
                    <a:solidFill>
                      <a:srgbClr val="FFFFFF"/>
                    </a:solidFill>
                    <a:latin typeface="Arial" panose="02080604020202020204" pitchFamily="34" charset="0"/>
                    <a:ea typeface="Arial" panose="02080604020202020204" pitchFamily="34" charset="0"/>
                    <a:cs typeface="Arial" panose="02080604020202020204" pitchFamily="34" charset="0"/>
                  </a:rPr>
                  <a:t>ANTONE</a:t>
                </a:r>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 186C</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200/16/46</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P</a:t>
                </a:r>
                <a:r>
                  <a:rPr kumimoji="1" lang="en-US" altLang="en-US" sz="700" b="1" dirty="0">
                    <a:solidFill>
                      <a:srgbClr val="FFFFFF"/>
                    </a:solidFill>
                    <a:latin typeface="Arial" panose="02080604020202020204" pitchFamily="34" charset="0"/>
                    <a:ea typeface="Arial" panose="02080604020202020204" pitchFamily="34" charset="0"/>
                    <a:cs typeface="Arial" panose="02080604020202020204" pitchFamily="34" charset="0"/>
                  </a:rPr>
                  <a:t>ANTONE</a:t>
                </a:r>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 185C</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199/0/11</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46" name="文本框 31"/>
              <p:cNvSpPr txBox="1"/>
              <p:nvPr userDrawn="1"/>
            </p:nvSpPr>
            <p:spPr>
              <a:xfrm>
                <a:off x="12328734" y="2207613"/>
                <a:ext cx="381050" cy="179783"/>
              </a:xfrm>
              <a:prstGeom prst="rect">
                <a:avLst/>
              </a:prstGeom>
              <a:noFill/>
            </p:spPr>
            <p:txBody>
              <a:bodyPr wrap="none" lIns="0" tIns="0" rIns="0" bIns="0" rtlCol="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品牌色</a:t>
                </a:r>
                <a:endParaRPr kumimoji="1" lang="zh-CN" altLang="en-US" sz="1000" dirty="0">
                  <a:solidFill>
                    <a:srgbClr val="1D1D1A"/>
                  </a:solidFill>
                  <a:latin typeface="微软雅黑" panose="020B0503020204020204" pitchFamily="34" charset="-122"/>
                  <a:ea typeface="微软雅黑" panose="020B0503020204020204" pitchFamily="34" charset="-122"/>
                </a:endParaRPr>
              </a:p>
            </p:txBody>
          </p:sp>
        </p:grpSp>
        <p:grpSp>
          <p:nvGrpSpPr>
            <p:cNvPr id="27" name="组合 26"/>
            <p:cNvGrpSpPr/>
            <p:nvPr userDrawn="1"/>
          </p:nvGrpSpPr>
          <p:grpSpPr>
            <a:xfrm>
              <a:off x="12216278" y="3054930"/>
              <a:ext cx="1982912" cy="3811690"/>
              <a:chOff x="12216278" y="3054930"/>
              <a:chExt cx="1982912" cy="3811690"/>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234/90/79</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120/0/15</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0" name="文本框 15"/>
              <p:cNvSpPr txBox="1"/>
              <p:nvPr userDrawn="1"/>
            </p:nvSpPr>
            <p:spPr>
              <a:xfrm>
                <a:off x="12216278" y="3054930"/>
                <a:ext cx="569387" cy="179783"/>
              </a:xfrm>
              <a:prstGeom prst="rect">
                <a:avLst/>
              </a:prstGeom>
              <a:noFill/>
            </p:spPr>
            <p:txBody>
              <a:bodyPr wrap="square" lIns="0" tIns="0" rIns="0" bIns="0" rtlCol="0" anchor="b" anchorCtr="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辅助色</a:t>
                </a:r>
                <a:endParaRPr kumimoji="1" lang="zh-CN" altLang="en-US" sz="1000" dirty="0">
                  <a:solidFill>
                    <a:srgbClr val="1D1D1A"/>
                  </a:solidFill>
                  <a:latin typeface="微软雅黑" panose="020B0503020204020204" pitchFamily="34" charset="-122"/>
                  <a:ea typeface="微软雅黑" panose="020B0503020204020204" pitchFamily="34" charset="-122"/>
                </a:endParaRP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248/181/60</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235/92/1</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137/137/137</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35/24/21</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rPr>
                  <a:t>RGB 221/221/221</a:t>
                </a:r>
                <a:endPar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endParaRP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233/140/128</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159/0/1</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rPr>
                  <a:t>RGB 245/220/87</a:t>
                </a:r>
                <a:endPar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endParaRP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240/133/0</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181/181/181</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rPr>
                  <a:t>RGB 89/87/87</a:t>
                </a:r>
                <a:endParaRPr kumimoji="1" lang="en-US" altLang="zh-CN" sz="7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rPr>
                  <a:t>RGB 255/255/255</a:t>
                </a:r>
                <a:endParaRPr kumimoji="1" lang="en-US" altLang="zh-CN" sz="700" b="1" dirty="0">
                  <a:solidFill>
                    <a:srgbClr val="666666"/>
                  </a:solidFill>
                  <a:latin typeface="Arial" panose="02080604020202020204" pitchFamily="34" charset="0"/>
                  <a:ea typeface="Arial" panose="02080604020202020204" pitchFamily="34" charset="0"/>
                  <a:cs typeface="Arial" panose="02080604020202020204" pitchFamily="34" charset="0"/>
                </a:endParaRPr>
              </a:p>
            </p:txBody>
          </p:sp>
        </p:grpSp>
      </p:grpSp>
      <p:pic>
        <p:nvPicPr>
          <p:cNvPr id="2" name="图片 1"/>
          <p:cNvPicPr>
            <a:picLocks noChangeAspect="1"/>
          </p:cNvPicPr>
          <p:nvPr userDrawn="1"/>
        </p:nvPicPr>
        <p:blipFill>
          <a:blip r:embed="rId3" cstate="screen"/>
          <a:stretch>
            <a:fillRect/>
          </a:stretch>
        </p:blipFill>
        <p:spPr>
          <a:xfrm>
            <a:off x="10196000" y="6320838"/>
            <a:ext cx="1269074" cy="277533"/>
          </a:xfrm>
          <a:prstGeom prst="rect">
            <a:avLst/>
          </a:prstGeom>
        </p:spPr>
      </p:pic>
    </p:spTree>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l" defTabSz="1186815" rtl="0" eaLnBrk="1" latinLnBrk="0" hangingPunct="1">
        <a:lnSpc>
          <a:spcPct val="90000"/>
        </a:lnSpc>
        <a:spcBef>
          <a:spcPct val="0"/>
        </a:spcBef>
        <a:buNone/>
        <a:defRPr sz="5710" kern="1200">
          <a:solidFill>
            <a:schemeClr val="tx1"/>
          </a:solidFill>
          <a:latin typeface="+mj-lt"/>
          <a:ea typeface="+mj-ea"/>
          <a:cs typeface="+mj-cs"/>
        </a:defRPr>
      </a:lvl1pPr>
    </p:titleStyle>
    <p:bodyStyle>
      <a:lvl1pPr marL="296545" indent="-296545" algn="l" defTabSz="1186815" rtl="0" eaLnBrk="1" latinLnBrk="0" hangingPunct="1">
        <a:lnSpc>
          <a:spcPct val="90000"/>
        </a:lnSpc>
        <a:spcBef>
          <a:spcPts val="1295"/>
        </a:spcBef>
        <a:buFont typeface="Arial" panose="02080604020202020204" pitchFamily="34" charset="0"/>
        <a:buChar char="•"/>
        <a:defRPr sz="3635" kern="1200">
          <a:solidFill>
            <a:schemeClr val="tx1"/>
          </a:solidFill>
          <a:latin typeface="+mn-lt"/>
          <a:ea typeface="+mn-ea"/>
          <a:cs typeface="+mn-cs"/>
        </a:defRPr>
      </a:lvl1pPr>
      <a:lvl2pPr marL="890270" indent="-296545" algn="l" defTabSz="1186815" rtl="0" eaLnBrk="1" latinLnBrk="0" hangingPunct="1">
        <a:lnSpc>
          <a:spcPct val="90000"/>
        </a:lnSpc>
        <a:spcBef>
          <a:spcPts val="650"/>
        </a:spcBef>
        <a:buFont typeface="Arial" panose="02080604020202020204" pitchFamily="34" charset="0"/>
        <a:buChar char="•"/>
        <a:defRPr sz="3115" kern="1200">
          <a:solidFill>
            <a:schemeClr val="tx1"/>
          </a:solidFill>
          <a:latin typeface="+mn-lt"/>
          <a:ea typeface="+mn-ea"/>
          <a:cs typeface="+mn-cs"/>
        </a:defRPr>
      </a:lvl2pPr>
      <a:lvl3pPr marL="1483360" indent="-296545" algn="l" defTabSz="1186815" rtl="0" eaLnBrk="1" latinLnBrk="0" hangingPunct="1">
        <a:lnSpc>
          <a:spcPct val="90000"/>
        </a:lnSpc>
        <a:spcBef>
          <a:spcPts val="650"/>
        </a:spcBef>
        <a:buFont typeface="Arial" panose="02080604020202020204" pitchFamily="34" charset="0"/>
        <a:buChar char="•"/>
        <a:defRPr sz="2595" kern="1200">
          <a:solidFill>
            <a:schemeClr val="tx1"/>
          </a:solidFill>
          <a:latin typeface="+mn-lt"/>
          <a:ea typeface="+mn-ea"/>
          <a:cs typeface="+mn-cs"/>
        </a:defRPr>
      </a:lvl3pPr>
      <a:lvl4pPr marL="2077085"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4pPr>
      <a:lvl5pPr marL="2670175"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5pPr>
      <a:lvl6pPr marL="3263900"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6pPr>
      <a:lvl7pPr marL="3856990"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7pPr>
      <a:lvl8pPr marL="4450715"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8pPr>
      <a:lvl9pPr marL="5043170" indent="-296545" algn="l" defTabSz="1186815" rtl="0" eaLnBrk="1" latinLnBrk="0" hangingPunct="1">
        <a:lnSpc>
          <a:spcPct val="90000"/>
        </a:lnSpc>
        <a:spcBef>
          <a:spcPts val="650"/>
        </a:spcBef>
        <a:buFont typeface="Arial" panose="02080604020202020204" pitchFamily="34" charset="0"/>
        <a:buChar char="•"/>
        <a:defRPr sz="2335" kern="1200">
          <a:solidFill>
            <a:schemeClr val="tx1"/>
          </a:solidFill>
          <a:latin typeface="+mn-lt"/>
          <a:ea typeface="+mn-ea"/>
          <a:cs typeface="+mn-cs"/>
        </a:defRPr>
      </a:lvl9pPr>
    </p:bodyStyle>
    <p:otherStyle>
      <a:defPPr>
        <a:defRPr lang="en-US"/>
      </a:defPPr>
      <a:lvl1pPr marL="0" algn="l" defTabSz="1186815" rtl="0" eaLnBrk="1" latinLnBrk="0" hangingPunct="1">
        <a:defRPr sz="2335" kern="1200">
          <a:solidFill>
            <a:schemeClr val="tx1"/>
          </a:solidFill>
          <a:latin typeface="+mn-lt"/>
          <a:ea typeface="+mn-ea"/>
          <a:cs typeface="+mn-cs"/>
        </a:defRPr>
      </a:lvl1pPr>
      <a:lvl2pPr marL="593725" algn="l" defTabSz="1186815" rtl="0" eaLnBrk="1" latinLnBrk="0" hangingPunct="1">
        <a:defRPr sz="2335" kern="1200">
          <a:solidFill>
            <a:schemeClr val="tx1"/>
          </a:solidFill>
          <a:latin typeface="+mn-lt"/>
          <a:ea typeface="+mn-ea"/>
          <a:cs typeface="+mn-cs"/>
        </a:defRPr>
      </a:lvl2pPr>
      <a:lvl3pPr marL="1186815" algn="l" defTabSz="1186815" rtl="0" eaLnBrk="1" latinLnBrk="0" hangingPunct="1">
        <a:defRPr sz="2335" kern="1200">
          <a:solidFill>
            <a:schemeClr val="tx1"/>
          </a:solidFill>
          <a:latin typeface="+mn-lt"/>
          <a:ea typeface="+mn-ea"/>
          <a:cs typeface="+mn-cs"/>
        </a:defRPr>
      </a:lvl3pPr>
      <a:lvl4pPr marL="1780540" algn="l" defTabSz="1186815" rtl="0" eaLnBrk="1" latinLnBrk="0" hangingPunct="1">
        <a:defRPr sz="2335" kern="1200">
          <a:solidFill>
            <a:schemeClr val="tx1"/>
          </a:solidFill>
          <a:latin typeface="+mn-lt"/>
          <a:ea typeface="+mn-ea"/>
          <a:cs typeface="+mn-cs"/>
        </a:defRPr>
      </a:lvl4pPr>
      <a:lvl5pPr marL="2373630" algn="l" defTabSz="1186815" rtl="0" eaLnBrk="1" latinLnBrk="0" hangingPunct="1">
        <a:defRPr sz="2335" kern="1200">
          <a:solidFill>
            <a:schemeClr val="tx1"/>
          </a:solidFill>
          <a:latin typeface="+mn-lt"/>
          <a:ea typeface="+mn-ea"/>
          <a:cs typeface="+mn-cs"/>
        </a:defRPr>
      </a:lvl5pPr>
      <a:lvl6pPr marL="2967355" algn="l" defTabSz="1186815" rtl="0" eaLnBrk="1" latinLnBrk="0" hangingPunct="1">
        <a:defRPr sz="2335" kern="1200">
          <a:solidFill>
            <a:schemeClr val="tx1"/>
          </a:solidFill>
          <a:latin typeface="+mn-lt"/>
          <a:ea typeface="+mn-ea"/>
          <a:cs typeface="+mn-cs"/>
        </a:defRPr>
      </a:lvl6pPr>
      <a:lvl7pPr marL="3560445" algn="l" defTabSz="1186815" rtl="0" eaLnBrk="1" latinLnBrk="0" hangingPunct="1">
        <a:defRPr sz="2335" kern="1200">
          <a:solidFill>
            <a:schemeClr val="tx1"/>
          </a:solidFill>
          <a:latin typeface="+mn-lt"/>
          <a:ea typeface="+mn-ea"/>
          <a:cs typeface="+mn-cs"/>
        </a:defRPr>
      </a:lvl7pPr>
      <a:lvl8pPr marL="4154170" algn="l" defTabSz="1186815" rtl="0" eaLnBrk="1" latinLnBrk="0" hangingPunct="1">
        <a:defRPr sz="2335" kern="1200">
          <a:solidFill>
            <a:schemeClr val="tx1"/>
          </a:solidFill>
          <a:latin typeface="+mn-lt"/>
          <a:ea typeface="+mn-ea"/>
          <a:cs typeface="+mn-cs"/>
        </a:defRPr>
      </a:lvl8pPr>
      <a:lvl9pPr marL="4747260" algn="l" defTabSz="1186815" rtl="0" eaLnBrk="1" latinLnBrk="0" hangingPunct="1">
        <a:defRPr sz="2335"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528" y="365126"/>
            <a:ext cx="10519708"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528" y="1825625"/>
            <a:ext cx="10519708"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528" y="6356351"/>
            <a:ext cx="274427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6CE4E9-8F09-4F3A-96F6-1CF11FC97312}" type="datetimeFigureOut">
              <a:rPr lang="zh-CN" altLang="en-US" smtClean="0"/>
            </a:fld>
            <a:endParaRPr lang="zh-CN" altLang="en-US"/>
          </a:p>
        </p:txBody>
      </p:sp>
      <p:sp>
        <p:nvSpPr>
          <p:cNvPr id="5" name="页脚占位符 4"/>
          <p:cNvSpPr>
            <a:spLocks noGrp="1"/>
          </p:cNvSpPr>
          <p:nvPr>
            <p:ph type="ftr" sz="quarter" idx="3"/>
          </p:nvPr>
        </p:nvSpPr>
        <p:spPr>
          <a:xfrm>
            <a:off x="4040178" y="6356351"/>
            <a:ext cx="411640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3964" y="6356351"/>
            <a:ext cx="274427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4D5143-527D-4597-9D11-DC599307335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2365"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599565"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6765"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3965"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773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130" algn="l" defTabSz="914400" rtl="0" eaLnBrk="1" latinLnBrk="0" hangingPunct="1">
        <a:defRPr sz="1800" kern="1200">
          <a:solidFill>
            <a:schemeClr val="tx1"/>
          </a:solidFill>
          <a:latin typeface="+mn-lt"/>
          <a:ea typeface="+mn-ea"/>
          <a:cs typeface="+mn-cs"/>
        </a:defRPr>
      </a:lvl8pPr>
      <a:lvl9pPr marL="365633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9629" y="468675"/>
            <a:ext cx="11377506" cy="1042275"/>
          </a:xfrm>
          <a:prstGeom prst="rect">
            <a:avLst/>
          </a:prstGeom>
        </p:spPr>
        <p:txBody>
          <a:bodyPr vert="horz" lIns="91440" tIns="45720" rIns="91440" bIns="45720" rtlCol="0" anchor="ctr">
            <a:normAutofit/>
          </a:bodyPr>
          <a:lstStyle/>
          <a:p>
            <a:r>
              <a:rPr lang="zh-CN" altLang="en-US" dirty="0"/>
              <a:t>微软雅黑 左对齐 一行</a:t>
            </a:r>
            <a:endParaRPr lang="zh-CN" altLang="en-US" dirty="0"/>
          </a:p>
        </p:txBody>
      </p:sp>
      <p:sp>
        <p:nvSpPr>
          <p:cNvPr id="3" name="文本占位符 2"/>
          <p:cNvSpPr>
            <a:spLocks noGrp="1"/>
          </p:cNvSpPr>
          <p:nvPr>
            <p:ph type="body" idx="1"/>
          </p:nvPr>
        </p:nvSpPr>
        <p:spPr>
          <a:xfrm>
            <a:off x="609680" y="1599829"/>
            <a:ext cx="10977404" cy="4526502"/>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Rectangle 5"/>
          <p:cNvSpPr>
            <a:spLocks noChangeArrowheads="1"/>
          </p:cNvSpPr>
          <p:nvPr userDrawn="1"/>
        </p:nvSpPr>
        <p:spPr bwMode="auto">
          <a:xfrm>
            <a:off x="3040918" y="6537794"/>
            <a:ext cx="272090" cy="195898"/>
          </a:xfrm>
          <a:prstGeom prst="rect">
            <a:avLst/>
          </a:prstGeom>
          <a:noFill/>
          <a:ln w="9525">
            <a:noFill/>
            <a:miter lim="800000"/>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fld>
            <a:endParaRPr lang="en-GB" altLang="zh-CN" sz="900" b="0" dirty="0">
              <a:solidFill>
                <a:schemeClr val="bg1">
                  <a:lumMod val="65000"/>
                </a:schemeClr>
              </a:solidFill>
              <a:latin typeface="+mn-lt"/>
              <a:ea typeface="+mn-ea"/>
            </a:endParaRPr>
          </a:p>
        </p:txBody>
      </p:sp>
      <p:pic>
        <p:nvPicPr>
          <p:cNvPr id="9" name="Picture 2" descr="C:\Users\z00124665\Desktop\图形1.wmf"/>
          <p:cNvPicPr>
            <a:picLocks noChangeAspect="1" noChangeArrowheads="1"/>
          </p:cNvPicPr>
          <p:nvPr userDrawn="1"/>
        </p:nvPicPr>
        <p:blipFill>
          <a:blip r:embed="rId12" cstate="print"/>
          <a:srcRect/>
          <a:stretch>
            <a:fillRect/>
          </a:stretch>
        </p:blipFill>
        <p:spPr bwMode="auto">
          <a:xfrm>
            <a:off x="322306" y="6524435"/>
            <a:ext cx="2656233" cy="120939"/>
          </a:xfrm>
          <a:prstGeom prst="rect">
            <a:avLst/>
          </a:prstGeom>
          <a:noFill/>
        </p:spPr>
      </p:pic>
      <p:pic>
        <p:nvPicPr>
          <p:cNvPr id="10" name="Picture 2" descr="E:\01 日常工作\03 品牌规范设计\公司广告源文档\HW LOGO(horizontal）111.png"/>
          <p:cNvPicPr>
            <a:picLocks noChangeAspect="1" noChangeArrowheads="1"/>
          </p:cNvPicPr>
          <p:nvPr userDrawn="1"/>
        </p:nvPicPr>
        <p:blipFill>
          <a:blip r:embed="rId13" cstate="print"/>
          <a:srcRect/>
          <a:stretch>
            <a:fillRect/>
          </a:stretch>
        </p:blipFill>
        <p:spPr bwMode="auto">
          <a:xfrm>
            <a:off x="10619538" y="6430760"/>
            <a:ext cx="1249363" cy="302933"/>
          </a:xfrm>
          <a:prstGeom prst="rect">
            <a:avLst/>
          </a:prstGeom>
          <a:noFill/>
        </p:spPr>
      </p:pic>
      <p:pic>
        <p:nvPicPr>
          <p:cNvPr id="12" name="图片 11" descr="leading-new-ict.png"/>
          <p:cNvPicPr>
            <a:picLocks noChangeAspect="1"/>
          </p:cNvPicPr>
          <p:nvPr userDrawn="1"/>
        </p:nvPicPr>
        <p:blipFill>
          <a:blip r:embed="rId14" cstate="print"/>
          <a:stretch>
            <a:fillRect/>
          </a:stretch>
        </p:blipFill>
        <p:spPr>
          <a:xfrm>
            <a:off x="10436945" y="243379"/>
            <a:ext cx="1431957" cy="107975"/>
          </a:xfrm>
          <a:prstGeom prst="rect">
            <a:avLst/>
          </a:prstGeom>
        </p:spPr>
      </p:pic>
      <p:sp>
        <p:nvSpPr>
          <p:cNvPr id="13" name="TextBox 12"/>
          <p:cNvSpPr txBox="1"/>
          <p:nvPr userDrawn="1"/>
        </p:nvSpPr>
        <p:spPr>
          <a:xfrm>
            <a:off x="-2903790" y="165062"/>
            <a:ext cx="2903791" cy="8452730"/>
          </a:xfrm>
          <a:prstGeom prst="rect">
            <a:avLst/>
          </a:prstGeom>
          <a:noFill/>
        </p:spPr>
        <p:txBody>
          <a:bodyPr wrap="square" rtlCol="0">
            <a:spAutoFit/>
          </a:bodyPr>
          <a:lstStyle/>
          <a:p>
            <a:pPr>
              <a:lnSpc>
                <a:spcPct val="150000"/>
              </a:lnSpc>
            </a:pPr>
            <a:r>
              <a:rPr lang="zh-CN" altLang="en-US" sz="1400" dirty="0">
                <a:solidFill>
                  <a:schemeClr val="bg1"/>
                </a:solidFill>
              </a:rPr>
              <a:t>排版：</a:t>
            </a:r>
            <a:r>
              <a:rPr lang="zh-CN" altLang="en-US" sz="1400" b="1" dirty="0">
                <a:solidFill>
                  <a:schemeClr val="bg1"/>
                </a:solidFill>
              </a:rPr>
              <a:t>左对齐</a:t>
            </a:r>
            <a:endParaRPr lang="en-US" altLang="zh-CN" sz="1400" b="1" dirty="0">
              <a:solidFill>
                <a:schemeClr val="bg1"/>
              </a:solidFill>
            </a:endParaRPr>
          </a:p>
          <a:p>
            <a:pPr>
              <a:lnSpc>
                <a:spcPct val="150000"/>
              </a:lnSpc>
            </a:pPr>
            <a:r>
              <a:rPr lang="zh-CN" altLang="en-US" sz="1400" dirty="0">
                <a:solidFill>
                  <a:schemeClr val="bg1"/>
                </a:solidFill>
              </a:rPr>
              <a:t>中文字体：</a:t>
            </a:r>
            <a:r>
              <a:rPr lang="zh-CN" altLang="en-US" sz="1400" b="1" dirty="0">
                <a:solidFill>
                  <a:schemeClr val="bg1"/>
                </a:solidFill>
              </a:rPr>
              <a:t>微软雅黑</a:t>
            </a:r>
            <a:endParaRPr lang="en-US" altLang="zh-CN" sz="1400" dirty="0">
              <a:solidFill>
                <a:schemeClr val="bg1"/>
              </a:solidFill>
            </a:endParaRPr>
          </a:p>
          <a:p>
            <a:pPr>
              <a:lnSpc>
                <a:spcPct val="150000"/>
              </a:lnSpc>
            </a:pPr>
            <a:r>
              <a:rPr lang="zh-CN" altLang="en-US" sz="1400" dirty="0">
                <a:solidFill>
                  <a:schemeClr val="bg1"/>
                </a:solidFill>
              </a:rPr>
              <a:t>英文字体：</a:t>
            </a:r>
            <a:r>
              <a:rPr lang="en-US" altLang="zh-CN" sz="1400" b="1" dirty="0">
                <a:solidFill>
                  <a:schemeClr val="bg1"/>
                </a:solidFill>
              </a:rPr>
              <a:t>Arial</a:t>
            </a:r>
            <a:endParaRPr lang="en-US" altLang="zh-CN" sz="1400" dirty="0">
              <a:solidFill>
                <a:schemeClr val="bg1"/>
              </a:solidFill>
            </a:endParaRPr>
          </a:p>
          <a:p>
            <a:pPr>
              <a:lnSpc>
                <a:spcPct val="150000"/>
              </a:lnSpc>
            </a:pPr>
            <a:r>
              <a:rPr lang="zh-CN" altLang="en-US" sz="1400" dirty="0">
                <a:solidFill>
                  <a:schemeClr val="bg1"/>
                </a:solidFill>
              </a:rPr>
              <a:t>正文颜色：</a:t>
            </a:r>
            <a:r>
              <a:rPr lang="en-US" altLang="zh-CN" sz="1400" b="1" dirty="0">
                <a:solidFill>
                  <a:schemeClr val="bg1"/>
                </a:solidFill>
              </a:rPr>
              <a:t>RGB: 89;89;89    </a:t>
            </a:r>
            <a:endParaRPr lang="en-US" altLang="zh-CN" sz="1400" b="1" dirty="0">
              <a:solidFill>
                <a:schemeClr val="bg1"/>
              </a:solidFill>
            </a:endParaRPr>
          </a:p>
          <a:p>
            <a:pPr>
              <a:lnSpc>
                <a:spcPct val="150000"/>
              </a:lnSpc>
            </a:pPr>
            <a:r>
              <a:rPr lang="zh-CN" altLang="en-US" sz="1400" dirty="0">
                <a:solidFill>
                  <a:schemeClr val="bg1"/>
                </a:solidFill>
              </a:rPr>
              <a:t>标题</a:t>
            </a:r>
            <a:r>
              <a:rPr lang="en-US" altLang="zh-CN" sz="1400" dirty="0">
                <a:solidFill>
                  <a:schemeClr val="bg1"/>
                </a:solidFill>
              </a:rPr>
              <a:t>/</a:t>
            </a:r>
            <a:r>
              <a:rPr lang="zh-CN" altLang="en-US" sz="1400" dirty="0">
                <a:solidFill>
                  <a:schemeClr val="bg1"/>
                </a:solidFill>
              </a:rPr>
              <a:t>强调颜色</a:t>
            </a:r>
            <a:r>
              <a:rPr lang="en-US" altLang="zh-CN" sz="1400" dirty="0">
                <a:solidFill>
                  <a:schemeClr val="bg1"/>
                </a:solidFill>
              </a:rPr>
              <a:t>: </a:t>
            </a:r>
            <a:r>
              <a:rPr lang="en-US" altLang="zh-CN" sz="1400" b="1" dirty="0">
                <a:solidFill>
                  <a:schemeClr val="bg1"/>
                </a:solidFill>
              </a:rPr>
              <a:t>RGB: 0;0;0</a:t>
            </a:r>
            <a:endParaRPr lang="en-US" altLang="zh-CN" sz="1400" b="1"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分隔线条颜色： </a:t>
            </a:r>
            <a:r>
              <a:rPr lang="en-US" altLang="zh-CN" sz="1400" b="1" dirty="0">
                <a:solidFill>
                  <a:schemeClr val="bg1"/>
                </a:solidFill>
              </a:rPr>
              <a:t>RGB: 166;166;166</a:t>
            </a:r>
            <a:endParaRPr lang="en-US" altLang="zh-CN" sz="1400" b="1"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分隔线条线粗： </a:t>
            </a:r>
            <a:r>
              <a:rPr lang="en-US" altLang="zh-CN" sz="1400" b="1" dirty="0">
                <a:solidFill>
                  <a:schemeClr val="bg1"/>
                </a:solidFill>
              </a:rPr>
              <a:t>0.75</a:t>
            </a:r>
            <a:r>
              <a:rPr lang="zh-CN" altLang="en-US" sz="1400" b="1" dirty="0">
                <a:solidFill>
                  <a:schemeClr val="bg1"/>
                </a:solidFill>
              </a:rPr>
              <a:t>磅</a:t>
            </a:r>
            <a:endParaRPr lang="en-US" altLang="zh-CN" sz="1400" b="1"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用做画面色块使用，三种颜色请搭配使用，同一个页面颜色不能重复使用</a:t>
            </a:r>
            <a:endParaRPr lang="en-US" altLang="zh-CN"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图形与文字搭配做底色使用，深浅搭配使用</a:t>
            </a:r>
            <a:endParaRPr lang="en-US" altLang="zh-CN"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红色仅作局部小范围点缀</a:t>
            </a:r>
            <a:endParaRPr lang="zh-CN" altLang="en-US"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渐变色只用在数据图形的展示方面</a:t>
            </a:r>
            <a:endParaRPr lang="en-US" altLang="zh-CN"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图标：整个胶片出现的图标，使用线稿效果，增加圆形线圈加以辅助；</a:t>
            </a:r>
            <a:endParaRPr lang="zh-CN" altLang="en-US"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图标尺寸为三种</a:t>
            </a:r>
            <a:r>
              <a:rPr lang="en-US" altLang="zh-CN" sz="1400" b="1" dirty="0">
                <a:solidFill>
                  <a:schemeClr val="bg1"/>
                </a:solidFill>
              </a:rPr>
              <a:t>2.4x2.4cm</a:t>
            </a:r>
            <a:r>
              <a:rPr lang="zh-CN" altLang="en-US" sz="1400" b="1" dirty="0">
                <a:solidFill>
                  <a:schemeClr val="bg1"/>
                </a:solidFill>
              </a:rPr>
              <a:t>，</a:t>
            </a:r>
            <a:r>
              <a:rPr lang="en-US" altLang="zh-CN" sz="1400" b="1" dirty="0">
                <a:solidFill>
                  <a:schemeClr val="bg1"/>
                </a:solidFill>
              </a:rPr>
              <a:t>1.6x1.6cm</a:t>
            </a:r>
            <a:r>
              <a:rPr lang="zh-CN" altLang="en-US" sz="1400" b="1" dirty="0">
                <a:solidFill>
                  <a:schemeClr val="bg1"/>
                </a:solidFill>
              </a:rPr>
              <a:t>，</a:t>
            </a:r>
            <a:r>
              <a:rPr lang="en-US" altLang="zh-CN" sz="1400" b="1" dirty="0">
                <a:solidFill>
                  <a:schemeClr val="bg1"/>
                </a:solidFill>
              </a:rPr>
              <a:t>0.9x0.9cm</a:t>
            </a:r>
            <a:endParaRPr lang="en-US" altLang="zh-CN" sz="1400" b="1"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r>
              <a:rPr lang="zh-CN" altLang="en-US" sz="1400" dirty="0">
                <a:solidFill>
                  <a:schemeClr val="bg1"/>
                </a:solidFill>
              </a:rPr>
              <a:t>图片：</a:t>
            </a:r>
            <a:r>
              <a:rPr lang="zh-CN" altLang="en-US" sz="1400" b="1" dirty="0">
                <a:solidFill>
                  <a:schemeClr val="bg1"/>
                </a:solidFill>
              </a:rPr>
              <a:t>选择亮度高、自然化的图片；</a:t>
            </a:r>
            <a:endParaRPr lang="zh-CN" altLang="en-US" sz="1400" b="1"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endParaRPr lang="en-US" altLang="zh-CN"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endParaRPr lang="zh-CN" altLang="en-US" sz="1400" dirty="0">
              <a:solidFill>
                <a:schemeClr val="bg1"/>
              </a:solidFill>
            </a:endParaRPr>
          </a:p>
          <a:p>
            <a:pPr marL="0" marR="0" indent="0" algn="l" defTabSz="1218565" rtl="0" eaLnBrk="1" fontAlgn="auto" latinLnBrk="0" hangingPunct="1">
              <a:lnSpc>
                <a:spcPct val="150000"/>
              </a:lnSpc>
              <a:spcBef>
                <a:spcPts val="0"/>
              </a:spcBef>
              <a:spcAft>
                <a:spcPts val="0"/>
              </a:spcAft>
              <a:buClrTx/>
              <a:buSzTx/>
              <a:buFontTx/>
              <a:buNone/>
              <a:defRPr/>
            </a:pPr>
            <a:endParaRPr lang="en-US" altLang="zh-CN" sz="1400" dirty="0">
              <a:solidFill>
                <a:schemeClr val="bg1"/>
              </a:solidFill>
            </a:endParaRPr>
          </a:p>
          <a:p>
            <a:pPr>
              <a:lnSpc>
                <a:spcPct val="150000"/>
              </a:lnSpc>
            </a:pPr>
            <a:endParaRPr lang="zh-CN" altLang="en-US" sz="1400" dirty="0">
              <a:solidFill>
                <a:schemeClr val="bg1"/>
              </a:solidFill>
            </a:endParaRPr>
          </a:p>
        </p:txBody>
      </p:sp>
      <p:sp>
        <p:nvSpPr>
          <p:cNvPr id="14" name="矩形 13"/>
          <p:cNvSpPr/>
          <p:nvPr userDrawn="1"/>
        </p:nvSpPr>
        <p:spPr>
          <a:xfrm>
            <a:off x="14452318" y="1510951"/>
            <a:ext cx="360047" cy="359917"/>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15" name="矩形 14"/>
          <p:cNvSpPr/>
          <p:nvPr userDrawn="1"/>
        </p:nvSpPr>
        <p:spPr>
          <a:xfrm>
            <a:off x="14452318" y="981296"/>
            <a:ext cx="360047" cy="359917"/>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16" name="矩形 15"/>
          <p:cNvSpPr/>
          <p:nvPr userDrawn="1"/>
        </p:nvSpPr>
        <p:spPr>
          <a:xfrm>
            <a:off x="14452318" y="468977"/>
            <a:ext cx="360047" cy="359917"/>
          </a:xfrm>
          <a:prstGeom prst="rect">
            <a:avLst/>
          </a:prstGeom>
          <a:gradFill flip="none" rotWithShape="1">
            <a:gsLst>
              <a:gs pos="0">
                <a:srgbClr val="94A5B8"/>
              </a:gs>
              <a:gs pos="100000">
                <a:srgbClr val="7A8EA3"/>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userDrawn="1"/>
        </p:nvSpPr>
        <p:spPr>
          <a:xfrm>
            <a:off x="14812363" y="1510951"/>
            <a:ext cx="360047" cy="359917"/>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18" name="矩形 17"/>
          <p:cNvSpPr/>
          <p:nvPr userDrawn="1"/>
        </p:nvSpPr>
        <p:spPr>
          <a:xfrm>
            <a:off x="14812363" y="981296"/>
            <a:ext cx="360047" cy="359917"/>
          </a:xfrm>
          <a:prstGeom prst="rect">
            <a:avLst/>
          </a:prstGeom>
          <a:gradFill flip="none" rotWithShape="1">
            <a:gsLst>
              <a:gs pos="0">
                <a:srgbClr val="E3E9EF"/>
              </a:gs>
              <a:gs pos="100000">
                <a:srgbClr val="EBEFF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19" name="矩形 18"/>
          <p:cNvSpPr/>
          <p:nvPr userDrawn="1"/>
        </p:nvSpPr>
        <p:spPr>
          <a:xfrm>
            <a:off x="14812363" y="468675"/>
            <a:ext cx="360047" cy="359917"/>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sym typeface="Arial" panose="020B0604020202020204"/>
            </a:endParaRPr>
          </a:p>
        </p:txBody>
      </p:sp>
      <p:sp>
        <p:nvSpPr>
          <p:cNvPr id="20" name="矩形 19"/>
          <p:cNvSpPr/>
          <p:nvPr userDrawn="1"/>
        </p:nvSpPr>
        <p:spPr>
          <a:xfrm>
            <a:off x="14452318" y="2010614"/>
            <a:ext cx="360047" cy="359917"/>
          </a:xfrm>
          <a:prstGeom prst="rect">
            <a:avLst/>
          </a:prstGeom>
          <a:gradFill flip="none" rotWithShape="1">
            <a:gsLst>
              <a:gs pos="0">
                <a:srgbClr val="EBEBEB"/>
              </a:gs>
              <a:gs pos="100000">
                <a:srgbClr val="F0F0F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21" name="TextBox 20"/>
          <p:cNvSpPr txBox="1"/>
          <p:nvPr userDrawn="1"/>
        </p:nvSpPr>
        <p:spPr>
          <a:xfrm>
            <a:off x="12363894" y="490118"/>
            <a:ext cx="902929" cy="307706"/>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2" name="TextBox 21"/>
          <p:cNvSpPr txBox="1"/>
          <p:nvPr userDrawn="1"/>
        </p:nvSpPr>
        <p:spPr>
          <a:xfrm>
            <a:off x="12363894" y="1004098"/>
            <a:ext cx="902929" cy="307706"/>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3" name="TextBox 22"/>
          <p:cNvSpPr txBox="1"/>
          <p:nvPr userDrawn="1"/>
        </p:nvSpPr>
        <p:spPr>
          <a:xfrm>
            <a:off x="12363894" y="1518078"/>
            <a:ext cx="902929" cy="307706"/>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4" name="TextBox 23"/>
          <p:cNvSpPr txBox="1"/>
          <p:nvPr userDrawn="1"/>
        </p:nvSpPr>
        <p:spPr>
          <a:xfrm>
            <a:off x="12363894" y="2032057"/>
            <a:ext cx="902929" cy="307706"/>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5" name="矩形 24"/>
          <p:cNvSpPr/>
          <p:nvPr userDrawn="1"/>
        </p:nvSpPr>
        <p:spPr>
          <a:xfrm>
            <a:off x="14452318" y="2565105"/>
            <a:ext cx="360047" cy="35991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sz="1800">
              <a:latin typeface="+mn-ea"/>
              <a:sym typeface="Arial" panose="020B0604020202020204"/>
            </a:endParaRPr>
          </a:p>
        </p:txBody>
      </p:sp>
      <p:sp>
        <p:nvSpPr>
          <p:cNvPr id="26" name="矩形 25"/>
          <p:cNvSpPr/>
          <p:nvPr userDrawn="1"/>
        </p:nvSpPr>
        <p:spPr>
          <a:xfrm>
            <a:off x="14452318" y="3134371"/>
            <a:ext cx="360047" cy="359917"/>
          </a:xfrm>
          <a:prstGeom prst="rect">
            <a:avLst/>
          </a:prstGeom>
          <a:gradFill flip="none" rotWithShape="1">
            <a:gsLst>
              <a:gs pos="0">
                <a:srgbClr val="C2D3E2"/>
              </a:gs>
              <a:gs pos="100000">
                <a:srgbClr val="CCDAE7"/>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7" name="矩形 26"/>
          <p:cNvSpPr/>
          <p:nvPr userDrawn="1"/>
        </p:nvSpPr>
        <p:spPr>
          <a:xfrm>
            <a:off x="14812363" y="3134371"/>
            <a:ext cx="360047" cy="359917"/>
          </a:xfrm>
          <a:prstGeom prst="rect">
            <a:avLst/>
          </a:prstGeom>
          <a:gradFill flip="none" rotWithShape="1">
            <a:gsLst>
              <a:gs pos="0">
                <a:srgbClr val="CE0B0F"/>
              </a:gs>
              <a:gs pos="100000">
                <a:srgbClr val="F1937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8" name="矩形 27"/>
          <p:cNvSpPr/>
          <p:nvPr userDrawn="1"/>
        </p:nvSpPr>
        <p:spPr>
          <a:xfrm>
            <a:off x="14452318" y="3717005"/>
            <a:ext cx="360047" cy="359917"/>
          </a:xfrm>
          <a:prstGeom prst="rect">
            <a:avLst/>
          </a:prstGeom>
          <a:gradFill flip="none" rotWithShape="1">
            <a:gsLst>
              <a:gs pos="0">
                <a:srgbClr val="F1F5F9"/>
              </a:gs>
              <a:gs pos="100000">
                <a:srgbClr val="CCDAE7">
                  <a:alpha val="4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29" name="矩形 28"/>
          <p:cNvSpPr/>
          <p:nvPr userDrawn="1"/>
        </p:nvSpPr>
        <p:spPr>
          <a:xfrm>
            <a:off x="14812363" y="3717005"/>
            <a:ext cx="360047" cy="359917"/>
          </a:xfrm>
          <a:prstGeom prst="rect">
            <a:avLst/>
          </a:prstGeom>
          <a:gradFill flip="none" rotWithShape="1">
            <a:gsLst>
              <a:gs pos="0">
                <a:srgbClr val="FE4B4B"/>
              </a:gs>
              <a:gs pos="100000">
                <a:srgbClr val="CC756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0" name="TextBox 29"/>
          <p:cNvSpPr txBox="1"/>
          <p:nvPr userDrawn="1"/>
        </p:nvSpPr>
        <p:spPr>
          <a:xfrm>
            <a:off x="12363893" y="3155814"/>
            <a:ext cx="543810" cy="307706"/>
          </a:xfrm>
          <a:prstGeom prst="rect">
            <a:avLst/>
          </a:prstGeom>
          <a:noFill/>
        </p:spPr>
        <p:txBody>
          <a:bodyPr wrap="none" rtlCol="0">
            <a:spAutoFit/>
          </a:bodyPr>
          <a:lstStyle/>
          <a:p>
            <a:r>
              <a:rPr lang="zh-CN" altLang="en-US" sz="1400" dirty="0">
                <a:solidFill>
                  <a:schemeClr val="bg1"/>
                </a:solidFill>
              </a:rPr>
              <a:t>白底</a:t>
            </a:r>
            <a:endParaRPr lang="en-US" altLang="zh-CN" sz="1400" dirty="0">
              <a:solidFill>
                <a:schemeClr val="bg1"/>
              </a:solidFill>
            </a:endParaRPr>
          </a:p>
        </p:txBody>
      </p:sp>
      <p:sp>
        <p:nvSpPr>
          <p:cNvPr id="31" name="TextBox 30"/>
          <p:cNvSpPr txBox="1"/>
          <p:nvPr userDrawn="1"/>
        </p:nvSpPr>
        <p:spPr>
          <a:xfrm>
            <a:off x="12363894" y="3738448"/>
            <a:ext cx="723369" cy="307706"/>
          </a:xfrm>
          <a:prstGeom prst="rect">
            <a:avLst/>
          </a:prstGeom>
          <a:noFill/>
        </p:spPr>
        <p:txBody>
          <a:bodyPr wrap="none" rtlCol="0">
            <a:spAutoFit/>
          </a:bodyPr>
          <a:lstStyle/>
          <a:p>
            <a:r>
              <a:rPr lang="zh-CN" altLang="en-US" sz="1400" dirty="0">
                <a:solidFill>
                  <a:schemeClr val="bg1"/>
                </a:solidFill>
              </a:rPr>
              <a:t>有色底</a:t>
            </a:r>
            <a:endParaRPr lang="en-US" altLang="zh-CN" sz="1400" dirty="0">
              <a:solidFill>
                <a:schemeClr val="bg1"/>
              </a:solidFill>
            </a:endParaRPr>
          </a:p>
        </p:txBody>
      </p:sp>
      <p:sp>
        <p:nvSpPr>
          <p:cNvPr id="32" name="矩形 31"/>
          <p:cNvSpPr/>
          <p:nvPr userDrawn="1"/>
        </p:nvSpPr>
        <p:spPr>
          <a:xfrm>
            <a:off x="14812363" y="4267602"/>
            <a:ext cx="360047" cy="359917"/>
          </a:xfrm>
          <a:prstGeom prst="rect">
            <a:avLst/>
          </a:prstGeom>
          <a:gradFill flip="none" rotWithShape="1">
            <a:gsLst>
              <a:gs pos="0">
                <a:srgbClr val="F5D9D0"/>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3" name="矩形 32"/>
          <p:cNvSpPr/>
          <p:nvPr userDrawn="1"/>
        </p:nvSpPr>
        <p:spPr>
          <a:xfrm>
            <a:off x="14452318" y="4267602"/>
            <a:ext cx="360047" cy="359917"/>
          </a:xfrm>
          <a:prstGeom prst="rect">
            <a:avLst/>
          </a:prstGeom>
          <a:gradFill flip="none" rotWithShape="1">
            <a:gsLst>
              <a:gs pos="0">
                <a:srgbClr val="DCDFE3">
                  <a:alpha val="51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4" name="TextBox 33"/>
          <p:cNvSpPr txBox="1"/>
          <p:nvPr userDrawn="1"/>
        </p:nvSpPr>
        <p:spPr>
          <a:xfrm>
            <a:off x="12363894" y="4267601"/>
            <a:ext cx="1800727" cy="307706"/>
          </a:xfrm>
          <a:prstGeom prst="rect">
            <a:avLst/>
          </a:prstGeom>
          <a:noFill/>
        </p:spPr>
        <p:txBody>
          <a:bodyPr wrap="none" rtlCol="0">
            <a:spAutoFit/>
          </a:bodyPr>
          <a:lstStyle/>
          <a:p>
            <a:r>
              <a:rPr lang="zh-CN" altLang="en-US" sz="1400" dirty="0">
                <a:solidFill>
                  <a:schemeClr val="bg1"/>
                </a:solidFill>
              </a:rPr>
              <a:t>与渐变图形搭配使用</a:t>
            </a:r>
            <a:endParaRPr lang="en-US" altLang="zh-CN" sz="1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3765" rtl="0" eaLnBrk="1" latinLnBrk="0" hangingPunct="1">
        <a:spcBef>
          <a:spcPct val="0"/>
        </a:spcBef>
        <a:buNone/>
        <a:defRPr sz="3200" kern="1200" baseline="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3765" rtl="0" eaLnBrk="1" latinLnBrk="0" hangingPunct="1">
        <a:spcBef>
          <a:spcPct val="20000"/>
        </a:spcBef>
        <a:buFont typeface="Arial" panose="02080604020202020204" pitchFamily="34" charset="0"/>
        <a:buChar char="•"/>
        <a:defRPr sz="2800" kern="1200">
          <a:solidFill>
            <a:srgbClr val="595959"/>
          </a:solidFill>
          <a:latin typeface="微软雅黑" panose="020B0503020204020204" pitchFamily="34" charset="-122"/>
          <a:ea typeface="微软雅黑" panose="020B0503020204020204" pitchFamily="34" charset="-122"/>
          <a:cs typeface="+mn-cs"/>
        </a:defRPr>
      </a:lvl1pPr>
      <a:lvl2pPr marL="742315" indent="-285750" algn="l" defTabSz="913765" rtl="0" eaLnBrk="1" latinLnBrk="0" hangingPunct="1">
        <a:spcBef>
          <a:spcPct val="20000"/>
        </a:spcBef>
        <a:buFont typeface="Arial" panose="02080604020202020204" pitchFamily="34" charset="0"/>
        <a:buChar char="–"/>
        <a:defRPr sz="2400" kern="1200">
          <a:solidFill>
            <a:srgbClr val="595959"/>
          </a:solidFill>
          <a:latin typeface="微软雅黑" panose="020B0503020204020204" pitchFamily="34" charset="-122"/>
          <a:ea typeface="微软雅黑" panose="020B0503020204020204" pitchFamily="34" charset="-122"/>
          <a:cs typeface="+mn-cs"/>
        </a:defRPr>
      </a:lvl2pPr>
      <a:lvl3pPr marL="1142365" indent="-228600" algn="l" defTabSz="913765" rtl="0" eaLnBrk="1" latinLnBrk="0" hangingPunct="1">
        <a:spcBef>
          <a:spcPct val="20000"/>
        </a:spcBef>
        <a:buFont typeface="Arial" panose="02080604020202020204" pitchFamily="34" charset="0"/>
        <a:buChar char="•"/>
        <a:defRPr sz="2000" kern="1200">
          <a:solidFill>
            <a:srgbClr val="595959"/>
          </a:solidFill>
          <a:latin typeface="微软雅黑" panose="020B0503020204020204" pitchFamily="34" charset="-122"/>
          <a:ea typeface="微软雅黑" panose="020B0503020204020204" pitchFamily="34" charset="-122"/>
          <a:cs typeface="+mn-cs"/>
        </a:defRPr>
      </a:lvl3pPr>
      <a:lvl4pPr marL="1599565" indent="-228600" algn="l" defTabSz="913765" rtl="0" eaLnBrk="1" latinLnBrk="0" hangingPunct="1">
        <a:spcBef>
          <a:spcPct val="20000"/>
        </a:spcBef>
        <a:buFont typeface="Arial" panose="02080604020202020204" pitchFamily="34" charset="0"/>
        <a:buChar char="–"/>
        <a:defRPr sz="1800" kern="1200">
          <a:solidFill>
            <a:srgbClr val="595959"/>
          </a:solidFill>
          <a:latin typeface="微软雅黑" panose="020B0503020204020204" pitchFamily="34" charset="-122"/>
          <a:ea typeface="微软雅黑" panose="020B0503020204020204" pitchFamily="34" charset="-122"/>
          <a:cs typeface="+mn-cs"/>
        </a:defRPr>
      </a:lvl4pPr>
      <a:lvl5pPr marL="2056130" indent="-228600" algn="l" defTabSz="913765" rtl="0" eaLnBrk="1" latinLnBrk="0" hangingPunct="1">
        <a:spcBef>
          <a:spcPct val="20000"/>
        </a:spcBef>
        <a:buFont typeface="Arial" panose="02080604020202020204" pitchFamily="34" charset="0"/>
        <a:buChar char="»"/>
        <a:defRPr sz="1600" kern="1200">
          <a:solidFill>
            <a:srgbClr val="595959"/>
          </a:solidFill>
          <a:latin typeface="微软雅黑" panose="020B0503020204020204" pitchFamily="34" charset="-122"/>
          <a:ea typeface="微软雅黑" panose="020B0503020204020204" pitchFamily="34" charset="-122"/>
          <a:cs typeface="+mn-cs"/>
        </a:defRPr>
      </a:lvl5pPr>
      <a:lvl6pPr marL="2513330" indent="-228600" algn="l" defTabSz="91376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0530" indent="-228600" algn="l" defTabSz="91376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7095" indent="-228600" algn="l" defTabSz="91376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4295" indent="-228600" algn="l" defTabSz="91376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4730"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8495" algn="l" defTabSz="913765" rtl="0" eaLnBrk="1" latinLnBrk="0" hangingPunct="1">
        <a:defRPr sz="1800" kern="1200">
          <a:solidFill>
            <a:schemeClr val="tx1"/>
          </a:solidFill>
          <a:latin typeface="+mn-lt"/>
          <a:ea typeface="+mn-ea"/>
          <a:cs typeface="+mn-cs"/>
        </a:defRPr>
      </a:lvl8pPr>
      <a:lvl9pPr marL="3655695" algn="l" defTabSz="913765"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0" y="6356939"/>
            <a:ext cx="3503965" cy="230832"/>
          </a:xfrm>
          <a:prstGeom prst="rect">
            <a:avLst/>
          </a:prstGeom>
          <a:noFill/>
        </p:spPr>
        <p:txBody>
          <a:bodyPr wrap="square" rtlCol="0">
            <a:spAutoFit/>
          </a:bodyPr>
          <a:lstStyle/>
          <a:p>
            <a:pPr defTabSz="913765"/>
            <a:r>
              <a:rPr lang="en-US" altLang="zh-CN" sz="900" dirty="0">
                <a:solidFill>
                  <a:srgbClr val="1D1D1B"/>
                </a:solidFill>
                <a:latin typeface="Arial" panose="02080604020202020204" pitchFamily="34" charset="0"/>
                <a:cs typeface="Arial" panose="02080604020202020204" pitchFamily="34" charset="0"/>
              </a:rPr>
              <a:t>Huawei Proprietary - Restricted Distribution</a:t>
            </a:r>
            <a:endParaRPr lang="en-US" sz="900" dirty="0">
              <a:solidFill>
                <a:srgbClr val="1D1D1B"/>
              </a:solidFill>
              <a:latin typeface="Arial" panose="02080604020202020204" pitchFamily="34" charset="0"/>
              <a:cs typeface="Arial" panose="02080604020202020204" pitchFamily="34" charset="0"/>
            </a:endParaRPr>
          </a:p>
        </p:txBody>
      </p:sp>
      <p:sp>
        <p:nvSpPr>
          <p:cNvPr id="4" name="TextBox 3"/>
          <p:cNvSpPr txBox="1"/>
          <p:nvPr userDrawn="1"/>
        </p:nvSpPr>
        <p:spPr>
          <a:xfrm>
            <a:off x="734134" y="6402811"/>
            <a:ext cx="499729" cy="138499"/>
          </a:xfrm>
          <a:prstGeom prst="rect">
            <a:avLst/>
          </a:prstGeom>
          <a:noFill/>
        </p:spPr>
        <p:txBody>
          <a:bodyPr wrap="square" lIns="0" tIns="0" rIns="0" bIns="0" rtlCol="0">
            <a:spAutoFit/>
          </a:bodyPr>
          <a:lstStyle/>
          <a:p>
            <a:pPr defTabSz="889635">
              <a:defRPr/>
            </a:pPr>
            <a:fld id="{C3837181-38C6-AD4F-B8BA-B444770388BB}" type="slidenum">
              <a:rPr lang="en-US" sz="90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grpSp>
        <p:nvGrpSpPr>
          <p:cNvPr id="88" name="Group 87"/>
          <p:cNvGrpSpPr>
            <a:grpSpLocks noChangeAspect="1"/>
          </p:cNvGrpSpPr>
          <p:nvPr userDrawn="1"/>
        </p:nvGrpSpPr>
        <p:grpSpPr>
          <a:xfrm>
            <a:off x="12290471" y="2625394"/>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196/0/84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3765"/>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endParaRPr kumimoji="1" lang="zh-CN" altLang="en-US" sz="800" dirty="0">
                <a:solidFill>
                  <a:srgbClr val="1D1D1A"/>
                </a:solidFill>
                <a:latin typeface="微软雅黑" panose="020B0503020204020204" pitchFamily="34" charset="-122"/>
                <a:ea typeface="微软雅黑" panose="020B0503020204020204" pitchFamily="34" charset="-122"/>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defRPr/>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3765"/>
              <a:r>
                <a:rPr kumimoji="1" lang="zh-CN" altLang="en-US" sz="800" dirty="0">
                  <a:solidFill>
                    <a:srgbClr val="1D1D1A"/>
                  </a:solidFill>
                  <a:latin typeface="微软雅黑" panose="020B0503020204020204" pitchFamily="34" charset="-122"/>
                  <a:ea typeface="微软雅黑" panose="020B0503020204020204" pitchFamily="34" charset="-122"/>
                </a:rPr>
                <a:t>公司色</a:t>
              </a:r>
              <a:endParaRPr kumimoji="1" lang="zh-CN" altLang="en-US" sz="800" dirty="0">
                <a:solidFill>
                  <a:srgbClr val="1D1D1A"/>
                </a:solidFill>
                <a:latin typeface="微软雅黑" panose="020B0503020204020204" pitchFamily="34" charset="-122"/>
                <a:ea typeface="微软雅黑" panose="020B0503020204020204" pitchFamily="34" charset="-122"/>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127/0/1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52/200/0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89/87/87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137/137/</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181/181/</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221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a:p>
              <a:pPr algn="ctr" defTabSz="913765">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255/255/</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Lst>
  <p:hf hdr="0" ftr="0" dt="0"/>
  <p:txStyles>
    <p:titleStyle>
      <a:lvl1pPr algn="l" defTabSz="1186815" rtl="0" eaLnBrk="1" latinLnBrk="0" hangingPunct="1">
        <a:lnSpc>
          <a:spcPct val="90000"/>
        </a:lnSpc>
        <a:spcBef>
          <a:spcPct val="0"/>
        </a:spcBef>
        <a:buNone/>
        <a:defRPr sz="5710" kern="1200">
          <a:solidFill>
            <a:schemeClr val="tx1"/>
          </a:solidFill>
          <a:latin typeface="+mj-lt"/>
          <a:ea typeface="+mj-ea"/>
          <a:cs typeface="+mj-cs"/>
        </a:defRPr>
      </a:lvl1pPr>
    </p:titleStyle>
    <p:bodyStyle>
      <a:lvl1pPr marL="296545" indent="-296545" algn="l" defTabSz="1186815" rtl="0" eaLnBrk="1" latinLnBrk="0" hangingPunct="1">
        <a:lnSpc>
          <a:spcPct val="90000"/>
        </a:lnSpc>
        <a:spcBef>
          <a:spcPts val="1300"/>
        </a:spcBef>
        <a:buFont typeface="Arial" panose="02080604020202020204" pitchFamily="34" charset="0"/>
        <a:buChar char="•"/>
        <a:defRPr sz="3630" kern="1200">
          <a:solidFill>
            <a:schemeClr val="tx1"/>
          </a:solidFill>
          <a:latin typeface="+mn-lt"/>
          <a:ea typeface="+mn-ea"/>
          <a:cs typeface="+mn-cs"/>
        </a:defRPr>
      </a:lvl1pPr>
      <a:lvl2pPr marL="889635" indent="-296545" algn="l" defTabSz="1186815" rtl="0" eaLnBrk="1" latinLnBrk="0" hangingPunct="1">
        <a:lnSpc>
          <a:spcPct val="90000"/>
        </a:lnSpc>
        <a:spcBef>
          <a:spcPts val="650"/>
        </a:spcBef>
        <a:buFont typeface="Arial" panose="02080604020202020204" pitchFamily="34" charset="0"/>
        <a:buChar char="•"/>
        <a:defRPr sz="3115" kern="1200">
          <a:solidFill>
            <a:schemeClr val="tx1"/>
          </a:solidFill>
          <a:latin typeface="+mn-lt"/>
          <a:ea typeface="+mn-ea"/>
          <a:cs typeface="+mn-cs"/>
        </a:defRPr>
      </a:lvl2pPr>
      <a:lvl3pPr marL="1482725" indent="-296545" algn="l" defTabSz="1186815" rtl="0" eaLnBrk="1" latinLnBrk="0" hangingPunct="1">
        <a:lnSpc>
          <a:spcPct val="90000"/>
        </a:lnSpc>
        <a:spcBef>
          <a:spcPts val="650"/>
        </a:spcBef>
        <a:buFont typeface="Arial" panose="02080604020202020204" pitchFamily="34" charset="0"/>
        <a:buChar char="•"/>
        <a:defRPr sz="2595" kern="1200">
          <a:solidFill>
            <a:schemeClr val="tx1"/>
          </a:solidFill>
          <a:latin typeface="+mn-lt"/>
          <a:ea typeface="+mn-ea"/>
          <a:cs typeface="+mn-cs"/>
        </a:defRPr>
      </a:lvl3pPr>
      <a:lvl4pPr marL="2075815"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4pPr>
      <a:lvl5pPr marL="2669540"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5pPr>
      <a:lvl6pPr marL="3262630"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55720"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49445"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2535" indent="-296545"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6815" rtl="0" eaLnBrk="1" latinLnBrk="0" hangingPunct="1">
        <a:defRPr sz="2340" kern="1200">
          <a:solidFill>
            <a:schemeClr val="tx1"/>
          </a:solidFill>
          <a:latin typeface="+mn-lt"/>
          <a:ea typeface="+mn-ea"/>
          <a:cs typeface="+mn-cs"/>
        </a:defRPr>
      </a:lvl1pPr>
      <a:lvl2pPr marL="593090" algn="l" defTabSz="1186815" rtl="0" eaLnBrk="1" latinLnBrk="0" hangingPunct="1">
        <a:defRPr sz="2340" kern="1200">
          <a:solidFill>
            <a:schemeClr val="tx1"/>
          </a:solidFill>
          <a:latin typeface="+mn-lt"/>
          <a:ea typeface="+mn-ea"/>
          <a:cs typeface="+mn-cs"/>
        </a:defRPr>
      </a:lvl2pPr>
      <a:lvl3pPr marL="1186815" algn="l" defTabSz="1186815" rtl="0" eaLnBrk="1" latinLnBrk="0" hangingPunct="1">
        <a:defRPr sz="2340" kern="1200">
          <a:solidFill>
            <a:schemeClr val="tx1"/>
          </a:solidFill>
          <a:latin typeface="+mn-lt"/>
          <a:ea typeface="+mn-ea"/>
          <a:cs typeface="+mn-cs"/>
        </a:defRPr>
      </a:lvl3pPr>
      <a:lvl4pPr marL="1779905" algn="l" defTabSz="1186815" rtl="0" eaLnBrk="1" latinLnBrk="0" hangingPunct="1">
        <a:defRPr sz="2340" kern="1200">
          <a:solidFill>
            <a:schemeClr val="tx1"/>
          </a:solidFill>
          <a:latin typeface="+mn-lt"/>
          <a:ea typeface="+mn-ea"/>
          <a:cs typeface="+mn-cs"/>
        </a:defRPr>
      </a:lvl4pPr>
      <a:lvl5pPr marL="2372995" algn="l" defTabSz="1186815" rtl="0" eaLnBrk="1" latinLnBrk="0" hangingPunct="1">
        <a:defRPr sz="2340" kern="1200">
          <a:solidFill>
            <a:schemeClr val="tx1"/>
          </a:solidFill>
          <a:latin typeface="+mn-lt"/>
          <a:ea typeface="+mn-ea"/>
          <a:cs typeface="+mn-cs"/>
        </a:defRPr>
      </a:lvl5pPr>
      <a:lvl6pPr marL="2966085" algn="l" defTabSz="1186815" rtl="0" eaLnBrk="1" latinLnBrk="0" hangingPunct="1">
        <a:defRPr sz="2340" kern="1200">
          <a:solidFill>
            <a:schemeClr val="tx1"/>
          </a:solidFill>
          <a:latin typeface="+mn-lt"/>
          <a:ea typeface="+mn-ea"/>
          <a:cs typeface="+mn-cs"/>
        </a:defRPr>
      </a:lvl6pPr>
      <a:lvl7pPr marL="3559810" algn="l" defTabSz="1186815" rtl="0" eaLnBrk="1" latinLnBrk="0" hangingPunct="1">
        <a:defRPr sz="2340" kern="1200">
          <a:solidFill>
            <a:schemeClr val="tx1"/>
          </a:solidFill>
          <a:latin typeface="+mn-lt"/>
          <a:ea typeface="+mn-ea"/>
          <a:cs typeface="+mn-cs"/>
        </a:defRPr>
      </a:lvl7pPr>
      <a:lvl8pPr marL="4152900" algn="l" defTabSz="1186815" rtl="0" eaLnBrk="1" latinLnBrk="0" hangingPunct="1">
        <a:defRPr sz="2340" kern="1200">
          <a:solidFill>
            <a:schemeClr val="tx1"/>
          </a:solidFill>
          <a:latin typeface="+mn-lt"/>
          <a:ea typeface="+mn-ea"/>
          <a:cs typeface="+mn-cs"/>
        </a:defRPr>
      </a:lvl8pPr>
      <a:lvl9pPr marL="4745990" algn="l" defTabSz="1186815" rtl="0" eaLnBrk="1" latinLnBrk="0" hangingPunct="1">
        <a:defRPr sz="234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8"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80604020202020204" pitchFamily="34" charset="0"/>
                <a:ea typeface="+mn-ea"/>
                <a:cs typeface="Arial" panose="02080604020202020204" pitchFamily="34" charset="0"/>
              </a:rPr>
              <a:t>Huawei Proprietary - Restricted Distribution</a:t>
            </a:r>
            <a:endParaRPr lang="en-US" sz="900" b="0" kern="1200" baseline="0" dirty="0">
              <a:solidFill>
                <a:srgbClr val="1D1D1B"/>
              </a:solidFill>
              <a:latin typeface="Arial" panose="02080604020202020204" pitchFamily="34" charset="0"/>
              <a:ea typeface="+mn-ea"/>
              <a:cs typeface="Arial" panose="02080604020202020204" pitchFamily="34" charset="0"/>
            </a:endParaRPr>
          </a:p>
        </p:txBody>
      </p:sp>
      <p:sp>
        <p:nvSpPr>
          <p:cNvPr id="4" name="TextBox 3"/>
          <p:cNvSpPr txBox="1"/>
          <p:nvPr userDrawn="1"/>
        </p:nvSpPr>
        <p:spPr>
          <a:xfrm>
            <a:off x="734132" y="6402807"/>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grpSp>
        <p:nvGrpSpPr>
          <p:cNvPr id="88" name="Group 87"/>
          <p:cNvGrpSpPr>
            <a:grpSpLocks noChangeAspect="1"/>
          </p:cNvGrpSpPr>
          <p:nvPr userDrawn="1"/>
        </p:nvGrpSpPr>
        <p:grpSpPr>
          <a:xfrm>
            <a:off x="12290471" y="2625390"/>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196/0/84</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spcBef>
                  <a:spcPts val="0"/>
                </a:spcBef>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127/0/1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52/200/0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89/87/87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137/137/</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181/181/</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221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255/255/</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723" r:id="rId1"/>
    <p:sldLayoutId id="2147483724" r:id="rId2"/>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7450" rtl="0" eaLnBrk="1" latinLnBrk="0" hangingPunct="1">
        <a:lnSpc>
          <a:spcPct val="90000"/>
        </a:lnSpc>
        <a:spcBef>
          <a:spcPts val="1300"/>
        </a:spcBef>
        <a:buFont typeface="Arial" panose="02080604020202020204" pitchFamily="34" charset="0"/>
        <a:buChar char="•"/>
        <a:defRPr sz="3635" kern="1200">
          <a:solidFill>
            <a:schemeClr val="tx1"/>
          </a:solidFill>
          <a:latin typeface="+mn-lt"/>
          <a:ea typeface="+mn-ea"/>
          <a:cs typeface="+mn-cs"/>
        </a:defRPr>
      </a:lvl1pPr>
      <a:lvl2pPr marL="890905" indent="-297180" algn="l" defTabSz="1187450" rtl="0" eaLnBrk="1" latinLnBrk="0" hangingPunct="1">
        <a:lnSpc>
          <a:spcPct val="90000"/>
        </a:lnSpc>
        <a:spcBef>
          <a:spcPts val="650"/>
        </a:spcBef>
        <a:buFont typeface="Arial" panose="02080604020202020204" pitchFamily="34" charset="0"/>
        <a:buChar char="•"/>
        <a:defRPr sz="3120" kern="1200">
          <a:solidFill>
            <a:schemeClr val="tx1"/>
          </a:solidFill>
          <a:latin typeface="+mn-lt"/>
          <a:ea typeface="+mn-ea"/>
          <a:cs typeface="+mn-cs"/>
        </a:defRPr>
      </a:lvl2pPr>
      <a:lvl3pPr marL="1484630" indent="-297180" algn="l" defTabSz="1187450" rtl="0" eaLnBrk="1" latinLnBrk="0" hangingPunct="1">
        <a:lnSpc>
          <a:spcPct val="90000"/>
        </a:lnSpc>
        <a:spcBef>
          <a:spcPts val="650"/>
        </a:spcBef>
        <a:buFont typeface="Arial" panose="02080604020202020204" pitchFamily="34" charset="0"/>
        <a:buChar char="•"/>
        <a:defRPr sz="2600" kern="1200">
          <a:solidFill>
            <a:schemeClr val="tx1"/>
          </a:solidFill>
          <a:latin typeface="+mn-lt"/>
          <a:ea typeface="+mn-ea"/>
          <a:cs typeface="+mn-cs"/>
        </a:defRPr>
      </a:lvl3pPr>
      <a:lvl4pPr marL="2077720"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4pPr>
      <a:lvl5pPr marL="2671445"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5pPr>
      <a:lvl6pPr marL="3265170"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59530"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53255"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6345" indent="-297180" algn="l" defTabSz="1187450"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7450" rtl="0" eaLnBrk="1" latinLnBrk="0" hangingPunct="1">
        <a:defRPr sz="2340" kern="1200">
          <a:solidFill>
            <a:schemeClr val="tx1"/>
          </a:solidFill>
          <a:latin typeface="+mn-lt"/>
          <a:ea typeface="+mn-ea"/>
          <a:cs typeface="+mn-cs"/>
        </a:defRPr>
      </a:lvl1pPr>
      <a:lvl2pPr marL="593725" algn="l" defTabSz="1187450" rtl="0" eaLnBrk="1" latinLnBrk="0" hangingPunct="1">
        <a:defRPr sz="2340" kern="1200">
          <a:solidFill>
            <a:schemeClr val="tx1"/>
          </a:solidFill>
          <a:latin typeface="+mn-lt"/>
          <a:ea typeface="+mn-ea"/>
          <a:cs typeface="+mn-cs"/>
        </a:defRPr>
      </a:lvl2pPr>
      <a:lvl3pPr marL="1187450" algn="l" defTabSz="1187450" rtl="0" eaLnBrk="1" latinLnBrk="0" hangingPunct="1">
        <a:defRPr sz="2340" kern="1200">
          <a:solidFill>
            <a:schemeClr val="tx1"/>
          </a:solidFill>
          <a:latin typeface="+mn-lt"/>
          <a:ea typeface="+mn-ea"/>
          <a:cs typeface="+mn-cs"/>
        </a:defRPr>
      </a:lvl3pPr>
      <a:lvl4pPr marL="1781175" algn="l" defTabSz="1187450" rtl="0" eaLnBrk="1" latinLnBrk="0" hangingPunct="1">
        <a:defRPr sz="2340" kern="1200">
          <a:solidFill>
            <a:schemeClr val="tx1"/>
          </a:solidFill>
          <a:latin typeface="+mn-lt"/>
          <a:ea typeface="+mn-ea"/>
          <a:cs typeface="+mn-cs"/>
        </a:defRPr>
      </a:lvl4pPr>
      <a:lvl5pPr marL="2374900" algn="l" defTabSz="1187450" rtl="0" eaLnBrk="1" latinLnBrk="0" hangingPunct="1">
        <a:defRPr sz="2340" kern="1200">
          <a:solidFill>
            <a:schemeClr val="tx1"/>
          </a:solidFill>
          <a:latin typeface="+mn-lt"/>
          <a:ea typeface="+mn-ea"/>
          <a:cs typeface="+mn-cs"/>
        </a:defRPr>
      </a:lvl5pPr>
      <a:lvl6pPr marL="2968625" algn="l" defTabSz="1187450" rtl="0" eaLnBrk="1" latinLnBrk="0" hangingPunct="1">
        <a:defRPr sz="2340" kern="1200">
          <a:solidFill>
            <a:schemeClr val="tx1"/>
          </a:solidFill>
          <a:latin typeface="+mn-lt"/>
          <a:ea typeface="+mn-ea"/>
          <a:cs typeface="+mn-cs"/>
        </a:defRPr>
      </a:lvl6pPr>
      <a:lvl7pPr marL="3562350" algn="l" defTabSz="1187450" rtl="0" eaLnBrk="1" latinLnBrk="0" hangingPunct="1">
        <a:defRPr sz="2340" kern="1200">
          <a:solidFill>
            <a:schemeClr val="tx1"/>
          </a:solidFill>
          <a:latin typeface="+mn-lt"/>
          <a:ea typeface="+mn-ea"/>
          <a:cs typeface="+mn-cs"/>
        </a:defRPr>
      </a:lvl7pPr>
      <a:lvl8pPr marL="4156075" algn="l" defTabSz="1187450" rtl="0" eaLnBrk="1" latinLnBrk="0" hangingPunct="1">
        <a:defRPr sz="2340" kern="1200">
          <a:solidFill>
            <a:schemeClr val="tx1"/>
          </a:solidFill>
          <a:latin typeface="+mn-lt"/>
          <a:ea typeface="+mn-ea"/>
          <a:cs typeface="+mn-cs"/>
        </a:defRPr>
      </a:lvl8pPr>
      <a:lvl9pPr marL="4749800" algn="l" defTabSz="1187450" rtl="0" eaLnBrk="1" latinLnBrk="0" hangingPunct="1">
        <a:defRPr sz="234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9"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80604020202020204" pitchFamily="34" charset="0"/>
                <a:ea typeface="+mn-ea"/>
                <a:cs typeface="Arial" panose="02080604020202020204" pitchFamily="34" charset="0"/>
              </a:rPr>
              <a:t>Huawei Proprietary - Restricted Distribution</a:t>
            </a:r>
            <a:endParaRPr lang="en-US" sz="900" b="0" kern="1200" baseline="0" dirty="0">
              <a:solidFill>
                <a:srgbClr val="1D1D1B"/>
              </a:solidFill>
              <a:latin typeface="Arial" panose="02080604020202020204" pitchFamily="34" charset="0"/>
              <a:ea typeface="+mn-ea"/>
              <a:cs typeface="Arial" panose="02080604020202020204" pitchFamily="34" charset="0"/>
            </a:endParaRPr>
          </a:p>
        </p:txBody>
      </p:sp>
      <p:sp>
        <p:nvSpPr>
          <p:cNvPr id="4" name="TextBox 3"/>
          <p:cNvSpPr txBox="1"/>
          <p:nvPr userDrawn="1"/>
        </p:nvSpPr>
        <p:spPr>
          <a:xfrm>
            <a:off x="734133" y="6402808"/>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80604020202020204" pitchFamily="34" charset="0"/>
                <a:cs typeface="Arial" panose="02080604020202020204" pitchFamily="34" charset="0"/>
              </a:rPr>
            </a:fld>
            <a:endParaRPr lang="en-US" sz="900" dirty="0">
              <a:solidFill>
                <a:srgbClr val="1D1D1B"/>
              </a:solidFill>
              <a:latin typeface="Arial" panose="02080604020202020204" pitchFamily="34" charset="0"/>
              <a:cs typeface="Arial" panose="02080604020202020204" pitchFamily="34" charset="0"/>
            </a:endParaRPr>
          </a:p>
        </p:txBody>
      </p:sp>
      <p:grpSp>
        <p:nvGrpSpPr>
          <p:cNvPr id="88" name="Group 87"/>
          <p:cNvGrpSpPr>
            <a:grpSpLocks noChangeAspect="1"/>
          </p:cNvGrpSpPr>
          <p:nvPr userDrawn="1"/>
        </p:nvGrpSpPr>
        <p:grpSpPr>
          <a:xfrm>
            <a:off x="12290472" y="2625391"/>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196/0/84</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203/55/120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237/109/0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153/54/54</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98/178/48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242/137/68</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185C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spcBef>
                  <a:spcPts val="0"/>
                </a:spcBef>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199/0/11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PANTONE 186C</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rPr>
                <a:t>200/16/46  </a:t>
              </a:r>
              <a:endParaRPr kumimoji="1" lang="en-US" altLang="zh-CN" sz="500" b="1" dirty="0">
                <a:solidFill>
                  <a:schemeClr val="tx2"/>
                </a:solidFill>
                <a:latin typeface="Arial" panose="02080604020202020204" pitchFamily="34" charset="0"/>
                <a:ea typeface="Arial" panose="02080604020202020204" pitchFamily="34" charset="0"/>
                <a:cs typeface="Arial" panose="02080604020202020204" pitchFamily="34" charset="0"/>
              </a:endParaRP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127/0/1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52/200/0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48/181/197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129/193/95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253/211/81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86/196/210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211/57/65</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211/56/89</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221/128/170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191/128/130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246/183/140</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176/216/156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253/227/181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148/218/226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226/129/137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226/129/152</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235/179/204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216/179/179</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250/211/187</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208/232/196</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254/238/193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190/233/238</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239/178/184</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238/179/193</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0/0/0</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 </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89/87/87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137/137/</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137</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181/181/</a:t>
              </a:r>
              <a:b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rPr>
                <a:t>181</a:t>
              </a:r>
              <a:endParaRPr kumimoji="1" lang="en-US" altLang="zh-CN" sz="500" b="1" dirty="0">
                <a:solidFill>
                  <a:srgbClr val="FFFFFF"/>
                </a:solidFill>
                <a:latin typeface="Arial" panose="02080604020202020204" pitchFamily="34" charset="0"/>
                <a:ea typeface="Arial" panose="02080604020202020204" pitchFamily="34" charset="0"/>
                <a:cs typeface="Arial" panose="02080604020202020204" pitchFamily="34" charset="0"/>
              </a:endParaRP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 221/221/</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221</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RGB</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a:p>
              <a:pPr algn="ctr">
                <a:lnSpc>
                  <a:spcPts val="620"/>
                </a:lnSpc>
              </a:pP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255/255/</a:t>
              </a:r>
              <a:b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br>
              <a:r>
                <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rPr>
                <a:t>255</a:t>
              </a:r>
              <a:endParaRPr kumimoji="1" lang="en-US" altLang="zh-CN" sz="500" b="1" dirty="0">
                <a:solidFill>
                  <a:srgbClr val="595757"/>
                </a:solidFill>
                <a:latin typeface="Arial" panose="02080604020202020204" pitchFamily="34" charset="0"/>
                <a:ea typeface="Arial" panose="02080604020202020204" pitchFamily="34" charset="0"/>
                <a:cs typeface="Arial" panose="02080604020202020204" pitchFamily="34" charset="0"/>
              </a:endParaRPr>
            </a:p>
          </p:txBody>
        </p:sp>
      </p:grpSp>
      <p:pic>
        <p:nvPicPr>
          <p:cNvPr id="47"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726" r:id="rId1"/>
    <p:sldLayoutId id="2147483727" r:id="rId2"/>
  </p:sldLayoutIdLst>
  <p:hf hdr="0" ftr="0" dt="0"/>
  <p:txStyles>
    <p:titleStyle>
      <a:lvl1pPr algn="l" defTabSz="1186815" rtl="0" eaLnBrk="1" latinLnBrk="0" hangingPunct="1">
        <a:lnSpc>
          <a:spcPct val="90000"/>
        </a:lnSpc>
        <a:spcBef>
          <a:spcPct val="0"/>
        </a:spcBef>
        <a:buNone/>
        <a:defRPr sz="5710" kern="1200">
          <a:solidFill>
            <a:schemeClr val="tx1"/>
          </a:solidFill>
          <a:latin typeface="+mj-lt"/>
          <a:ea typeface="+mj-ea"/>
          <a:cs typeface="+mj-cs"/>
        </a:defRPr>
      </a:lvl1pPr>
    </p:titleStyle>
    <p:bodyStyle>
      <a:lvl1pPr marL="297180" indent="-297180" algn="l" defTabSz="1186815" rtl="0" eaLnBrk="1" latinLnBrk="0" hangingPunct="1">
        <a:lnSpc>
          <a:spcPct val="90000"/>
        </a:lnSpc>
        <a:spcBef>
          <a:spcPts val="1300"/>
        </a:spcBef>
        <a:buFont typeface="Arial" panose="02080604020202020204" pitchFamily="34" charset="0"/>
        <a:buChar char="•"/>
        <a:defRPr sz="3635" kern="1200">
          <a:solidFill>
            <a:schemeClr val="tx1"/>
          </a:solidFill>
          <a:latin typeface="+mn-lt"/>
          <a:ea typeface="+mn-ea"/>
          <a:cs typeface="+mn-cs"/>
        </a:defRPr>
      </a:lvl1pPr>
      <a:lvl2pPr marL="890270" indent="-297180" algn="l" defTabSz="1186815" rtl="0" eaLnBrk="1" latinLnBrk="0" hangingPunct="1">
        <a:lnSpc>
          <a:spcPct val="90000"/>
        </a:lnSpc>
        <a:spcBef>
          <a:spcPts val="650"/>
        </a:spcBef>
        <a:buFont typeface="Arial" panose="02080604020202020204" pitchFamily="34" charset="0"/>
        <a:buChar char="•"/>
        <a:defRPr sz="3120" kern="1200">
          <a:solidFill>
            <a:schemeClr val="tx1"/>
          </a:solidFill>
          <a:latin typeface="+mn-lt"/>
          <a:ea typeface="+mn-ea"/>
          <a:cs typeface="+mn-cs"/>
        </a:defRPr>
      </a:lvl2pPr>
      <a:lvl3pPr marL="1483995" indent="-297180" algn="l" defTabSz="1186815" rtl="0" eaLnBrk="1" latinLnBrk="0" hangingPunct="1">
        <a:lnSpc>
          <a:spcPct val="90000"/>
        </a:lnSpc>
        <a:spcBef>
          <a:spcPts val="650"/>
        </a:spcBef>
        <a:buFont typeface="Arial" panose="02080604020202020204" pitchFamily="34" charset="0"/>
        <a:buChar char="•"/>
        <a:defRPr sz="2600" kern="1200">
          <a:solidFill>
            <a:schemeClr val="tx1"/>
          </a:solidFill>
          <a:latin typeface="+mn-lt"/>
          <a:ea typeface="+mn-ea"/>
          <a:cs typeface="+mn-cs"/>
        </a:defRPr>
      </a:lvl3pPr>
      <a:lvl4pPr marL="2077085"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4pPr>
      <a:lvl5pPr marL="2670810"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5pPr>
      <a:lvl6pPr marL="3263900"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6pPr>
      <a:lvl7pPr marL="3858260"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7pPr>
      <a:lvl8pPr marL="4451350"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8pPr>
      <a:lvl9pPr marL="5045075" indent="-297180" algn="l" defTabSz="1186815" rtl="0" eaLnBrk="1" latinLnBrk="0" hangingPunct="1">
        <a:lnSpc>
          <a:spcPct val="90000"/>
        </a:lnSpc>
        <a:spcBef>
          <a:spcPts val="650"/>
        </a:spcBef>
        <a:buFont typeface="Arial" panose="02080604020202020204" pitchFamily="34" charset="0"/>
        <a:buChar char="•"/>
        <a:defRPr sz="2340" kern="1200">
          <a:solidFill>
            <a:schemeClr val="tx1"/>
          </a:solidFill>
          <a:latin typeface="+mn-lt"/>
          <a:ea typeface="+mn-ea"/>
          <a:cs typeface="+mn-cs"/>
        </a:defRPr>
      </a:lvl9pPr>
    </p:bodyStyle>
    <p:otherStyle>
      <a:defPPr>
        <a:defRPr lang="en-US"/>
      </a:defPPr>
      <a:lvl1pPr marL="0" algn="l" defTabSz="1186815" rtl="0" eaLnBrk="1" latinLnBrk="0" hangingPunct="1">
        <a:defRPr sz="2340" kern="1200">
          <a:solidFill>
            <a:schemeClr val="tx1"/>
          </a:solidFill>
          <a:latin typeface="+mn-lt"/>
          <a:ea typeface="+mn-ea"/>
          <a:cs typeface="+mn-cs"/>
        </a:defRPr>
      </a:lvl1pPr>
      <a:lvl2pPr marL="593725" algn="l" defTabSz="1186815" rtl="0" eaLnBrk="1" latinLnBrk="0" hangingPunct="1">
        <a:defRPr sz="2340" kern="1200">
          <a:solidFill>
            <a:schemeClr val="tx1"/>
          </a:solidFill>
          <a:latin typeface="+mn-lt"/>
          <a:ea typeface="+mn-ea"/>
          <a:cs typeface="+mn-cs"/>
        </a:defRPr>
      </a:lvl2pPr>
      <a:lvl3pPr marL="1186815" algn="l" defTabSz="1186815" rtl="0" eaLnBrk="1" latinLnBrk="0" hangingPunct="1">
        <a:defRPr sz="2340" kern="1200">
          <a:solidFill>
            <a:schemeClr val="tx1"/>
          </a:solidFill>
          <a:latin typeface="+mn-lt"/>
          <a:ea typeface="+mn-ea"/>
          <a:cs typeface="+mn-cs"/>
        </a:defRPr>
      </a:lvl3pPr>
      <a:lvl4pPr marL="1781175" algn="l" defTabSz="1186815" rtl="0" eaLnBrk="1" latinLnBrk="0" hangingPunct="1">
        <a:defRPr sz="2340" kern="1200">
          <a:solidFill>
            <a:schemeClr val="tx1"/>
          </a:solidFill>
          <a:latin typeface="+mn-lt"/>
          <a:ea typeface="+mn-ea"/>
          <a:cs typeface="+mn-cs"/>
        </a:defRPr>
      </a:lvl4pPr>
      <a:lvl5pPr marL="2374265" algn="l" defTabSz="1186815" rtl="0" eaLnBrk="1" latinLnBrk="0" hangingPunct="1">
        <a:defRPr sz="2340" kern="1200">
          <a:solidFill>
            <a:schemeClr val="tx1"/>
          </a:solidFill>
          <a:latin typeface="+mn-lt"/>
          <a:ea typeface="+mn-ea"/>
          <a:cs typeface="+mn-cs"/>
        </a:defRPr>
      </a:lvl5pPr>
      <a:lvl6pPr marL="2967990" algn="l" defTabSz="1186815" rtl="0" eaLnBrk="1" latinLnBrk="0" hangingPunct="1">
        <a:defRPr sz="2340" kern="1200">
          <a:solidFill>
            <a:schemeClr val="tx1"/>
          </a:solidFill>
          <a:latin typeface="+mn-lt"/>
          <a:ea typeface="+mn-ea"/>
          <a:cs typeface="+mn-cs"/>
        </a:defRPr>
      </a:lvl6pPr>
      <a:lvl7pPr marL="3561080" algn="l" defTabSz="1186815" rtl="0" eaLnBrk="1" latinLnBrk="0" hangingPunct="1">
        <a:defRPr sz="2340" kern="1200">
          <a:solidFill>
            <a:schemeClr val="tx1"/>
          </a:solidFill>
          <a:latin typeface="+mn-lt"/>
          <a:ea typeface="+mn-ea"/>
          <a:cs typeface="+mn-cs"/>
        </a:defRPr>
      </a:lvl7pPr>
      <a:lvl8pPr marL="4154805" algn="l" defTabSz="1186815" rtl="0" eaLnBrk="1" latinLnBrk="0" hangingPunct="1">
        <a:defRPr sz="2340" kern="1200">
          <a:solidFill>
            <a:schemeClr val="tx1"/>
          </a:solidFill>
          <a:latin typeface="+mn-lt"/>
          <a:ea typeface="+mn-ea"/>
          <a:cs typeface="+mn-cs"/>
        </a:defRPr>
      </a:lvl8pPr>
      <a:lvl9pPr marL="4747895" algn="l" defTabSz="118681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5.xml"/><Relationship Id="rId5" Type="http://schemas.openxmlformats.org/officeDocument/2006/relationships/image" Target="../media/image16.emf"/><Relationship Id="rId4" Type="http://schemas.openxmlformats.org/officeDocument/2006/relationships/package" Target="../embeddings/Document1.docx"/><Relationship Id="rId3" Type="http://schemas.openxmlformats.org/officeDocument/2006/relationships/hyperlink" Target="http://3ms.huawei.com/km/groups/1004371/blogs/details/6550873?l=zh-cn" TargetMode="External"/><Relationship Id="rId2" Type="http://schemas.openxmlformats.org/officeDocument/2006/relationships/hyperlink" Target="http://app.huawei.com/sdcp/pmo#!isd/drx/workspace/drxProjectList.html?from=ipmo" TargetMode="External"/><Relationship Id="rId1" Type="http://schemas.openxmlformats.org/officeDocument/2006/relationships/hyperlink" Target="https://app.huawei.com/eisdp/project/#/DrxManage" TargetMode="Externa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2.vml"/><Relationship Id="rId5" Type="http://schemas.openxmlformats.org/officeDocument/2006/relationships/slideLayout" Target="../slideLayouts/slideLayout5.xml"/><Relationship Id="rId4" Type="http://schemas.openxmlformats.org/officeDocument/2006/relationships/image" Target="../media/image18.emf"/><Relationship Id="rId3" Type="http://schemas.openxmlformats.org/officeDocument/2006/relationships/oleObject" Target="../embeddings/oleObject1.bin"/><Relationship Id="rId2" Type="http://schemas.openxmlformats.org/officeDocument/2006/relationships/image" Target="../media/image17.wmf"/><Relationship Id="rId1" Type="http://schemas.openxmlformats.org/officeDocument/2006/relationships/package" Target="../embeddings/Workbook1.xlsx"/></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5.xml"/><Relationship Id="rId2" Type="http://schemas.openxmlformats.org/officeDocument/2006/relationships/image" Target="../media/image20.emf"/><Relationship Id="rId1" Type="http://schemas.openxmlformats.org/officeDocument/2006/relationships/package" Target="../embeddings/Workbook2.xls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5.xml"/><Relationship Id="rId2" Type="http://schemas.openxmlformats.org/officeDocument/2006/relationships/image" Target="../media/image22.wmf"/><Relationship Id="rId1" Type="http://schemas.openxmlformats.org/officeDocument/2006/relationships/package" Target="../embeddings/Workbook3.xls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5.xml"/><Relationship Id="rId2" Type="http://schemas.openxmlformats.org/officeDocument/2006/relationships/image" Target="../media/image23.e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99" Type="http://schemas.openxmlformats.org/officeDocument/2006/relationships/tags" Target="../tags/tag100.xml"/><Relationship Id="rId98" Type="http://schemas.openxmlformats.org/officeDocument/2006/relationships/tags" Target="../tags/tag99.xml"/><Relationship Id="rId97" Type="http://schemas.openxmlformats.org/officeDocument/2006/relationships/tags" Target="../tags/tag98.xml"/><Relationship Id="rId96" Type="http://schemas.openxmlformats.org/officeDocument/2006/relationships/tags" Target="../tags/tag97.xml"/><Relationship Id="rId95" Type="http://schemas.openxmlformats.org/officeDocument/2006/relationships/tags" Target="../tags/tag96.xml"/><Relationship Id="rId94" Type="http://schemas.openxmlformats.org/officeDocument/2006/relationships/tags" Target="../tags/tag95.xml"/><Relationship Id="rId93" Type="http://schemas.openxmlformats.org/officeDocument/2006/relationships/tags" Target="../tags/tag94.xml"/><Relationship Id="rId92" Type="http://schemas.openxmlformats.org/officeDocument/2006/relationships/tags" Target="../tags/tag93.xml"/><Relationship Id="rId91" Type="http://schemas.openxmlformats.org/officeDocument/2006/relationships/tags" Target="../tags/tag92.xml"/><Relationship Id="rId90" Type="http://schemas.openxmlformats.org/officeDocument/2006/relationships/tags" Target="../tags/tag91.xml"/><Relationship Id="rId9" Type="http://schemas.openxmlformats.org/officeDocument/2006/relationships/tags" Target="../tags/tag12.xml"/><Relationship Id="rId89" Type="http://schemas.openxmlformats.org/officeDocument/2006/relationships/tags" Target="../tags/tag90.xml"/><Relationship Id="rId88" Type="http://schemas.openxmlformats.org/officeDocument/2006/relationships/tags" Target="../tags/tag89.xml"/><Relationship Id="rId87" Type="http://schemas.openxmlformats.org/officeDocument/2006/relationships/tags" Target="../tags/tag88.xml"/><Relationship Id="rId86" Type="http://schemas.openxmlformats.org/officeDocument/2006/relationships/tags" Target="../tags/tag87.xml"/><Relationship Id="rId85" Type="http://schemas.openxmlformats.org/officeDocument/2006/relationships/tags" Target="../tags/tag86.xml"/><Relationship Id="rId84" Type="http://schemas.openxmlformats.org/officeDocument/2006/relationships/tags" Target="../tags/tag85.xml"/><Relationship Id="rId83" Type="http://schemas.openxmlformats.org/officeDocument/2006/relationships/tags" Target="../tags/tag84.xml"/><Relationship Id="rId82" Type="http://schemas.openxmlformats.org/officeDocument/2006/relationships/tags" Target="../tags/tag83.xml"/><Relationship Id="rId81" Type="http://schemas.openxmlformats.org/officeDocument/2006/relationships/tags" Target="../tags/tag82.xml"/><Relationship Id="rId80" Type="http://schemas.openxmlformats.org/officeDocument/2006/relationships/tags" Target="../tags/tag81.xml"/><Relationship Id="rId8" Type="http://schemas.openxmlformats.org/officeDocument/2006/relationships/tags" Target="../tags/tag11.xml"/><Relationship Id="rId79" Type="http://schemas.openxmlformats.org/officeDocument/2006/relationships/tags" Target="../tags/tag80.xml"/><Relationship Id="rId78" Type="http://schemas.openxmlformats.org/officeDocument/2006/relationships/tags" Target="../tags/tag79.xml"/><Relationship Id="rId77" Type="http://schemas.openxmlformats.org/officeDocument/2006/relationships/tags" Target="../tags/tag78.xml"/><Relationship Id="rId76" Type="http://schemas.openxmlformats.org/officeDocument/2006/relationships/tags" Target="../tags/tag77.xml"/><Relationship Id="rId75" Type="http://schemas.openxmlformats.org/officeDocument/2006/relationships/tags" Target="../tags/tag76.xml"/><Relationship Id="rId74" Type="http://schemas.openxmlformats.org/officeDocument/2006/relationships/tags" Target="../tags/tag75.xml"/><Relationship Id="rId73" Type="http://schemas.openxmlformats.org/officeDocument/2006/relationships/tags" Target="../tags/tag74.xml"/><Relationship Id="rId72" Type="http://schemas.openxmlformats.org/officeDocument/2006/relationships/tags" Target="../tags/tag73.xml"/><Relationship Id="rId71" Type="http://schemas.openxmlformats.org/officeDocument/2006/relationships/tags" Target="../tags/tag72.xml"/><Relationship Id="rId70" Type="http://schemas.openxmlformats.org/officeDocument/2006/relationships/tags" Target="../tags/tag71.xml"/><Relationship Id="rId7" Type="http://schemas.openxmlformats.org/officeDocument/2006/relationships/tags" Target="../tags/tag10.xml"/><Relationship Id="rId69" Type="http://schemas.openxmlformats.org/officeDocument/2006/relationships/tags" Target="../tags/tag70.xml"/><Relationship Id="rId68" Type="http://schemas.openxmlformats.org/officeDocument/2006/relationships/tags" Target="../tags/tag69.xml"/><Relationship Id="rId67" Type="http://schemas.openxmlformats.org/officeDocument/2006/relationships/tags" Target="../tags/tag68.xml"/><Relationship Id="rId66" Type="http://schemas.openxmlformats.org/officeDocument/2006/relationships/tags" Target="../tags/tag67.xml"/><Relationship Id="rId65" Type="http://schemas.openxmlformats.org/officeDocument/2006/relationships/tags" Target="../tags/tag66.xml"/><Relationship Id="rId64" Type="http://schemas.openxmlformats.org/officeDocument/2006/relationships/tags" Target="../tags/tag65.xml"/><Relationship Id="rId63" Type="http://schemas.openxmlformats.org/officeDocument/2006/relationships/tags" Target="../tags/tag64.xml"/><Relationship Id="rId62" Type="http://schemas.openxmlformats.org/officeDocument/2006/relationships/tags" Target="../tags/tag63.xml"/><Relationship Id="rId61" Type="http://schemas.openxmlformats.org/officeDocument/2006/relationships/tags" Target="../tags/tag62.xml"/><Relationship Id="rId60" Type="http://schemas.openxmlformats.org/officeDocument/2006/relationships/tags" Target="../tags/tag61.xml"/><Relationship Id="rId6" Type="http://schemas.openxmlformats.org/officeDocument/2006/relationships/tags" Target="../tags/tag9.xml"/><Relationship Id="rId59" Type="http://schemas.openxmlformats.org/officeDocument/2006/relationships/tags" Target="../tags/tag60.xml"/><Relationship Id="rId58" Type="http://schemas.openxmlformats.org/officeDocument/2006/relationships/tags" Target="../tags/tag59.xml"/><Relationship Id="rId57" Type="http://schemas.openxmlformats.org/officeDocument/2006/relationships/tags" Target="../tags/tag58.xml"/><Relationship Id="rId56" Type="http://schemas.openxmlformats.org/officeDocument/2006/relationships/tags" Target="../tags/tag57.xml"/><Relationship Id="rId55" Type="http://schemas.openxmlformats.org/officeDocument/2006/relationships/tags" Target="../tags/tag56.xml"/><Relationship Id="rId54" Type="http://schemas.openxmlformats.org/officeDocument/2006/relationships/tags" Target="../tags/tag55.xml"/><Relationship Id="rId53" Type="http://schemas.openxmlformats.org/officeDocument/2006/relationships/tags" Target="../tags/tag54.xml"/><Relationship Id="rId52" Type="http://schemas.openxmlformats.org/officeDocument/2006/relationships/tags" Target="../tags/tag53.xml"/><Relationship Id="rId51" Type="http://schemas.openxmlformats.org/officeDocument/2006/relationships/tags" Target="../tags/tag52.xml"/><Relationship Id="rId50" Type="http://schemas.openxmlformats.org/officeDocument/2006/relationships/tags" Target="../tags/tag51.xml"/><Relationship Id="rId5" Type="http://schemas.openxmlformats.org/officeDocument/2006/relationships/tags" Target="../tags/tag8.xml"/><Relationship Id="rId49" Type="http://schemas.openxmlformats.org/officeDocument/2006/relationships/tags" Target="../tags/tag50.xml"/><Relationship Id="rId48" Type="http://schemas.openxmlformats.org/officeDocument/2006/relationships/tags" Target="../tags/tag49.xml"/><Relationship Id="rId475" Type="http://schemas.openxmlformats.org/officeDocument/2006/relationships/notesSlide" Target="../notesSlides/notesSlide4.xml"/><Relationship Id="rId474" Type="http://schemas.openxmlformats.org/officeDocument/2006/relationships/slideLayout" Target="../slideLayouts/slideLayout19.xml"/><Relationship Id="rId473" Type="http://schemas.openxmlformats.org/officeDocument/2006/relationships/tags" Target="../tags/tag463.xml"/><Relationship Id="rId472" Type="http://schemas.openxmlformats.org/officeDocument/2006/relationships/tags" Target="../tags/tag462.xml"/><Relationship Id="rId471" Type="http://schemas.openxmlformats.org/officeDocument/2006/relationships/tags" Target="../tags/tag461.xml"/><Relationship Id="rId470" Type="http://schemas.openxmlformats.org/officeDocument/2006/relationships/tags" Target="../tags/tag460.xml"/><Relationship Id="rId47" Type="http://schemas.openxmlformats.org/officeDocument/2006/relationships/tags" Target="../tags/tag48.xml"/><Relationship Id="rId469" Type="http://schemas.openxmlformats.org/officeDocument/2006/relationships/tags" Target="../tags/tag459.xml"/><Relationship Id="rId468" Type="http://schemas.openxmlformats.org/officeDocument/2006/relationships/tags" Target="../tags/tag458.xml"/><Relationship Id="rId467" Type="http://schemas.openxmlformats.org/officeDocument/2006/relationships/tags" Target="../tags/tag457.xml"/><Relationship Id="rId466" Type="http://schemas.openxmlformats.org/officeDocument/2006/relationships/tags" Target="../tags/tag456.xml"/><Relationship Id="rId465" Type="http://schemas.openxmlformats.org/officeDocument/2006/relationships/tags" Target="../tags/tag455.xml"/><Relationship Id="rId464" Type="http://schemas.openxmlformats.org/officeDocument/2006/relationships/tags" Target="../tags/tag454.xml"/><Relationship Id="rId463" Type="http://schemas.openxmlformats.org/officeDocument/2006/relationships/tags" Target="../tags/tag453.xml"/><Relationship Id="rId462" Type="http://schemas.openxmlformats.org/officeDocument/2006/relationships/tags" Target="../tags/tag452.xml"/><Relationship Id="rId461" Type="http://schemas.openxmlformats.org/officeDocument/2006/relationships/tags" Target="../tags/tag451.xml"/><Relationship Id="rId460" Type="http://schemas.openxmlformats.org/officeDocument/2006/relationships/tags" Target="../tags/tag450.xml"/><Relationship Id="rId46" Type="http://schemas.openxmlformats.org/officeDocument/2006/relationships/tags" Target="../tags/tag47.xml"/><Relationship Id="rId459" Type="http://schemas.openxmlformats.org/officeDocument/2006/relationships/tags" Target="../tags/tag449.xml"/><Relationship Id="rId458" Type="http://schemas.openxmlformats.org/officeDocument/2006/relationships/tags" Target="../tags/tag448.xml"/><Relationship Id="rId457" Type="http://schemas.openxmlformats.org/officeDocument/2006/relationships/tags" Target="../tags/tag447.xml"/><Relationship Id="rId456" Type="http://schemas.openxmlformats.org/officeDocument/2006/relationships/tags" Target="../tags/tag446.xml"/><Relationship Id="rId455" Type="http://schemas.openxmlformats.org/officeDocument/2006/relationships/tags" Target="../tags/tag445.xml"/><Relationship Id="rId454" Type="http://schemas.openxmlformats.org/officeDocument/2006/relationships/tags" Target="../tags/tag444.xml"/><Relationship Id="rId453" Type="http://schemas.openxmlformats.org/officeDocument/2006/relationships/tags" Target="../tags/tag443.xml"/><Relationship Id="rId452" Type="http://schemas.openxmlformats.org/officeDocument/2006/relationships/tags" Target="../tags/tag442.xml"/><Relationship Id="rId451" Type="http://schemas.openxmlformats.org/officeDocument/2006/relationships/tags" Target="../tags/tag441.xml"/><Relationship Id="rId450" Type="http://schemas.openxmlformats.org/officeDocument/2006/relationships/tags" Target="../tags/tag440.xml"/><Relationship Id="rId45" Type="http://schemas.openxmlformats.org/officeDocument/2006/relationships/tags" Target="../tags/tag46.xml"/><Relationship Id="rId449" Type="http://schemas.openxmlformats.org/officeDocument/2006/relationships/tags" Target="../tags/tag439.xml"/><Relationship Id="rId448" Type="http://schemas.openxmlformats.org/officeDocument/2006/relationships/tags" Target="../tags/tag438.xml"/><Relationship Id="rId447" Type="http://schemas.openxmlformats.org/officeDocument/2006/relationships/tags" Target="../tags/tag437.xml"/><Relationship Id="rId446" Type="http://schemas.openxmlformats.org/officeDocument/2006/relationships/tags" Target="../tags/tag436.xml"/><Relationship Id="rId445" Type="http://schemas.openxmlformats.org/officeDocument/2006/relationships/tags" Target="../tags/tag435.xml"/><Relationship Id="rId444" Type="http://schemas.openxmlformats.org/officeDocument/2006/relationships/image" Target="../media/image36.png"/><Relationship Id="rId443" Type="http://schemas.openxmlformats.org/officeDocument/2006/relationships/tags" Target="../tags/tag434.xml"/><Relationship Id="rId442" Type="http://schemas.openxmlformats.org/officeDocument/2006/relationships/tags" Target="../tags/tag433.xml"/><Relationship Id="rId441" Type="http://schemas.openxmlformats.org/officeDocument/2006/relationships/image" Target="../media/image35.emf"/><Relationship Id="rId440" Type="http://schemas.openxmlformats.org/officeDocument/2006/relationships/tags" Target="../tags/tag432.xml"/><Relationship Id="rId44" Type="http://schemas.openxmlformats.org/officeDocument/2006/relationships/tags" Target="../tags/tag45.xml"/><Relationship Id="rId439" Type="http://schemas.openxmlformats.org/officeDocument/2006/relationships/tags" Target="../tags/tag431.xml"/><Relationship Id="rId438" Type="http://schemas.openxmlformats.org/officeDocument/2006/relationships/tags" Target="../tags/tag430.xml"/><Relationship Id="rId437" Type="http://schemas.openxmlformats.org/officeDocument/2006/relationships/tags" Target="../tags/tag429.xml"/><Relationship Id="rId436" Type="http://schemas.openxmlformats.org/officeDocument/2006/relationships/tags" Target="../tags/tag428.xml"/><Relationship Id="rId435" Type="http://schemas.openxmlformats.org/officeDocument/2006/relationships/tags" Target="../tags/tag427.xml"/><Relationship Id="rId434" Type="http://schemas.openxmlformats.org/officeDocument/2006/relationships/tags" Target="../tags/tag426.xml"/><Relationship Id="rId433" Type="http://schemas.openxmlformats.org/officeDocument/2006/relationships/image" Target="../media/image34.png"/><Relationship Id="rId432" Type="http://schemas.openxmlformats.org/officeDocument/2006/relationships/tags" Target="../tags/tag425.xml"/><Relationship Id="rId431" Type="http://schemas.openxmlformats.org/officeDocument/2006/relationships/tags" Target="../tags/tag424.xml"/><Relationship Id="rId430" Type="http://schemas.openxmlformats.org/officeDocument/2006/relationships/tags" Target="../tags/tag423.xml"/><Relationship Id="rId43" Type="http://schemas.openxmlformats.org/officeDocument/2006/relationships/tags" Target="../tags/tag44.xml"/><Relationship Id="rId429" Type="http://schemas.openxmlformats.org/officeDocument/2006/relationships/tags" Target="../tags/tag422.xml"/><Relationship Id="rId428" Type="http://schemas.openxmlformats.org/officeDocument/2006/relationships/tags" Target="../tags/tag421.xml"/><Relationship Id="rId427" Type="http://schemas.openxmlformats.org/officeDocument/2006/relationships/tags" Target="../tags/tag420.xml"/><Relationship Id="rId426" Type="http://schemas.openxmlformats.org/officeDocument/2006/relationships/tags" Target="../tags/tag419.xml"/><Relationship Id="rId425" Type="http://schemas.openxmlformats.org/officeDocument/2006/relationships/image" Target="../media/image33.png"/><Relationship Id="rId424" Type="http://schemas.openxmlformats.org/officeDocument/2006/relationships/tags" Target="../tags/tag418.xml"/><Relationship Id="rId423" Type="http://schemas.openxmlformats.org/officeDocument/2006/relationships/tags" Target="../tags/tag417.xml"/><Relationship Id="rId422" Type="http://schemas.openxmlformats.org/officeDocument/2006/relationships/tags" Target="../tags/tag416.xml"/><Relationship Id="rId421" Type="http://schemas.openxmlformats.org/officeDocument/2006/relationships/tags" Target="../tags/tag415.xml"/><Relationship Id="rId420" Type="http://schemas.openxmlformats.org/officeDocument/2006/relationships/image" Target="../media/image32.png"/><Relationship Id="rId42" Type="http://schemas.openxmlformats.org/officeDocument/2006/relationships/tags" Target="../tags/tag43.xml"/><Relationship Id="rId419" Type="http://schemas.openxmlformats.org/officeDocument/2006/relationships/tags" Target="../tags/tag414.xml"/><Relationship Id="rId418" Type="http://schemas.openxmlformats.org/officeDocument/2006/relationships/tags" Target="../tags/tag413.xml"/><Relationship Id="rId417" Type="http://schemas.openxmlformats.org/officeDocument/2006/relationships/tags" Target="../tags/tag412.xml"/><Relationship Id="rId416" Type="http://schemas.openxmlformats.org/officeDocument/2006/relationships/tags" Target="../tags/tag411.xml"/><Relationship Id="rId415" Type="http://schemas.openxmlformats.org/officeDocument/2006/relationships/tags" Target="../tags/tag410.xml"/><Relationship Id="rId414" Type="http://schemas.openxmlformats.org/officeDocument/2006/relationships/tags" Target="../tags/tag409.xml"/><Relationship Id="rId413" Type="http://schemas.openxmlformats.org/officeDocument/2006/relationships/tags" Target="../tags/tag408.xml"/><Relationship Id="rId412" Type="http://schemas.openxmlformats.org/officeDocument/2006/relationships/tags" Target="../tags/tag407.xml"/><Relationship Id="rId411" Type="http://schemas.openxmlformats.org/officeDocument/2006/relationships/tags" Target="../tags/tag406.xml"/><Relationship Id="rId410" Type="http://schemas.openxmlformats.org/officeDocument/2006/relationships/tags" Target="../tags/tag405.xml"/><Relationship Id="rId41" Type="http://schemas.openxmlformats.org/officeDocument/2006/relationships/tags" Target="../tags/tag42.xml"/><Relationship Id="rId409" Type="http://schemas.openxmlformats.org/officeDocument/2006/relationships/tags" Target="../tags/tag404.xml"/><Relationship Id="rId408" Type="http://schemas.openxmlformats.org/officeDocument/2006/relationships/tags" Target="../tags/tag403.xml"/><Relationship Id="rId407" Type="http://schemas.openxmlformats.org/officeDocument/2006/relationships/tags" Target="../tags/tag402.xml"/><Relationship Id="rId406" Type="http://schemas.openxmlformats.org/officeDocument/2006/relationships/tags" Target="../tags/tag401.xml"/><Relationship Id="rId405" Type="http://schemas.openxmlformats.org/officeDocument/2006/relationships/tags" Target="../tags/tag400.xml"/><Relationship Id="rId404" Type="http://schemas.openxmlformats.org/officeDocument/2006/relationships/tags" Target="../tags/tag399.xml"/><Relationship Id="rId403" Type="http://schemas.openxmlformats.org/officeDocument/2006/relationships/tags" Target="../tags/tag398.xml"/><Relationship Id="rId402" Type="http://schemas.openxmlformats.org/officeDocument/2006/relationships/tags" Target="../tags/tag397.xml"/><Relationship Id="rId401" Type="http://schemas.openxmlformats.org/officeDocument/2006/relationships/tags" Target="../tags/tag396.xml"/><Relationship Id="rId400" Type="http://schemas.openxmlformats.org/officeDocument/2006/relationships/tags" Target="../tags/tag395.xml"/><Relationship Id="rId40" Type="http://schemas.openxmlformats.org/officeDocument/2006/relationships/tags" Target="../tags/tag41.xml"/><Relationship Id="rId4" Type="http://schemas.openxmlformats.org/officeDocument/2006/relationships/tags" Target="../tags/tag7.xml"/><Relationship Id="rId399" Type="http://schemas.openxmlformats.org/officeDocument/2006/relationships/tags" Target="../tags/tag394.xml"/><Relationship Id="rId398" Type="http://schemas.openxmlformats.org/officeDocument/2006/relationships/tags" Target="../tags/tag393.xml"/><Relationship Id="rId397" Type="http://schemas.openxmlformats.org/officeDocument/2006/relationships/tags" Target="../tags/tag392.xml"/><Relationship Id="rId396" Type="http://schemas.openxmlformats.org/officeDocument/2006/relationships/tags" Target="../tags/tag391.xml"/><Relationship Id="rId395" Type="http://schemas.openxmlformats.org/officeDocument/2006/relationships/tags" Target="../tags/tag390.xml"/><Relationship Id="rId394" Type="http://schemas.openxmlformats.org/officeDocument/2006/relationships/tags" Target="../tags/tag389.xml"/><Relationship Id="rId393" Type="http://schemas.openxmlformats.org/officeDocument/2006/relationships/tags" Target="../tags/tag388.xml"/><Relationship Id="rId392" Type="http://schemas.openxmlformats.org/officeDocument/2006/relationships/tags" Target="../tags/tag387.xml"/><Relationship Id="rId391" Type="http://schemas.openxmlformats.org/officeDocument/2006/relationships/image" Target="../media/image31.png"/><Relationship Id="rId390" Type="http://schemas.openxmlformats.org/officeDocument/2006/relationships/tags" Target="../tags/tag386.xml"/><Relationship Id="rId39" Type="http://schemas.openxmlformats.org/officeDocument/2006/relationships/tags" Target="../tags/tag40.xml"/><Relationship Id="rId389" Type="http://schemas.openxmlformats.org/officeDocument/2006/relationships/image" Target="../media/image30.png"/><Relationship Id="rId388" Type="http://schemas.openxmlformats.org/officeDocument/2006/relationships/tags" Target="../tags/tag385.xml"/><Relationship Id="rId387" Type="http://schemas.openxmlformats.org/officeDocument/2006/relationships/tags" Target="../tags/tag384.xml"/><Relationship Id="rId386" Type="http://schemas.openxmlformats.org/officeDocument/2006/relationships/tags" Target="../tags/tag383.xml"/><Relationship Id="rId385" Type="http://schemas.openxmlformats.org/officeDocument/2006/relationships/tags" Target="../tags/tag382.xml"/><Relationship Id="rId384" Type="http://schemas.openxmlformats.org/officeDocument/2006/relationships/tags" Target="../tags/tag381.xml"/><Relationship Id="rId383" Type="http://schemas.openxmlformats.org/officeDocument/2006/relationships/tags" Target="../tags/tag380.xml"/><Relationship Id="rId382" Type="http://schemas.openxmlformats.org/officeDocument/2006/relationships/tags" Target="../tags/tag379.xml"/><Relationship Id="rId381" Type="http://schemas.openxmlformats.org/officeDocument/2006/relationships/tags" Target="../tags/tag378.xml"/><Relationship Id="rId380" Type="http://schemas.microsoft.com/office/2007/relationships/hdphoto" Target="../media/image29.wdp"/><Relationship Id="rId38" Type="http://schemas.openxmlformats.org/officeDocument/2006/relationships/tags" Target="../tags/tag39.xml"/><Relationship Id="rId379" Type="http://schemas.openxmlformats.org/officeDocument/2006/relationships/image" Target="../media/image28.png"/><Relationship Id="rId378" Type="http://schemas.openxmlformats.org/officeDocument/2006/relationships/image" Target="../media/image27.png"/><Relationship Id="rId377" Type="http://schemas.openxmlformats.org/officeDocument/2006/relationships/tags" Target="../tags/tag377.xml"/><Relationship Id="rId376" Type="http://schemas.openxmlformats.org/officeDocument/2006/relationships/tags" Target="../tags/tag376.xml"/><Relationship Id="rId375" Type="http://schemas.openxmlformats.org/officeDocument/2006/relationships/tags" Target="../tags/tag375.xml"/><Relationship Id="rId374" Type="http://schemas.openxmlformats.org/officeDocument/2006/relationships/tags" Target="../tags/tag374.xml"/><Relationship Id="rId373" Type="http://schemas.openxmlformats.org/officeDocument/2006/relationships/tags" Target="../tags/tag373.xml"/><Relationship Id="rId372" Type="http://schemas.openxmlformats.org/officeDocument/2006/relationships/tags" Target="../tags/tag372.xml"/><Relationship Id="rId371" Type="http://schemas.openxmlformats.org/officeDocument/2006/relationships/tags" Target="../tags/tag371.xml"/><Relationship Id="rId370" Type="http://schemas.openxmlformats.org/officeDocument/2006/relationships/tags" Target="../tags/tag370.xml"/><Relationship Id="rId37" Type="http://schemas.openxmlformats.org/officeDocument/2006/relationships/tags" Target="../tags/tag38.xml"/><Relationship Id="rId369" Type="http://schemas.openxmlformats.org/officeDocument/2006/relationships/tags" Target="../tags/tag369.xml"/><Relationship Id="rId368" Type="http://schemas.openxmlformats.org/officeDocument/2006/relationships/tags" Target="../tags/tag368.xml"/><Relationship Id="rId367" Type="http://schemas.openxmlformats.org/officeDocument/2006/relationships/tags" Target="../tags/tag367.xml"/><Relationship Id="rId366" Type="http://schemas.openxmlformats.org/officeDocument/2006/relationships/tags" Target="../tags/tag366.xml"/><Relationship Id="rId365" Type="http://schemas.openxmlformats.org/officeDocument/2006/relationships/tags" Target="../tags/tag365.xml"/><Relationship Id="rId364" Type="http://schemas.openxmlformats.org/officeDocument/2006/relationships/tags" Target="../tags/tag364.xml"/><Relationship Id="rId363" Type="http://schemas.openxmlformats.org/officeDocument/2006/relationships/tags" Target="../tags/tag363.xml"/><Relationship Id="rId362" Type="http://schemas.openxmlformats.org/officeDocument/2006/relationships/tags" Target="../tags/tag362.xml"/><Relationship Id="rId361" Type="http://schemas.openxmlformats.org/officeDocument/2006/relationships/tags" Target="../tags/tag361.xml"/><Relationship Id="rId360" Type="http://schemas.openxmlformats.org/officeDocument/2006/relationships/tags" Target="../tags/tag360.xml"/><Relationship Id="rId36" Type="http://schemas.openxmlformats.org/officeDocument/2006/relationships/tags" Target="../tags/tag37.xml"/><Relationship Id="rId359" Type="http://schemas.openxmlformats.org/officeDocument/2006/relationships/tags" Target="../tags/tag359.xml"/><Relationship Id="rId358" Type="http://schemas.openxmlformats.org/officeDocument/2006/relationships/tags" Target="../tags/tag358.xml"/><Relationship Id="rId357" Type="http://schemas.openxmlformats.org/officeDocument/2006/relationships/tags" Target="../tags/tag357.xml"/><Relationship Id="rId356" Type="http://schemas.openxmlformats.org/officeDocument/2006/relationships/tags" Target="../tags/tag356.xml"/><Relationship Id="rId355" Type="http://schemas.openxmlformats.org/officeDocument/2006/relationships/tags" Target="../tags/tag355.xml"/><Relationship Id="rId354" Type="http://schemas.openxmlformats.org/officeDocument/2006/relationships/tags" Target="../tags/tag354.xml"/><Relationship Id="rId353" Type="http://schemas.openxmlformats.org/officeDocument/2006/relationships/tags" Target="../tags/tag353.xml"/><Relationship Id="rId352" Type="http://schemas.openxmlformats.org/officeDocument/2006/relationships/tags" Target="../tags/tag352.xml"/><Relationship Id="rId351" Type="http://schemas.openxmlformats.org/officeDocument/2006/relationships/tags" Target="../tags/tag351.xml"/><Relationship Id="rId350" Type="http://schemas.openxmlformats.org/officeDocument/2006/relationships/tags" Target="../tags/tag350.xml"/><Relationship Id="rId35" Type="http://schemas.openxmlformats.org/officeDocument/2006/relationships/tags" Target="../tags/tag36.xml"/><Relationship Id="rId349" Type="http://schemas.openxmlformats.org/officeDocument/2006/relationships/tags" Target="../tags/tag349.xml"/><Relationship Id="rId348" Type="http://schemas.openxmlformats.org/officeDocument/2006/relationships/tags" Target="../tags/tag348.xml"/><Relationship Id="rId347" Type="http://schemas.openxmlformats.org/officeDocument/2006/relationships/tags" Target="../tags/tag347.xml"/><Relationship Id="rId346" Type="http://schemas.openxmlformats.org/officeDocument/2006/relationships/tags" Target="../tags/tag346.xml"/><Relationship Id="rId345" Type="http://schemas.openxmlformats.org/officeDocument/2006/relationships/tags" Target="../tags/tag345.xml"/><Relationship Id="rId344" Type="http://schemas.openxmlformats.org/officeDocument/2006/relationships/tags" Target="../tags/tag344.xml"/><Relationship Id="rId343" Type="http://schemas.openxmlformats.org/officeDocument/2006/relationships/tags" Target="../tags/tag343.xml"/><Relationship Id="rId342" Type="http://schemas.openxmlformats.org/officeDocument/2006/relationships/tags" Target="../tags/tag342.xml"/><Relationship Id="rId341" Type="http://schemas.openxmlformats.org/officeDocument/2006/relationships/tags" Target="../tags/tag341.xml"/><Relationship Id="rId340" Type="http://schemas.openxmlformats.org/officeDocument/2006/relationships/tags" Target="../tags/tag340.xml"/><Relationship Id="rId34" Type="http://schemas.openxmlformats.org/officeDocument/2006/relationships/tags" Target="../tags/tag35.xml"/><Relationship Id="rId339" Type="http://schemas.openxmlformats.org/officeDocument/2006/relationships/tags" Target="../tags/tag339.xml"/><Relationship Id="rId338" Type="http://schemas.openxmlformats.org/officeDocument/2006/relationships/tags" Target="../tags/tag338.xml"/><Relationship Id="rId337" Type="http://schemas.openxmlformats.org/officeDocument/2006/relationships/tags" Target="../tags/tag337.xml"/><Relationship Id="rId336" Type="http://schemas.openxmlformats.org/officeDocument/2006/relationships/tags" Target="../tags/tag336.xml"/><Relationship Id="rId335" Type="http://schemas.openxmlformats.org/officeDocument/2006/relationships/tags" Target="../tags/tag335.xml"/><Relationship Id="rId334" Type="http://schemas.openxmlformats.org/officeDocument/2006/relationships/tags" Target="../tags/tag334.xml"/><Relationship Id="rId333" Type="http://schemas.openxmlformats.org/officeDocument/2006/relationships/tags" Target="../tags/tag333.xml"/><Relationship Id="rId332" Type="http://schemas.openxmlformats.org/officeDocument/2006/relationships/tags" Target="../tags/tag332.xml"/><Relationship Id="rId331" Type="http://schemas.openxmlformats.org/officeDocument/2006/relationships/tags" Target="../tags/tag331.xml"/><Relationship Id="rId330" Type="http://schemas.openxmlformats.org/officeDocument/2006/relationships/tags" Target="../tags/tag330.xml"/><Relationship Id="rId33" Type="http://schemas.openxmlformats.org/officeDocument/2006/relationships/tags" Target="../tags/tag34.xml"/><Relationship Id="rId329" Type="http://schemas.openxmlformats.org/officeDocument/2006/relationships/tags" Target="../tags/tag329.xml"/><Relationship Id="rId328" Type="http://schemas.openxmlformats.org/officeDocument/2006/relationships/tags" Target="../tags/tag328.xml"/><Relationship Id="rId327" Type="http://schemas.openxmlformats.org/officeDocument/2006/relationships/tags" Target="../tags/tag327.xml"/><Relationship Id="rId326" Type="http://schemas.openxmlformats.org/officeDocument/2006/relationships/tags" Target="../tags/tag326.xml"/><Relationship Id="rId325" Type="http://schemas.openxmlformats.org/officeDocument/2006/relationships/tags" Target="../tags/tag325.xml"/><Relationship Id="rId324" Type="http://schemas.openxmlformats.org/officeDocument/2006/relationships/tags" Target="../tags/tag324.xml"/><Relationship Id="rId323" Type="http://schemas.openxmlformats.org/officeDocument/2006/relationships/tags" Target="../tags/tag323.xml"/><Relationship Id="rId322" Type="http://schemas.openxmlformats.org/officeDocument/2006/relationships/tags" Target="../tags/tag322.xml"/><Relationship Id="rId321" Type="http://schemas.openxmlformats.org/officeDocument/2006/relationships/tags" Target="../tags/tag321.xml"/><Relationship Id="rId320" Type="http://schemas.openxmlformats.org/officeDocument/2006/relationships/tags" Target="../tags/tag320.xml"/><Relationship Id="rId32" Type="http://schemas.openxmlformats.org/officeDocument/2006/relationships/tags" Target="../tags/tag33.xml"/><Relationship Id="rId319" Type="http://schemas.openxmlformats.org/officeDocument/2006/relationships/tags" Target="../tags/tag319.xml"/><Relationship Id="rId318" Type="http://schemas.openxmlformats.org/officeDocument/2006/relationships/tags" Target="../tags/tag318.xml"/><Relationship Id="rId317" Type="http://schemas.openxmlformats.org/officeDocument/2006/relationships/tags" Target="../tags/tag317.xml"/><Relationship Id="rId316" Type="http://schemas.openxmlformats.org/officeDocument/2006/relationships/tags" Target="../tags/tag316.xml"/><Relationship Id="rId315" Type="http://schemas.openxmlformats.org/officeDocument/2006/relationships/tags" Target="../tags/tag315.xml"/><Relationship Id="rId314" Type="http://schemas.openxmlformats.org/officeDocument/2006/relationships/tags" Target="../tags/tag314.xml"/><Relationship Id="rId313" Type="http://schemas.openxmlformats.org/officeDocument/2006/relationships/tags" Target="../tags/tag313.xml"/><Relationship Id="rId312" Type="http://schemas.openxmlformats.org/officeDocument/2006/relationships/tags" Target="../tags/tag312.xml"/><Relationship Id="rId311" Type="http://schemas.openxmlformats.org/officeDocument/2006/relationships/tags" Target="../tags/tag311.xml"/><Relationship Id="rId310" Type="http://schemas.openxmlformats.org/officeDocument/2006/relationships/tags" Target="../tags/tag310.xml"/><Relationship Id="rId31" Type="http://schemas.openxmlformats.org/officeDocument/2006/relationships/tags" Target="../tags/tag32.xml"/><Relationship Id="rId309" Type="http://schemas.openxmlformats.org/officeDocument/2006/relationships/tags" Target="../tags/tag309.xml"/><Relationship Id="rId308" Type="http://schemas.openxmlformats.org/officeDocument/2006/relationships/tags" Target="../tags/tag308.xml"/><Relationship Id="rId307" Type="http://schemas.openxmlformats.org/officeDocument/2006/relationships/tags" Target="../tags/tag307.xml"/><Relationship Id="rId306" Type="http://schemas.openxmlformats.org/officeDocument/2006/relationships/tags" Target="../tags/tag306.xml"/><Relationship Id="rId305" Type="http://schemas.openxmlformats.org/officeDocument/2006/relationships/tags" Target="../tags/tag305.xml"/><Relationship Id="rId304" Type="http://schemas.openxmlformats.org/officeDocument/2006/relationships/tags" Target="../tags/tag304.xml"/><Relationship Id="rId303" Type="http://schemas.openxmlformats.org/officeDocument/2006/relationships/tags" Target="../tags/tag303.xml"/><Relationship Id="rId302" Type="http://schemas.openxmlformats.org/officeDocument/2006/relationships/tags" Target="../tags/tag302.xml"/><Relationship Id="rId301" Type="http://schemas.openxmlformats.org/officeDocument/2006/relationships/tags" Target="../tags/tag301.xml"/><Relationship Id="rId300" Type="http://schemas.openxmlformats.org/officeDocument/2006/relationships/tags" Target="../tags/tag300.xml"/><Relationship Id="rId30" Type="http://schemas.openxmlformats.org/officeDocument/2006/relationships/tags" Target="../tags/tag31.xml"/><Relationship Id="rId3" Type="http://schemas.openxmlformats.org/officeDocument/2006/relationships/tags" Target="../tags/tag6.xml"/><Relationship Id="rId299" Type="http://schemas.openxmlformats.org/officeDocument/2006/relationships/tags" Target="../tags/tag299.xml"/><Relationship Id="rId298" Type="http://schemas.openxmlformats.org/officeDocument/2006/relationships/tags" Target="../tags/tag298.xml"/><Relationship Id="rId297" Type="http://schemas.openxmlformats.org/officeDocument/2006/relationships/tags" Target="../tags/tag297.xml"/><Relationship Id="rId296" Type="http://schemas.openxmlformats.org/officeDocument/2006/relationships/tags" Target="../tags/tag296.xml"/><Relationship Id="rId295" Type="http://schemas.openxmlformats.org/officeDocument/2006/relationships/tags" Target="../tags/tag295.xml"/><Relationship Id="rId294" Type="http://schemas.openxmlformats.org/officeDocument/2006/relationships/tags" Target="../tags/tag294.xml"/><Relationship Id="rId293" Type="http://schemas.openxmlformats.org/officeDocument/2006/relationships/tags" Target="../tags/tag293.xml"/><Relationship Id="rId292" Type="http://schemas.openxmlformats.org/officeDocument/2006/relationships/tags" Target="../tags/tag292.xml"/><Relationship Id="rId291" Type="http://schemas.openxmlformats.org/officeDocument/2006/relationships/tags" Target="../tags/tag291.xml"/><Relationship Id="rId290" Type="http://schemas.openxmlformats.org/officeDocument/2006/relationships/tags" Target="../tags/tag290.xml"/><Relationship Id="rId29" Type="http://schemas.openxmlformats.org/officeDocument/2006/relationships/tags" Target="../tags/tag30.xml"/><Relationship Id="rId289" Type="http://schemas.openxmlformats.org/officeDocument/2006/relationships/tags" Target="../tags/tag289.xml"/><Relationship Id="rId288" Type="http://schemas.openxmlformats.org/officeDocument/2006/relationships/tags" Target="../tags/tag288.xml"/><Relationship Id="rId287" Type="http://schemas.openxmlformats.org/officeDocument/2006/relationships/tags" Target="../tags/tag287.xml"/><Relationship Id="rId286" Type="http://schemas.openxmlformats.org/officeDocument/2006/relationships/tags" Target="../tags/tag286.xml"/><Relationship Id="rId285" Type="http://schemas.openxmlformats.org/officeDocument/2006/relationships/tags" Target="../tags/tag285.xml"/><Relationship Id="rId284" Type="http://schemas.openxmlformats.org/officeDocument/2006/relationships/tags" Target="../tags/tag284.xml"/><Relationship Id="rId283" Type="http://schemas.openxmlformats.org/officeDocument/2006/relationships/tags" Target="../tags/tag283.xml"/><Relationship Id="rId282" Type="http://schemas.openxmlformats.org/officeDocument/2006/relationships/tags" Target="../tags/tag282.xml"/><Relationship Id="rId281" Type="http://schemas.openxmlformats.org/officeDocument/2006/relationships/tags" Target="../tags/tag281.xml"/><Relationship Id="rId280" Type="http://schemas.openxmlformats.org/officeDocument/2006/relationships/tags" Target="../tags/tag280.xml"/><Relationship Id="rId28" Type="http://schemas.openxmlformats.org/officeDocument/2006/relationships/tags" Target="../tags/tag29.xml"/><Relationship Id="rId279" Type="http://schemas.openxmlformats.org/officeDocument/2006/relationships/tags" Target="../tags/tag279.xml"/><Relationship Id="rId278" Type="http://schemas.openxmlformats.org/officeDocument/2006/relationships/tags" Target="../tags/tag278.xml"/><Relationship Id="rId277" Type="http://schemas.openxmlformats.org/officeDocument/2006/relationships/tags" Target="../tags/tag277.xml"/><Relationship Id="rId276" Type="http://schemas.openxmlformats.org/officeDocument/2006/relationships/tags" Target="../tags/tag276.xml"/><Relationship Id="rId275" Type="http://schemas.openxmlformats.org/officeDocument/2006/relationships/tags" Target="../tags/tag275.xml"/><Relationship Id="rId274" Type="http://schemas.openxmlformats.org/officeDocument/2006/relationships/tags" Target="../tags/tag274.xml"/><Relationship Id="rId273" Type="http://schemas.openxmlformats.org/officeDocument/2006/relationships/tags" Target="../tags/tag273.xml"/><Relationship Id="rId272" Type="http://schemas.openxmlformats.org/officeDocument/2006/relationships/image" Target="../media/image26.png"/><Relationship Id="rId271" Type="http://schemas.openxmlformats.org/officeDocument/2006/relationships/tags" Target="../tags/tag272.xml"/><Relationship Id="rId270" Type="http://schemas.openxmlformats.org/officeDocument/2006/relationships/tags" Target="../tags/tag271.xml"/><Relationship Id="rId27" Type="http://schemas.openxmlformats.org/officeDocument/2006/relationships/tags" Target="../tags/tag28.xml"/><Relationship Id="rId269" Type="http://schemas.openxmlformats.org/officeDocument/2006/relationships/tags" Target="../tags/tag270.xml"/><Relationship Id="rId268" Type="http://schemas.openxmlformats.org/officeDocument/2006/relationships/tags" Target="../tags/tag269.xml"/><Relationship Id="rId267" Type="http://schemas.openxmlformats.org/officeDocument/2006/relationships/tags" Target="../tags/tag268.xml"/><Relationship Id="rId266" Type="http://schemas.openxmlformats.org/officeDocument/2006/relationships/tags" Target="../tags/tag267.xml"/><Relationship Id="rId265" Type="http://schemas.openxmlformats.org/officeDocument/2006/relationships/tags" Target="../tags/tag266.xml"/><Relationship Id="rId264" Type="http://schemas.openxmlformats.org/officeDocument/2006/relationships/tags" Target="../tags/tag265.xml"/><Relationship Id="rId263" Type="http://schemas.openxmlformats.org/officeDocument/2006/relationships/tags" Target="../tags/tag264.xml"/><Relationship Id="rId262" Type="http://schemas.openxmlformats.org/officeDocument/2006/relationships/tags" Target="../tags/tag263.xml"/><Relationship Id="rId261" Type="http://schemas.openxmlformats.org/officeDocument/2006/relationships/tags" Target="../tags/tag262.xml"/><Relationship Id="rId260" Type="http://schemas.openxmlformats.org/officeDocument/2006/relationships/tags" Target="../tags/tag261.xml"/><Relationship Id="rId26" Type="http://schemas.openxmlformats.org/officeDocument/2006/relationships/tags" Target="../tags/tag27.xml"/><Relationship Id="rId259" Type="http://schemas.openxmlformats.org/officeDocument/2006/relationships/tags" Target="../tags/tag260.xml"/><Relationship Id="rId258" Type="http://schemas.openxmlformats.org/officeDocument/2006/relationships/tags" Target="../tags/tag259.xml"/><Relationship Id="rId257" Type="http://schemas.openxmlformats.org/officeDocument/2006/relationships/tags" Target="../tags/tag258.xml"/><Relationship Id="rId256" Type="http://schemas.openxmlformats.org/officeDocument/2006/relationships/tags" Target="../tags/tag257.xml"/><Relationship Id="rId255" Type="http://schemas.openxmlformats.org/officeDocument/2006/relationships/tags" Target="../tags/tag256.xml"/><Relationship Id="rId254" Type="http://schemas.openxmlformats.org/officeDocument/2006/relationships/tags" Target="../tags/tag255.xml"/><Relationship Id="rId253" Type="http://schemas.openxmlformats.org/officeDocument/2006/relationships/tags" Target="../tags/tag254.xml"/><Relationship Id="rId252" Type="http://schemas.openxmlformats.org/officeDocument/2006/relationships/tags" Target="../tags/tag253.xml"/><Relationship Id="rId251" Type="http://schemas.openxmlformats.org/officeDocument/2006/relationships/tags" Target="../tags/tag252.xml"/><Relationship Id="rId250" Type="http://schemas.openxmlformats.org/officeDocument/2006/relationships/tags" Target="../tags/tag251.xml"/><Relationship Id="rId25" Type="http://schemas.openxmlformats.org/officeDocument/2006/relationships/tags" Target="../tags/tag26.xml"/><Relationship Id="rId249" Type="http://schemas.openxmlformats.org/officeDocument/2006/relationships/tags" Target="../tags/tag250.xml"/><Relationship Id="rId248" Type="http://schemas.openxmlformats.org/officeDocument/2006/relationships/tags" Target="../tags/tag249.xml"/><Relationship Id="rId247" Type="http://schemas.openxmlformats.org/officeDocument/2006/relationships/tags" Target="../tags/tag248.xml"/><Relationship Id="rId246" Type="http://schemas.openxmlformats.org/officeDocument/2006/relationships/tags" Target="../tags/tag247.xml"/><Relationship Id="rId245" Type="http://schemas.openxmlformats.org/officeDocument/2006/relationships/tags" Target="../tags/tag246.xml"/><Relationship Id="rId244" Type="http://schemas.openxmlformats.org/officeDocument/2006/relationships/tags" Target="../tags/tag245.xml"/><Relationship Id="rId243" Type="http://schemas.openxmlformats.org/officeDocument/2006/relationships/tags" Target="../tags/tag244.xml"/><Relationship Id="rId242" Type="http://schemas.openxmlformats.org/officeDocument/2006/relationships/tags" Target="../tags/tag243.xml"/><Relationship Id="rId241" Type="http://schemas.openxmlformats.org/officeDocument/2006/relationships/tags" Target="../tags/tag242.xml"/><Relationship Id="rId240" Type="http://schemas.openxmlformats.org/officeDocument/2006/relationships/tags" Target="../tags/tag241.xml"/><Relationship Id="rId24" Type="http://schemas.openxmlformats.org/officeDocument/2006/relationships/tags" Target="../tags/tag25.xml"/><Relationship Id="rId239" Type="http://schemas.openxmlformats.org/officeDocument/2006/relationships/tags" Target="../tags/tag240.xml"/><Relationship Id="rId238" Type="http://schemas.openxmlformats.org/officeDocument/2006/relationships/tags" Target="../tags/tag239.xml"/><Relationship Id="rId237" Type="http://schemas.openxmlformats.org/officeDocument/2006/relationships/tags" Target="../tags/tag238.xml"/><Relationship Id="rId236" Type="http://schemas.openxmlformats.org/officeDocument/2006/relationships/tags" Target="../tags/tag237.xml"/><Relationship Id="rId235" Type="http://schemas.openxmlformats.org/officeDocument/2006/relationships/tags" Target="../tags/tag236.xml"/><Relationship Id="rId234" Type="http://schemas.openxmlformats.org/officeDocument/2006/relationships/tags" Target="../tags/tag235.xml"/><Relationship Id="rId233" Type="http://schemas.openxmlformats.org/officeDocument/2006/relationships/tags" Target="../tags/tag234.xml"/><Relationship Id="rId232" Type="http://schemas.openxmlformats.org/officeDocument/2006/relationships/tags" Target="../tags/tag233.xml"/><Relationship Id="rId231" Type="http://schemas.openxmlformats.org/officeDocument/2006/relationships/tags" Target="../tags/tag232.xml"/><Relationship Id="rId230" Type="http://schemas.openxmlformats.org/officeDocument/2006/relationships/tags" Target="../tags/tag231.xml"/><Relationship Id="rId23" Type="http://schemas.openxmlformats.org/officeDocument/2006/relationships/image" Target="../media/image25.png"/><Relationship Id="rId229" Type="http://schemas.openxmlformats.org/officeDocument/2006/relationships/tags" Target="../tags/tag230.xml"/><Relationship Id="rId228" Type="http://schemas.openxmlformats.org/officeDocument/2006/relationships/tags" Target="../tags/tag229.xml"/><Relationship Id="rId227" Type="http://schemas.openxmlformats.org/officeDocument/2006/relationships/tags" Target="../tags/tag228.xml"/><Relationship Id="rId226" Type="http://schemas.openxmlformats.org/officeDocument/2006/relationships/tags" Target="../tags/tag227.xml"/><Relationship Id="rId225" Type="http://schemas.openxmlformats.org/officeDocument/2006/relationships/tags" Target="../tags/tag226.xml"/><Relationship Id="rId224" Type="http://schemas.openxmlformats.org/officeDocument/2006/relationships/tags" Target="../tags/tag225.xml"/><Relationship Id="rId223" Type="http://schemas.openxmlformats.org/officeDocument/2006/relationships/tags" Target="../tags/tag224.xml"/><Relationship Id="rId222" Type="http://schemas.openxmlformats.org/officeDocument/2006/relationships/tags" Target="../tags/tag223.xml"/><Relationship Id="rId221" Type="http://schemas.openxmlformats.org/officeDocument/2006/relationships/tags" Target="../tags/tag222.xml"/><Relationship Id="rId220" Type="http://schemas.openxmlformats.org/officeDocument/2006/relationships/tags" Target="../tags/tag221.xml"/><Relationship Id="rId22" Type="http://schemas.openxmlformats.org/officeDocument/2006/relationships/tags" Target="../tags/tag24.xml"/><Relationship Id="rId219" Type="http://schemas.openxmlformats.org/officeDocument/2006/relationships/tags" Target="../tags/tag220.xml"/><Relationship Id="rId218" Type="http://schemas.openxmlformats.org/officeDocument/2006/relationships/tags" Target="../tags/tag219.xml"/><Relationship Id="rId217" Type="http://schemas.openxmlformats.org/officeDocument/2006/relationships/tags" Target="../tags/tag218.xml"/><Relationship Id="rId216" Type="http://schemas.openxmlformats.org/officeDocument/2006/relationships/tags" Target="../tags/tag217.xml"/><Relationship Id="rId215" Type="http://schemas.openxmlformats.org/officeDocument/2006/relationships/tags" Target="../tags/tag216.xml"/><Relationship Id="rId214" Type="http://schemas.openxmlformats.org/officeDocument/2006/relationships/tags" Target="../tags/tag215.xml"/><Relationship Id="rId213" Type="http://schemas.openxmlformats.org/officeDocument/2006/relationships/tags" Target="../tags/tag214.xml"/><Relationship Id="rId212" Type="http://schemas.openxmlformats.org/officeDocument/2006/relationships/tags" Target="../tags/tag213.xml"/><Relationship Id="rId211" Type="http://schemas.openxmlformats.org/officeDocument/2006/relationships/tags" Target="../tags/tag212.xml"/><Relationship Id="rId210" Type="http://schemas.openxmlformats.org/officeDocument/2006/relationships/tags" Target="../tags/tag211.xml"/><Relationship Id="rId21" Type="http://schemas.openxmlformats.org/officeDocument/2006/relationships/tags" Target="../tags/tag23.xml"/><Relationship Id="rId209" Type="http://schemas.openxmlformats.org/officeDocument/2006/relationships/tags" Target="../tags/tag210.xml"/><Relationship Id="rId208" Type="http://schemas.openxmlformats.org/officeDocument/2006/relationships/tags" Target="../tags/tag209.xml"/><Relationship Id="rId207" Type="http://schemas.openxmlformats.org/officeDocument/2006/relationships/tags" Target="../tags/tag208.xml"/><Relationship Id="rId206" Type="http://schemas.openxmlformats.org/officeDocument/2006/relationships/tags" Target="../tags/tag207.xml"/><Relationship Id="rId205" Type="http://schemas.openxmlformats.org/officeDocument/2006/relationships/tags" Target="../tags/tag206.xml"/><Relationship Id="rId204" Type="http://schemas.openxmlformats.org/officeDocument/2006/relationships/tags" Target="../tags/tag205.xml"/><Relationship Id="rId203" Type="http://schemas.openxmlformats.org/officeDocument/2006/relationships/tags" Target="../tags/tag204.xml"/><Relationship Id="rId202" Type="http://schemas.openxmlformats.org/officeDocument/2006/relationships/tags" Target="../tags/tag203.xml"/><Relationship Id="rId201" Type="http://schemas.openxmlformats.org/officeDocument/2006/relationships/tags" Target="../tags/tag202.xml"/><Relationship Id="rId200" Type="http://schemas.openxmlformats.org/officeDocument/2006/relationships/tags" Target="../tags/tag201.xml"/><Relationship Id="rId20" Type="http://schemas.openxmlformats.org/officeDocument/2006/relationships/tags" Target="../tags/tag22.xml"/><Relationship Id="rId2" Type="http://schemas.openxmlformats.org/officeDocument/2006/relationships/tags" Target="../tags/tag5.xml"/><Relationship Id="rId199" Type="http://schemas.openxmlformats.org/officeDocument/2006/relationships/tags" Target="../tags/tag200.xml"/><Relationship Id="rId198" Type="http://schemas.openxmlformats.org/officeDocument/2006/relationships/tags" Target="../tags/tag199.xml"/><Relationship Id="rId197" Type="http://schemas.openxmlformats.org/officeDocument/2006/relationships/tags" Target="../tags/tag198.xml"/><Relationship Id="rId196" Type="http://schemas.openxmlformats.org/officeDocument/2006/relationships/tags" Target="../tags/tag197.xml"/><Relationship Id="rId195" Type="http://schemas.openxmlformats.org/officeDocument/2006/relationships/tags" Target="../tags/tag196.xml"/><Relationship Id="rId194" Type="http://schemas.openxmlformats.org/officeDocument/2006/relationships/tags" Target="../tags/tag195.xml"/><Relationship Id="rId193" Type="http://schemas.openxmlformats.org/officeDocument/2006/relationships/tags" Target="../tags/tag194.xml"/><Relationship Id="rId192" Type="http://schemas.openxmlformats.org/officeDocument/2006/relationships/tags" Target="../tags/tag193.xml"/><Relationship Id="rId191" Type="http://schemas.openxmlformats.org/officeDocument/2006/relationships/tags" Target="../tags/tag192.xml"/><Relationship Id="rId190" Type="http://schemas.openxmlformats.org/officeDocument/2006/relationships/tags" Target="../tags/tag191.xml"/><Relationship Id="rId19" Type="http://schemas.openxmlformats.org/officeDocument/2006/relationships/tags" Target="../tags/tag21.xml"/><Relationship Id="rId189" Type="http://schemas.openxmlformats.org/officeDocument/2006/relationships/tags" Target="../tags/tag190.xml"/><Relationship Id="rId188" Type="http://schemas.openxmlformats.org/officeDocument/2006/relationships/tags" Target="../tags/tag189.xml"/><Relationship Id="rId187" Type="http://schemas.openxmlformats.org/officeDocument/2006/relationships/tags" Target="../tags/tag188.xml"/><Relationship Id="rId186" Type="http://schemas.openxmlformats.org/officeDocument/2006/relationships/tags" Target="../tags/tag187.xml"/><Relationship Id="rId185" Type="http://schemas.openxmlformats.org/officeDocument/2006/relationships/tags" Target="../tags/tag186.xml"/><Relationship Id="rId184" Type="http://schemas.openxmlformats.org/officeDocument/2006/relationships/tags" Target="../tags/tag185.xml"/><Relationship Id="rId183" Type="http://schemas.openxmlformats.org/officeDocument/2006/relationships/tags" Target="../tags/tag184.xml"/><Relationship Id="rId182" Type="http://schemas.openxmlformats.org/officeDocument/2006/relationships/tags" Target="../tags/tag183.xml"/><Relationship Id="rId181" Type="http://schemas.openxmlformats.org/officeDocument/2006/relationships/tags" Target="../tags/tag182.xml"/><Relationship Id="rId180" Type="http://schemas.openxmlformats.org/officeDocument/2006/relationships/tags" Target="../tags/tag181.xml"/><Relationship Id="rId18" Type="http://schemas.openxmlformats.org/officeDocument/2006/relationships/image" Target="../media/image24.png"/><Relationship Id="rId179" Type="http://schemas.openxmlformats.org/officeDocument/2006/relationships/tags" Target="../tags/tag180.xml"/><Relationship Id="rId178" Type="http://schemas.openxmlformats.org/officeDocument/2006/relationships/tags" Target="../tags/tag179.xml"/><Relationship Id="rId177" Type="http://schemas.openxmlformats.org/officeDocument/2006/relationships/tags" Target="../tags/tag178.xml"/><Relationship Id="rId176" Type="http://schemas.openxmlformats.org/officeDocument/2006/relationships/tags" Target="../tags/tag177.xml"/><Relationship Id="rId175" Type="http://schemas.openxmlformats.org/officeDocument/2006/relationships/tags" Target="../tags/tag176.xml"/><Relationship Id="rId174" Type="http://schemas.openxmlformats.org/officeDocument/2006/relationships/tags" Target="../tags/tag175.xml"/><Relationship Id="rId173" Type="http://schemas.openxmlformats.org/officeDocument/2006/relationships/tags" Target="../tags/tag174.xml"/><Relationship Id="rId172" Type="http://schemas.openxmlformats.org/officeDocument/2006/relationships/tags" Target="../tags/tag173.xml"/><Relationship Id="rId171" Type="http://schemas.openxmlformats.org/officeDocument/2006/relationships/tags" Target="../tags/tag172.xml"/><Relationship Id="rId170" Type="http://schemas.openxmlformats.org/officeDocument/2006/relationships/tags" Target="../tags/tag171.xml"/><Relationship Id="rId17" Type="http://schemas.openxmlformats.org/officeDocument/2006/relationships/tags" Target="../tags/tag20.xml"/><Relationship Id="rId169" Type="http://schemas.openxmlformats.org/officeDocument/2006/relationships/tags" Target="../tags/tag170.xml"/><Relationship Id="rId168" Type="http://schemas.openxmlformats.org/officeDocument/2006/relationships/tags" Target="../tags/tag169.xml"/><Relationship Id="rId167" Type="http://schemas.openxmlformats.org/officeDocument/2006/relationships/tags" Target="../tags/tag168.xml"/><Relationship Id="rId166" Type="http://schemas.openxmlformats.org/officeDocument/2006/relationships/tags" Target="../tags/tag167.xml"/><Relationship Id="rId165" Type="http://schemas.openxmlformats.org/officeDocument/2006/relationships/tags" Target="../tags/tag166.xml"/><Relationship Id="rId164" Type="http://schemas.openxmlformats.org/officeDocument/2006/relationships/tags" Target="../tags/tag165.xml"/><Relationship Id="rId163" Type="http://schemas.openxmlformats.org/officeDocument/2006/relationships/tags" Target="../tags/tag164.xml"/><Relationship Id="rId162" Type="http://schemas.openxmlformats.org/officeDocument/2006/relationships/tags" Target="../tags/tag163.xml"/><Relationship Id="rId161" Type="http://schemas.openxmlformats.org/officeDocument/2006/relationships/tags" Target="../tags/tag162.xml"/><Relationship Id="rId160" Type="http://schemas.openxmlformats.org/officeDocument/2006/relationships/tags" Target="../tags/tag161.xml"/><Relationship Id="rId16" Type="http://schemas.openxmlformats.org/officeDocument/2006/relationships/tags" Target="../tags/tag19.xml"/><Relationship Id="rId159" Type="http://schemas.openxmlformats.org/officeDocument/2006/relationships/tags" Target="../tags/tag160.xml"/><Relationship Id="rId158" Type="http://schemas.openxmlformats.org/officeDocument/2006/relationships/tags" Target="../tags/tag159.xml"/><Relationship Id="rId157" Type="http://schemas.openxmlformats.org/officeDocument/2006/relationships/tags" Target="../tags/tag158.xml"/><Relationship Id="rId156" Type="http://schemas.openxmlformats.org/officeDocument/2006/relationships/tags" Target="../tags/tag157.xml"/><Relationship Id="rId155" Type="http://schemas.openxmlformats.org/officeDocument/2006/relationships/tags" Target="../tags/tag156.xml"/><Relationship Id="rId154" Type="http://schemas.openxmlformats.org/officeDocument/2006/relationships/tags" Target="../tags/tag155.xml"/><Relationship Id="rId153" Type="http://schemas.openxmlformats.org/officeDocument/2006/relationships/tags" Target="../tags/tag154.xml"/><Relationship Id="rId152" Type="http://schemas.openxmlformats.org/officeDocument/2006/relationships/tags" Target="../tags/tag153.xml"/><Relationship Id="rId151" Type="http://schemas.openxmlformats.org/officeDocument/2006/relationships/tags" Target="../tags/tag152.xml"/><Relationship Id="rId150" Type="http://schemas.openxmlformats.org/officeDocument/2006/relationships/tags" Target="../tags/tag151.xml"/><Relationship Id="rId15" Type="http://schemas.openxmlformats.org/officeDocument/2006/relationships/tags" Target="../tags/tag18.xml"/><Relationship Id="rId149" Type="http://schemas.openxmlformats.org/officeDocument/2006/relationships/tags" Target="../tags/tag150.xml"/><Relationship Id="rId148" Type="http://schemas.openxmlformats.org/officeDocument/2006/relationships/tags" Target="../tags/tag149.xml"/><Relationship Id="rId147" Type="http://schemas.openxmlformats.org/officeDocument/2006/relationships/tags" Target="../tags/tag148.xml"/><Relationship Id="rId146" Type="http://schemas.openxmlformats.org/officeDocument/2006/relationships/tags" Target="../tags/tag147.xml"/><Relationship Id="rId145" Type="http://schemas.openxmlformats.org/officeDocument/2006/relationships/tags" Target="../tags/tag146.xml"/><Relationship Id="rId144" Type="http://schemas.openxmlformats.org/officeDocument/2006/relationships/tags" Target="../tags/tag145.xml"/><Relationship Id="rId143" Type="http://schemas.openxmlformats.org/officeDocument/2006/relationships/tags" Target="../tags/tag144.xml"/><Relationship Id="rId142" Type="http://schemas.openxmlformats.org/officeDocument/2006/relationships/tags" Target="../tags/tag143.xml"/><Relationship Id="rId141" Type="http://schemas.openxmlformats.org/officeDocument/2006/relationships/tags" Target="../tags/tag142.xml"/><Relationship Id="rId140" Type="http://schemas.openxmlformats.org/officeDocument/2006/relationships/tags" Target="../tags/tag141.xml"/><Relationship Id="rId14" Type="http://schemas.openxmlformats.org/officeDocument/2006/relationships/tags" Target="../tags/tag17.xml"/><Relationship Id="rId139" Type="http://schemas.openxmlformats.org/officeDocument/2006/relationships/tags" Target="../tags/tag140.xml"/><Relationship Id="rId138" Type="http://schemas.openxmlformats.org/officeDocument/2006/relationships/tags" Target="../tags/tag139.xml"/><Relationship Id="rId137" Type="http://schemas.openxmlformats.org/officeDocument/2006/relationships/tags" Target="../tags/tag138.xml"/><Relationship Id="rId136" Type="http://schemas.openxmlformats.org/officeDocument/2006/relationships/tags" Target="../tags/tag137.xml"/><Relationship Id="rId135" Type="http://schemas.openxmlformats.org/officeDocument/2006/relationships/tags" Target="../tags/tag136.xml"/><Relationship Id="rId134" Type="http://schemas.openxmlformats.org/officeDocument/2006/relationships/tags" Target="../tags/tag135.xml"/><Relationship Id="rId133" Type="http://schemas.openxmlformats.org/officeDocument/2006/relationships/tags" Target="../tags/tag134.xml"/><Relationship Id="rId132" Type="http://schemas.openxmlformats.org/officeDocument/2006/relationships/tags" Target="../tags/tag133.xml"/><Relationship Id="rId131" Type="http://schemas.openxmlformats.org/officeDocument/2006/relationships/tags" Target="../tags/tag132.xml"/><Relationship Id="rId130" Type="http://schemas.openxmlformats.org/officeDocument/2006/relationships/tags" Target="../tags/tag131.xml"/><Relationship Id="rId13" Type="http://schemas.openxmlformats.org/officeDocument/2006/relationships/tags" Target="../tags/tag16.xml"/><Relationship Id="rId129" Type="http://schemas.openxmlformats.org/officeDocument/2006/relationships/tags" Target="../tags/tag130.xml"/><Relationship Id="rId128" Type="http://schemas.openxmlformats.org/officeDocument/2006/relationships/tags" Target="../tags/tag129.xml"/><Relationship Id="rId127" Type="http://schemas.openxmlformats.org/officeDocument/2006/relationships/tags" Target="../tags/tag128.xml"/><Relationship Id="rId126" Type="http://schemas.openxmlformats.org/officeDocument/2006/relationships/tags" Target="../tags/tag127.xml"/><Relationship Id="rId125" Type="http://schemas.openxmlformats.org/officeDocument/2006/relationships/tags" Target="../tags/tag126.xml"/><Relationship Id="rId124" Type="http://schemas.openxmlformats.org/officeDocument/2006/relationships/tags" Target="../tags/tag125.xml"/><Relationship Id="rId123" Type="http://schemas.openxmlformats.org/officeDocument/2006/relationships/tags" Target="../tags/tag124.xml"/><Relationship Id="rId122" Type="http://schemas.openxmlformats.org/officeDocument/2006/relationships/tags" Target="../tags/tag123.xml"/><Relationship Id="rId121" Type="http://schemas.openxmlformats.org/officeDocument/2006/relationships/tags" Target="../tags/tag122.xml"/><Relationship Id="rId120" Type="http://schemas.openxmlformats.org/officeDocument/2006/relationships/tags" Target="../tags/tag121.xml"/><Relationship Id="rId12" Type="http://schemas.openxmlformats.org/officeDocument/2006/relationships/tags" Target="../tags/tag15.xml"/><Relationship Id="rId119" Type="http://schemas.openxmlformats.org/officeDocument/2006/relationships/tags" Target="../tags/tag120.xml"/><Relationship Id="rId118" Type="http://schemas.openxmlformats.org/officeDocument/2006/relationships/tags" Target="../tags/tag119.xml"/><Relationship Id="rId117" Type="http://schemas.openxmlformats.org/officeDocument/2006/relationships/tags" Target="../tags/tag118.xml"/><Relationship Id="rId116" Type="http://schemas.openxmlformats.org/officeDocument/2006/relationships/tags" Target="../tags/tag117.xml"/><Relationship Id="rId115" Type="http://schemas.openxmlformats.org/officeDocument/2006/relationships/tags" Target="../tags/tag116.xml"/><Relationship Id="rId114" Type="http://schemas.openxmlformats.org/officeDocument/2006/relationships/tags" Target="../tags/tag115.xml"/><Relationship Id="rId113" Type="http://schemas.openxmlformats.org/officeDocument/2006/relationships/tags" Target="../tags/tag114.xml"/><Relationship Id="rId112" Type="http://schemas.openxmlformats.org/officeDocument/2006/relationships/tags" Target="../tags/tag113.xml"/><Relationship Id="rId111" Type="http://schemas.openxmlformats.org/officeDocument/2006/relationships/tags" Target="../tags/tag112.xml"/><Relationship Id="rId110" Type="http://schemas.openxmlformats.org/officeDocument/2006/relationships/tags" Target="../tags/tag111.xml"/><Relationship Id="rId11" Type="http://schemas.openxmlformats.org/officeDocument/2006/relationships/tags" Target="../tags/tag14.xml"/><Relationship Id="rId109" Type="http://schemas.openxmlformats.org/officeDocument/2006/relationships/tags" Target="../tags/tag110.xml"/><Relationship Id="rId108" Type="http://schemas.openxmlformats.org/officeDocument/2006/relationships/tags" Target="../tags/tag109.xml"/><Relationship Id="rId107" Type="http://schemas.openxmlformats.org/officeDocument/2006/relationships/tags" Target="../tags/tag108.xml"/><Relationship Id="rId106" Type="http://schemas.openxmlformats.org/officeDocument/2006/relationships/tags" Target="../tags/tag107.xml"/><Relationship Id="rId105" Type="http://schemas.openxmlformats.org/officeDocument/2006/relationships/tags" Target="../tags/tag106.xml"/><Relationship Id="rId104" Type="http://schemas.openxmlformats.org/officeDocument/2006/relationships/tags" Target="../tags/tag105.xml"/><Relationship Id="rId103" Type="http://schemas.openxmlformats.org/officeDocument/2006/relationships/tags" Target="../tags/tag104.xml"/><Relationship Id="rId102" Type="http://schemas.openxmlformats.org/officeDocument/2006/relationships/tags" Target="../tags/tag103.xml"/><Relationship Id="rId101" Type="http://schemas.openxmlformats.org/officeDocument/2006/relationships/tags" Target="../tags/tag102.xml"/><Relationship Id="rId100" Type="http://schemas.openxmlformats.org/officeDocument/2006/relationships/tags" Target="../tags/tag101.xml"/><Relationship Id="rId10" Type="http://schemas.openxmlformats.org/officeDocument/2006/relationships/tags" Target="../tags/tag13.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99" Type="http://schemas.openxmlformats.org/officeDocument/2006/relationships/tags" Target="../tags/tag559.xml"/><Relationship Id="rId98" Type="http://schemas.openxmlformats.org/officeDocument/2006/relationships/tags" Target="../tags/tag558.xml"/><Relationship Id="rId97" Type="http://schemas.openxmlformats.org/officeDocument/2006/relationships/tags" Target="../tags/tag557.xml"/><Relationship Id="rId96" Type="http://schemas.openxmlformats.org/officeDocument/2006/relationships/tags" Target="../tags/tag556.xml"/><Relationship Id="rId95" Type="http://schemas.openxmlformats.org/officeDocument/2006/relationships/tags" Target="../tags/tag555.xml"/><Relationship Id="rId94" Type="http://schemas.openxmlformats.org/officeDocument/2006/relationships/tags" Target="../tags/tag554.xml"/><Relationship Id="rId93" Type="http://schemas.openxmlformats.org/officeDocument/2006/relationships/tags" Target="../tags/tag553.xml"/><Relationship Id="rId92" Type="http://schemas.openxmlformats.org/officeDocument/2006/relationships/tags" Target="../tags/tag552.xml"/><Relationship Id="rId91" Type="http://schemas.openxmlformats.org/officeDocument/2006/relationships/tags" Target="../tags/tag551.xml"/><Relationship Id="rId90" Type="http://schemas.openxmlformats.org/officeDocument/2006/relationships/tags" Target="../tags/tag550.xml"/><Relationship Id="rId9" Type="http://schemas.openxmlformats.org/officeDocument/2006/relationships/tags" Target="../tags/tag471.xml"/><Relationship Id="rId89" Type="http://schemas.openxmlformats.org/officeDocument/2006/relationships/tags" Target="../tags/tag549.xml"/><Relationship Id="rId88" Type="http://schemas.openxmlformats.org/officeDocument/2006/relationships/tags" Target="../tags/tag548.xml"/><Relationship Id="rId87" Type="http://schemas.openxmlformats.org/officeDocument/2006/relationships/tags" Target="../tags/tag547.xml"/><Relationship Id="rId86" Type="http://schemas.openxmlformats.org/officeDocument/2006/relationships/tags" Target="../tags/tag546.xml"/><Relationship Id="rId85" Type="http://schemas.openxmlformats.org/officeDocument/2006/relationships/tags" Target="../tags/tag545.xml"/><Relationship Id="rId84" Type="http://schemas.openxmlformats.org/officeDocument/2006/relationships/tags" Target="../tags/tag544.xml"/><Relationship Id="rId83" Type="http://schemas.openxmlformats.org/officeDocument/2006/relationships/tags" Target="../tags/tag543.xml"/><Relationship Id="rId82" Type="http://schemas.openxmlformats.org/officeDocument/2006/relationships/tags" Target="../tags/tag542.xml"/><Relationship Id="rId81" Type="http://schemas.openxmlformats.org/officeDocument/2006/relationships/tags" Target="../tags/tag541.xml"/><Relationship Id="rId80" Type="http://schemas.openxmlformats.org/officeDocument/2006/relationships/tags" Target="../tags/tag540.xml"/><Relationship Id="rId8" Type="http://schemas.openxmlformats.org/officeDocument/2006/relationships/tags" Target="../tags/tag470.xml"/><Relationship Id="rId79" Type="http://schemas.openxmlformats.org/officeDocument/2006/relationships/tags" Target="../tags/tag539.xml"/><Relationship Id="rId78" Type="http://schemas.openxmlformats.org/officeDocument/2006/relationships/tags" Target="../tags/tag538.xml"/><Relationship Id="rId77" Type="http://schemas.openxmlformats.org/officeDocument/2006/relationships/tags" Target="../tags/tag537.xml"/><Relationship Id="rId76" Type="http://schemas.openxmlformats.org/officeDocument/2006/relationships/tags" Target="../tags/tag536.xml"/><Relationship Id="rId75" Type="http://schemas.openxmlformats.org/officeDocument/2006/relationships/tags" Target="../tags/tag535.xml"/><Relationship Id="rId74" Type="http://schemas.openxmlformats.org/officeDocument/2006/relationships/tags" Target="../tags/tag534.xml"/><Relationship Id="rId73" Type="http://schemas.openxmlformats.org/officeDocument/2006/relationships/tags" Target="../tags/tag533.xml"/><Relationship Id="rId72" Type="http://schemas.openxmlformats.org/officeDocument/2006/relationships/tags" Target="../tags/tag532.xml"/><Relationship Id="rId71" Type="http://schemas.openxmlformats.org/officeDocument/2006/relationships/tags" Target="../tags/tag531.xml"/><Relationship Id="rId70" Type="http://schemas.openxmlformats.org/officeDocument/2006/relationships/tags" Target="../tags/tag530.xml"/><Relationship Id="rId7" Type="http://schemas.openxmlformats.org/officeDocument/2006/relationships/tags" Target="../tags/tag469.xml"/><Relationship Id="rId69" Type="http://schemas.openxmlformats.org/officeDocument/2006/relationships/tags" Target="../tags/tag529.xml"/><Relationship Id="rId68" Type="http://schemas.openxmlformats.org/officeDocument/2006/relationships/tags" Target="../tags/tag528.xml"/><Relationship Id="rId67" Type="http://schemas.openxmlformats.org/officeDocument/2006/relationships/tags" Target="../tags/tag527.xml"/><Relationship Id="rId66" Type="http://schemas.openxmlformats.org/officeDocument/2006/relationships/tags" Target="../tags/tag526.xml"/><Relationship Id="rId65" Type="http://schemas.openxmlformats.org/officeDocument/2006/relationships/tags" Target="../tags/tag525.xml"/><Relationship Id="rId64" Type="http://schemas.openxmlformats.org/officeDocument/2006/relationships/tags" Target="../tags/tag524.xml"/><Relationship Id="rId63" Type="http://schemas.openxmlformats.org/officeDocument/2006/relationships/tags" Target="../tags/tag523.xml"/><Relationship Id="rId62" Type="http://schemas.openxmlformats.org/officeDocument/2006/relationships/tags" Target="../tags/tag522.xml"/><Relationship Id="rId61" Type="http://schemas.openxmlformats.org/officeDocument/2006/relationships/tags" Target="../tags/tag521.xml"/><Relationship Id="rId60" Type="http://schemas.openxmlformats.org/officeDocument/2006/relationships/tags" Target="../tags/tag520.xml"/><Relationship Id="rId6" Type="http://schemas.openxmlformats.org/officeDocument/2006/relationships/tags" Target="../tags/tag468.xml"/><Relationship Id="rId59" Type="http://schemas.openxmlformats.org/officeDocument/2006/relationships/tags" Target="../tags/tag519.xml"/><Relationship Id="rId58" Type="http://schemas.openxmlformats.org/officeDocument/2006/relationships/tags" Target="../tags/tag518.xml"/><Relationship Id="rId57" Type="http://schemas.openxmlformats.org/officeDocument/2006/relationships/tags" Target="../tags/tag517.xml"/><Relationship Id="rId56" Type="http://schemas.openxmlformats.org/officeDocument/2006/relationships/tags" Target="../tags/tag516.xml"/><Relationship Id="rId55" Type="http://schemas.openxmlformats.org/officeDocument/2006/relationships/tags" Target="../tags/tag515.xml"/><Relationship Id="rId54" Type="http://schemas.openxmlformats.org/officeDocument/2006/relationships/tags" Target="../tags/tag514.xml"/><Relationship Id="rId53" Type="http://schemas.openxmlformats.org/officeDocument/2006/relationships/tags" Target="../tags/tag513.xml"/><Relationship Id="rId52" Type="http://schemas.openxmlformats.org/officeDocument/2006/relationships/tags" Target="../tags/tag512.xml"/><Relationship Id="rId51" Type="http://schemas.openxmlformats.org/officeDocument/2006/relationships/tags" Target="../tags/tag511.xml"/><Relationship Id="rId50" Type="http://schemas.openxmlformats.org/officeDocument/2006/relationships/tags" Target="../tags/tag510.xml"/><Relationship Id="rId5" Type="http://schemas.openxmlformats.org/officeDocument/2006/relationships/tags" Target="../tags/tag467.xml"/><Relationship Id="rId49" Type="http://schemas.openxmlformats.org/officeDocument/2006/relationships/tags" Target="../tags/tag509.xml"/><Relationship Id="rId48" Type="http://schemas.openxmlformats.org/officeDocument/2006/relationships/tags" Target="../tags/tag508.xml"/><Relationship Id="rId47" Type="http://schemas.openxmlformats.org/officeDocument/2006/relationships/tags" Target="../tags/tag507.xml"/><Relationship Id="rId46" Type="http://schemas.openxmlformats.org/officeDocument/2006/relationships/tags" Target="../tags/tag506.xml"/><Relationship Id="rId45" Type="http://schemas.openxmlformats.org/officeDocument/2006/relationships/tags" Target="../tags/tag505.xml"/><Relationship Id="rId44" Type="http://schemas.openxmlformats.org/officeDocument/2006/relationships/image" Target="../media/image25.png"/><Relationship Id="rId43" Type="http://schemas.openxmlformats.org/officeDocument/2006/relationships/tags" Target="../tags/tag504.xml"/><Relationship Id="rId42" Type="http://schemas.openxmlformats.org/officeDocument/2006/relationships/tags" Target="../tags/tag503.xml"/><Relationship Id="rId41" Type="http://schemas.openxmlformats.org/officeDocument/2006/relationships/tags" Target="../tags/tag502.xml"/><Relationship Id="rId40" Type="http://schemas.openxmlformats.org/officeDocument/2006/relationships/tags" Target="../tags/tag501.xml"/><Relationship Id="rId4" Type="http://schemas.openxmlformats.org/officeDocument/2006/relationships/tags" Target="../tags/tag466.xml"/><Relationship Id="rId39" Type="http://schemas.openxmlformats.org/officeDocument/2006/relationships/image" Target="../media/image24.png"/><Relationship Id="rId38" Type="http://schemas.openxmlformats.org/officeDocument/2006/relationships/tags" Target="../tags/tag500.xml"/><Relationship Id="rId37" Type="http://schemas.openxmlformats.org/officeDocument/2006/relationships/tags" Target="../tags/tag499.xml"/><Relationship Id="rId361" Type="http://schemas.openxmlformats.org/officeDocument/2006/relationships/notesSlide" Target="../notesSlides/notesSlide5.xml"/><Relationship Id="rId360" Type="http://schemas.openxmlformats.org/officeDocument/2006/relationships/slideLayout" Target="../slideLayouts/slideLayout45.xml"/><Relationship Id="rId36" Type="http://schemas.openxmlformats.org/officeDocument/2006/relationships/tags" Target="../tags/tag498.xml"/><Relationship Id="rId359" Type="http://schemas.openxmlformats.org/officeDocument/2006/relationships/tags" Target="../tags/tag818.xml"/><Relationship Id="rId358" Type="http://schemas.openxmlformats.org/officeDocument/2006/relationships/tags" Target="../tags/tag817.xml"/><Relationship Id="rId357" Type="http://schemas.openxmlformats.org/officeDocument/2006/relationships/tags" Target="../tags/tag816.xml"/><Relationship Id="rId356" Type="http://schemas.openxmlformats.org/officeDocument/2006/relationships/tags" Target="../tags/tag815.xml"/><Relationship Id="rId355" Type="http://schemas.openxmlformats.org/officeDocument/2006/relationships/tags" Target="../tags/tag814.xml"/><Relationship Id="rId354" Type="http://schemas.openxmlformats.org/officeDocument/2006/relationships/tags" Target="../tags/tag813.xml"/><Relationship Id="rId353" Type="http://schemas.openxmlformats.org/officeDocument/2006/relationships/tags" Target="../tags/tag812.xml"/><Relationship Id="rId352" Type="http://schemas.openxmlformats.org/officeDocument/2006/relationships/tags" Target="../tags/tag811.xml"/><Relationship Id="rId351" Type="http://schemas.openxmlformats.org/officeDocument/2006/relationships/tags" Target="../tags/tag810.xml"/><Relationship Id="rId350" Type="http://schemas.openxmlformats.org/officeDocument/2006/relationships/tags" Target="../tags/tag809.xml"/><Relationship Id="rId35" Type="http://schemas.openxmlformats.org/officeDocument/2006/relationships/tags" Target="../tags/tag497.xml"/><Relationship Id="rId349" Type="http://schemas.openxmlformats.org/officeDocument/2006/relationships/tags" Target="../tags/tag808.xml"/><Relationship Id="rId348" Type="http://schemas.openxmlformats.org/officeDocument/2006/relationships/tags" Target="../tags/tag807.xml"/><Relationship Id="rId347" Type="http://schemas.openxmlformats.org/officeDocument/2006/relationships/tags" Target="../tags/tag806.xml"/><Relationship Id="rId346" Type="http://schemas.openxmlformats.org/officeDocument/2006/relationships/tags" Target="../tags/tag805.xml"/><Relationship Id="rId345" Type="http://schemas.openxmlformats.org/officeDocument/2006/relationships/tags" Target="../tags/tag804.xml"/><Relationship Id="rId344" Type="http://schemas.openxmlformats.org/officeDocument/2006/relationships/tags" Target="../tags/tag803.xml"/><Relationship Id="rId343" Type="http://schemas.openxmlformats.org/officeDocument/2006/relationships/tags" Target="../tags/tag802.xml"/><Relationship Id="rId342" Type="http://schemas.openxmlformats.org/officeDocument/2006/relationships/tags" Target="../tags/tag801.xml"/><Relationship Id="rId341" Type="http://schemas.openxmlformats.org/officeDocument/2006/relationships/tags" Target="../tags/tag800.xml"/><Relationship Id="rId340" Type="http://schemas.openxmlformats.org/officeDocument/2006/relationships/tags" Target="../tags/tag799.xml"/><Relationship Id="rId34" Type="http://schemas.openxmlformats.org/officeDocument/2006/relationships/tags" Target="../tags/tag496.xml"/><Relationship Id="rId339" Type="http://schemas.openxmlformats.org/officeDocument/2006/relationships/image" Target="../media/image26.png"/><Relationship Id="rId338" Type="http://schemas.openxmlformats.org/officeDocument/2006/relationships/tags" Target="../tags/tag798.xml"/><Relationship Id="rId337" Type="http://schemas.openxmlformats.org/officeDocument/2006/relationships/tags" Target="../tags/tag797.xml"/><Relationship Id="rId336" Type="http://schemas.openxmlformats.org/officeDocument/2006/relationships/tags" Target="../tags/tag796.xml"/><Relationship Id="rId335" Type="http://schemas.openxmlformats.org/officeDocument/2006/relationships/tags" Target="../tags/tag795.xml"/><Relationship Id="rId334" Type="http://schemas.openxmlformats.org/officeDocument/2006/relationships/tags" Target="../tags/tag794.xml"/><Relationship Id="rId333" Type="http://schemas.openxmlformats.org/officeDocument/2006/relationships/tags" Target="../tags/tag793.xml"/><Relationship Id="rId332" Type="http://schemas.openxmlformats.org/officeDocument/2006/relationships/tags" Target="../tags/tag792.xml"/><Relationship Id="rId331" Type="http://schemas.openxmlformats.org/officeDocument/2006/relationships/tags" Target="../tags/tag791.xml"/><Relationship Id="rId330" Type="http://schemas.openxmlformats.org/officeDocument/2006/relationships/tags" Target="../tags/tag790.xml"/><Relationship Id="rId33" Type="http://schemas.openxmlformats.org/officeDocument/2006/relationships/tags" Target="../tags/tag495.xml"/><Relationship Id="rId329" Type="http://schemas.openxmlformats.org/officeDocument/2006/relationships/tags" Target="../tags/tag789.xml"/><Relationship Id="rId328" Type="http://schemas.openxmlformats.org/officeDocument/2006/relationships/tags" Target="../tags/tag788.xml"/><Relationship Id="rId327" Type="http://schemas.openxmlformats.org/officeDocument/2006/relationships/tags" Target="../tags/tag787.xml"/><Relationship Id="rId326" Type="http://schemas.openxmlformats.org/officeDocument/2006/relationships/tags" Target="../tags/tag786.xml"/><Relationship Id="rId325" Type="http://schemas.openxmlformats.org/officeDocument/2006/relationships/tags" Target="../tags/tag785.xml"/><Relationship Id="rId324" Type="http://schemas.openxmlformats.org/officeDocument/2006/relationships/tags" Target="../tags/tag784.xml"/><Relationship Id="rId323" Type="http://schemas.openxmlformats.org/officeDocument/2006/relationships/tags" Target="../tags/tag783.xml"/><Relationship Id="rId322" Type="http://schemas.openxmlformats.org/officeDocument/2006/relationships/tags" Target="../tags/tag782.xml"/><Relationship Id="rId321" Type="http://schemas.openxmlformats.org/officeDocument/2006/relationships/tags" Target="../tags/tag781.xml"/><Relationship Id="rId320" Type="http://schemas.openxmlformats.org/officeDocument/2006/relationships/tags" Target="../tags/tag780.xml"/><Relationship Id="rId32" Type="http://schemas.openxmlformats.org/officeDocument/2006/relationships/tags" Target="../tags/tag494.xml"/><Relationship Id="rId319" Type="http://schemas.openxmlformats.org/officeDocument/2006/relationships/tags" Target="../tags/tag779.xml"/><Relationship Id="rId318" Type="http://schemas.openxmlformats.org/officeDocument/2006/relationships/tags" Target="../tags/tag778.xml"/><Relationship Id="rId317" Type="http://schemas.openxmlformats.org/officeDocument/2006/relationships/tags" Target="../tags/tag777.xml"/><Relationship Id="rId316" Type="http://schemas.openxmlformats.org/officeDocument/2006/relationships/tags" Target="../tags/tag776.xml"/><Relationship Id="rId315" Type="http://schemas.openxmlformats.org/officeDocument/2006/relationships/tags" Target="../tags/tag775.xml"/><Relationship Id="rId314" Type="http://schemas.openxmlformats.org/officeDocument/2006/relationships/tags" Target="../tags/tag774.xml"/><Relationship Id="rId313" Type="http://schemas.openxmlformats.org/officeDocument/2006/relationships/tags" Target="../tags/tag773.xml"/><Relationship Id="rId312" Type="http://schemas.openxmlformats.org/officeDocument/2006/relationships/tags" Target="../tags/tag772.xml"/><Relationship Id="rId311" Type="http://schemas.openxmlformats.org/officeDocument/2006/relationships/tags" Target="../tags/tag771.xml"/><Relationship Id="rId310" Type="http://schemas.openxmlformats.org/officeDocument/2006/relationships/tags" Target="../tags/tag770.xml"/><Relationship Id="rId31" Type="http://schemas.openxmlformats.org/officeDocument/2006/relationships/tags" Target="../tags/tag493.xml"/><Relationship Id="rId309" Type="http://schemas.openxmlformats.org/officeDocument/2006/relationships/tags" Target="../tags/tag769.xml"/><Relationship Id="rId308" Type="http://schemas.openxmlformats.org/officeDocument/2006/relationships/tags" Target="../tags/tag768.xml"/><Relationship Id="rId307" Type="http://schemas.openxmlformats.org/officeDocument/2006/relationships/tags" Target="../tags/tag767.xml"/><Relationship Id="rId306" Type="http://schemas.openxmlformats.org/officeDocument/2006/relationships/tags" Target="../tags/tag766.xml"/><Relationship Id="rId305" Type="http://schemas.openxmlformats.org/officeDocument/2006/relationships/tags" Target="../tags/tag765.xml"/><Relationship Id="rId304" Type="http://schemas.openxmlformats.org/officeDocument/2006/relationships/tags" Target="../tags/tag764.xml"/><Relationship Id="rId303" Type="http://schemas.openxmlformats.org/officeDocument/2006/relationships/tags" Target="../tags/tag763.xml"/><Relationship Id="rId302" Type="http://schemas.openxmlformats.org/officeDocument/2006/relationships/tags" Target="../tags/tag762.xml"/><Relationship Id="rId301" Type="http://schemas.openxmlformats.org/officeDocument/2006/relationships/tags" Target="../tags/tag761.xml"/><Relationship Id="rId300" Type="http://schemas.openxmlformats.org/officeDocument/2006/relationships/tags" Target="../tags/tag760.xml"/><Relationship Id="rId30" Type="http://schemas.openxmlformats.org/officeDocument/2006/relationships/tags" Target="../tags/tag492.xml"/><Relationship Id="rId3" Type="http://schemas.openxmlformats.org/officeDocument/2006/relationships/tags" Target="../tags/tag465.xml"/><Relationship Id="rId299" Type="http://schemas.openxmlformats.org/officeDocument/2006/relationships/tags" Target="../tags/tag759.xml"/><Relationship Id="rId298" Type="http://schemas.openxmlformats.org/officeDocument/2006/relationships/tags" Target="../tags/tag758.xml"/><Relationship Id="rId297" Type="http://schemas.openxmlformats.org/officeDocument/2006/relationships/tags" Target="../tags/tag757.xml"/><Relationship Id="rId296" Type="http://schemas.openxmlformats.org/officeDocument/2006/relationships/tags" Target="../tags/tag756.xml"/><Relationship Id="rId295" Type="http://schemas.openxmlformats.org/officeDocument/2006/relationships/tags" Target="../tags/tag755.xml"/><Relationship Id="rId294" Type="http://schemas.openxmlformats.org/officeDocument/2006/relationships/tags" Target="../tags/tag754.xml"/><Relationship Id="rId293" Type="http://schemas.openxmlformats.org/officeDocument/2006/relationships/tags" Target="../tags/tag753.xml"/><Relationship Id="rId292" Type="http://schemas.openxmlformats.org/officeDocument/2006/relationships/tags" Target="../tags/tag752.xml"/><Relationship Id="rId291" Type="http://schemas.openxmlformats.org/officeDocument/2006/relationships/tags" Target="../tags/tag751.xml"/><Relationship Id="rId290" Type="http://schemas.openxmlformats.org/officeDocument/2006/relationships/tags" Target="../tags/tag750.xml"/><Relationship Id="rId29" Type="http://schemas.openxmlformats.org/officeDocument/2006/relationships/tags" Target="../tags/tag491.xml"/><Relationship Id="rId289" Type="http://schemas.openxmlformats.org/officeDocument/2006/relationships/tags" Target="../tags/tag749.xml"/><Relationship Id="rId288" Type="http://schemas.openxmlformats.org/officeDocument/2006/relationships/tags" Target="../tags/tag748.xml"/><Relationship Id="rId287" Type="http://schemas.openxmlformats.org/officeDocument/2006/relationships/tags" Target="../tags/tag747.xml"/><Relationship Id="rId286" Type="http://schemas.openxmlformats.org/officeDocument/2006/relationships/tags" Target="../tags/tag746.xml"/><Relationship Id="rId285" Type="http://schemas.openxmlformats.org/officeDocument/2006/relationships/tags" Target="../tags/tag745.xml"/><Relationship Id="rId284" Type="http://schemas.openxmlformats.org/officeDocument/2006/relationships/tags" Target="../tags/tag744.xml"/><Relationship Id="rId283" Type="http://schemas.openxmlformats.org/officeDocument/2006/relationships/tags" Target="../tags/tag743.xml"/><Relationship Id="rId282" Type="http://schemas.openxmlformats.org/officeDocument/2006/relationships/tags" Target="../tags/tag742.xml"/><Relationship Id="rId281" Type="http://schemas.openxmlformats.org/officeDocument/2006/relationships/tags" Target="../tags/tag741.xml"/><Relationship Id="rId280" Type="http://schemas.openxmlformats.org/officeDocument/2006/relationships/tags" Target="../tags/tag740.xml"/><Relationship Id="rId28" Type="http://schemas.openxmlformats.org/officeDocument/2006/relationships/tags" Target="../tags/tag490.xml"/><Relationship Id="rId279" Type="http://schemas.openxmlformats.org/officeDocument/2006/relationships/tags" Target="../tags/tag739.xml"/><Relationship Id="rId278" Type="http://schemas.openxmlformats.org/officeDocument/2006/relationships/tags" Target="../tags/tag738.xml"/><Relationship Id="rId277" Type="http://schemas.openxmlformats.org/officeDocument/2006/relationships/tags" Target="../tags/tag737.xml"/><Relationship Id="rId276" Type="http://schemas.openxmlformats.org/officeDocument/2006/relationships/tags" Target="../tags/tag736.xml"/><Relationship Id="rId275" Type="http://schemas.openxmlformats.org/officeDocument/2006/relationships/tags" Target="../tags/tag735.xml"/><Relationship Id="rId274" Type="http://schemas.openxmlformats.org/officeDocument/2006/relationships/tags" Target="../tags/tag734.xml"/><Relationship Id="rId273" Type="http://schemas.openxmlformats.org/officeDocument/2006/relationships/tags" Target="../tags/tag733.xml"/><Relationship Id="rId272" Type="http://schemas.openxmlformats.org/officeDocument/2006/relationships/tags" Target="../tags/tag732.xml"/><Relationship Id="rId271" Type="http://schemas.openxmlformats.org/officeDocument/2006/relationships/tags" Target="../tags/tag731.xml"/><Relationship Id="rId270" Type="http://schemas.openxmlformats.org/officeDocument/2006/relationships/tags" Target="../tags/tag730.xml"/><Relationship Id="rId27" Type="http://schemas.openxmlformats.org/officeDocument/2006/relationships/tags" Target="../tags/tag489.xml"/><Relationship Id="rId269" Type="http://schemas.openxmlformats.org/officeDocument/2006/relationships/tags" Target="../tags/tag729.xml"/><Relationship Id="rId268" Type="http://schemas.openxmlformats.org/officeDocument/2006/relationships/tags" Target="../tags/tag728.xml"/><Relationship Id="rId267" Type="http://schemas.openxmlformats.org/officeDocument/2006/relationships/tags" Target="../tags/tag727.xml"/><Relationship Id="rId266" Type="http://schemas.openxmlformats.org/officeDocument/2006/relationships/tags" Target="../tags/tag726.xml"/><Relationship Id="rId265" Type="http://schemas.openxmlformats.org/officeDocument/2006/relationships/tags" Target="../tags/tag725.xml"/><Relationship Id="rId264" Type="http://schemas.openxmlformats.org/officeDocument/2006/relationships/tags" Target="../tags/tag724.xml"/><Relationship Id="rId263" Type="http://schemas.openxmlformats.org/officeDocument/2006/relationships/tags" Target="../tags/tag723.xml"/><Relationship Id="rId262" Type="http://schemas.openxmlformats.org/officeDocument/2006/relationships/tags" Target="../tags/tag722.xml"/><Relationship Id="rId261" Type="http://schemas.openxmlformats.org/officeDocument/2006/relationships/tags" Target="../tags/tag721.xml"/><Relationship Id="rId260" Type="http://schemas.openxmlformats.org/officeDocument/2006/relationships/tags" Target="../tags/tag720.xml"/><Relationship Id="rId26" Type="http://schemas.openxmlformats.org/officeDocument/2006/relationships/tags" Target="../tags/tag488.xml"/><Relationship Id="rId259" Type="http://schemas.openxmlformats.org/officeDocument/2006/relationships/tags" Target="../tags/tag719.xml"/><Relationship Id="rId258" Type="http://schemas.openxmlformats.org/officeDocument/2006/relationships/tags" Target="../tags/tag718.xml"/><Relationship Id="rId257" Type="http://schemas.openxmlformats.org/officeDocument/2006/relationships/tags" Target="../tags/tag717.xml"/><Relationship Id="rId256" Type="http://schemas.openxmlformats.org/officeDocument/2006/relationships/tags" Target="../tags/tag716.xml"/><Relationship Id="rId255" Type="http://schemas.openxmlformats.org/officeDocument/2006/relationships/tags" Target="../tags/tag715.xml"/><Relationship Id="rId254" Type="http://schemas.openxmlformats.org/officeDocument/2006/relationships/tags" Target="../tags/tag714.xml"/><Relationship Id="rId253" Type="http://schemas.openxmlformats.org/officeDocument/2006/relationships/tags" Target="../tags/tag713.xml"/><Relationship Id="rId252" Type="http://schemas.openxmlformats.org/officeDocument/2006/relationships/tags" Target="../tags/tag712.xml"/><Relationship Id="rId251" Type="http://schemas.openxmlformats.org/officeDocument/2006/relationships/tags" Target="../tags/tag711.xml"/><Relationship Id="rId250" Type="http://schemas.openxmlformats.org/officeDocument/2006/relationships/tags" Target="../tags/tag710.xml"/><Relationship Id="rId25" Type="http://schemas.openxmlformats.org/officeDocument/2006/relationships/tags" Target="../tags/tag487.xml"/><Relationship Id="rId249" Type="http://schemas.openxmlformats.org/officeDocument/2006/relationships/tags" Target="../tags/tag709.xml"/><Relationship Id="rId248" Type="http://schemas.openxmlformats.org/officeDocument/2006/relationships/tags" Target="../tags/tag708.xml"/><Relationship Id="rId247" Type="http://schemas.openxmlformats.org/officeDocument/2006/relationships/tags" Target="../tags/tag707.xml"/><Relationship Id="rId246" Type="http://schemas.openxmlformats.org/officeDocument/2006/relationships/tags" Target="../tags/tag706.xml"/><Relationship Id="rId245" Type="http://schemas.openxmlformats.org/officeDocument/2006/relationships/tags" Target="../tags/tag705.xml"/><Relationship Id="rId244" Type="http://schemas.openxmlformats.org/officeDocument/2006/relationships/tags" Target="../tags/tag704.xml"/><Relationship Id="rId243" Type="http://schemas.openxmlformats.org/officeDocument/2006/relationships/tags" Target="../tags/tag703.xml"/><Relationship Id="rId242" Type="http://schemas.openxmlformats.org/officeDocument/2006/relationships/tags" Target="../tags/tag702.xml"/><Relationship Id="rId241" Type="http://schemas.openxmlformats.org/officeDocument/2006/relationships/tags" Target="../tags/tag701.xml"/><Relationship Id="rId240" Type="http://schemas.openxmlformats.org/officeDocument/2006/relationships/tags" Target="../tags/tag700.xml"/><Relationship Id="rId24" Type="http://schemas.openxmlformats.org/officeDocument/2006/relationships/tags" Target="../tags/tag486.xml"/><Relationship Id="rId239" Type="http://schemas.openxmlformats.org/officeDocument/2006/relationships/tags" Target="../tags/tag699.xml"/><Relationship Id="rId238" Type="http://schemas.openxmlformats.org/officeDocument/2006/relationships/tags" Target="../tags/tag698.xml"/><Relationship Id="rId237" Type="http://schemas.openxmlformats.org/officeDocument/2006/relationships/tags" Target="../tags/tag697.xml"/><Relationship Id="rId236" Type="http://schemas.openxmlformats.org/officeDocument/2006/relationships/tags" Target="../tags/tag696.xml"/><Relationship Id="rId235" Type="http://schemas.openxmlformats.org/officeDocument/2006/relationships/tags" Target="../tags/tag695.xml"/><Relationship Id="rId234" Type="http://schemas.openxmlformats.org/officeDocument/2006/relationships/tags" Target="../tags/tag694.xml"/><Relationship Id="rId233" Type="http://schemas.openxmlformats.org/officeDocument/2006/relationships/tags" Target="../tags/tag693.xml"/><Relationship Id="rId232" Type="http://schemas.openxmlformats.org/officeDocument/2006/relationships/tags" Target="../tags/tag692.xml"/><Relationship Id="rId231" Type="http://schemas.openxmlformats.org/officeDocument/2006/relationships/tags" Target="../tags/tag691.xml"/><Relationship Id="rId230" Type="http://schemas.openxmlformats.org/officeDocument/2006/relationships/tags" Target="../tags/tag690.xml"/><Relationship Id="rId23" Type="http://schemas.openxmlformats.org/officeDocument/2006/relationships/tags" Target="../tags/tag485.xml"/><Relationship Id="rId229" Type="http://schemas.openxmlformats.org/officeDocument/2006/relationships/tags" Target="../tags/tag689.xml"/><Relationship Id="rId228" Type="http://schemas.openxmlformats.org/officeDocument/2006/relationships/tags" Target="../tags/tag688.xml"/><Relationship Id="rId227" Type="http://schemas.openxmlformats.org/officeDocument/2006/relationships/tags" Target="../tags/tag687.xml"/><Relationship Id="rId226" Type="http://schemas.openxmlformats.org/officeDocument/2006/relationships/tags" Target="../tags/tag686.xml"/><Relationship Id="rId225" Type="http://schemas.openxmlformats.org/officeDocument/2006/relationships/tags" Target="../tags/tag685.xml"/><Relationship Id="rId224" Type="http://schemas.openxmlformats.org/officeDocument/2006/relationships/tags" Target="../tags/tag684.xml"/><Relationship Id="rId223" Type="http://schemas.openxmlformats.org/officeDocument/2006/relationships/tags" Target="../tags/tag683.xml"/><Relationship Id="rId222" Type="http://schemas.openxmlformats.org/officeDocument/2006/relationships/tags" Target="../tags/tag682.xml"/><Relationship Id="rId221" Type="http://schemas.openxmlformats.org/officeDocument/2006/relationships/tags" Target="../tags/tag681.xml"/><Relationship Id="rId220" Type="http://schemas.openxmlformats.org/officeDocument/2006/relationships/tags" Target="../tags/tag680.xml"/><Relationship Id="rId22" Type="http://schemas.openxmlformats.org/officeDocument/2006/relationships/tags" Target="../tags/tag484.xml"/><Relationship Id="rId219" Type="http://schemas.openxmlformats.org/officeDocument/2006/relationships/tags" Target="../tags/tag679.xml"/><Relationship Id="rId218" Type="http://schemas.openxmlformats.org/officeDocument/2006/relationships/tags" Target="../tags/tag678.xml"/><Relationship Id="rId217" Type="http://schemas.openxmlformats.org/officeDocument/2006/relationships/tags" Target="../tags/tag677.xml"/><Relationship Id="rId216" Type="http://schemas.openxmlformats.org/officeDocument/2006/relationships/tags" Target="../tags/tag676.xml"/><Relationship Id="rId215" Type="http://schemas.openxmlformats.org/officeDocument/2006/relationships/tags" Target="../tags/tag675.xml"/><Relationship Id="rId214" Type="http://schemas.openxmlformats.org/officeDocument/2006/relationships/tags" Target="../tags/tag674.xml"/><Relationship Id="rId213" Type="http://schemas.openxmlformats.org/officeDocument/2006/relationships/tags" Target="../tags/tag673.xml"/><Relationship Id="rId212" Type="http://schemas.openxmlformats.org/officeDocument/2006/relationships/tags" Target="../tags/tag672.xml"/><Relationship Id="rId211" Type="http://schemas.openxmlformats.org/officeDocument/2006/relationships/tags" Target="../tags/tag671.xml"/><Relationship Id="rId210" Type="http://schemas.openxmlformats.org/officeDocument/2006/relationships/tags" Target="../tags/tag670.xml"/><Relationship Id="rId21" Type="http://schemas.openxmlformats.org/officeDocument/2006/relationships/tags" Target="../tags/tag483.xml"/><Relationship Id="rId209" Type="http://schemas.openxmlformats.org/officeDocument/2006/relationships/tags" Target="../tags/tag669.xml"/><Relationship Id="rId208" Type="http://schemas.openxmlformats.org/officeDocument/2006/relationships/tags" Target="../tags/tag668.xml"/><Relationship Id="rId207" Type="http://schemas.openxmlformats.org/officeDocument/2006/relationships/tags" Target="../tags/tag667.xml"/><Relationship Id="rId206" Type="http://schemas.openxmlformats.org/officeDocument/2006/relationships/tags" Target="../tags/tag666.xml"/><Relationship Id="rId205" Type="http://schemas.openxmlformats.org/officeDocument/2006/relationships/tags" Target="../tags/tag665.xml"/><Relationship Id="rId204" Type="http://schemas.openxmlformats.org/officeDocument/2006/relationships/tags" Target="../tags/tag664.xml"/><Relationship Id="rId203" Type="http://schemas.openxmlformats.org/officeDocument/2006/relationships/tags" Target="../tags/tag663.xml"/><Relationship Id="rId202" Type="http://schemas.openxmlformats.org/officeDocument/2006/relationships/tags" Target="../tags/tag662.xml"/><Relationship Id="rId201" Type="http://schemas.openxmlformats.org/officeDocument/2006/relationships/tags" Target="../tags/tag661.xml"/><Relationship Id="rId200" Type="http://schemas.openxmlformats.org/officeDocument/2006/relationships/tags" Target="../tags/tag660.xml"/><Relationship Id="rId20" Type="http://schemas.openxmlformats.org/officeDocument/2006/relationships/tags" Target="../tags/tag482.xml"/><Relationship Id="rId2" Type="http://schemas.openxmlformats.org/officeDocument/2006/relationships/image" Target="../media/image37.png"/><Relationship Id="rId199" Type="http://schemas.openxmlformats.org/officeDocument/2006/relationships/tags" Target="../tags/tag659.xml"/><Relationship Id="rId198" Type="http://schemas.openxmlformats.org/officeDocument/2006/relationships/tags" Target="../tags/tag658.xml"/><Relationship Id="rId197" Type="http://schemas.openxmlformats.org/officeDocument/2006/relationships/tags" Target="../tags/tag657.xml"/><Relationship Id="rId196" Type="http://schemas.openxmlformats.org/officeDocument/2006/relationships/tags" Target="../tags/tag656.xml"/><Relationship Id="rId195" Type="http://schemas.openxmlformats.org/officeDocument/2006/relationships/tags" Target="../tags/tag655.xml"/><Relationship Id="rId194" Type="http://schemas.openxmlformats.org/officeDocument/2006/relationships/tags" Target="../tags/tag654.xml"/><Relationship Id="rId193" Type="http://schemas.openxmlformats.org/officeDocument/2006/relationships/tags" Target="../tags/tag653.xml"/><Relationship Id="rId192" Type="http://schemas.openxmlformats.org/officeDocument/2006/relationships/tags" Target="../tags/tag652.xml"/><Relationship Id="rId191" Type="http://schemas.openxmlformats.org/officeDocument/2006/relationships/tags" Target="../tags/tag651.xml"/><Relationship Id="rId190" Type="http://schemas.openxmlformats.org/officeDocument/2006/relationships/tags" Target="../tags/tag650.xml"/><Relationship Id="rId19" Type="http://schemas.openxmlformats.org/officeDocument/2006/relationships/tags" Target="../tags/tag481.xml"/><Relationship Id="rId189" Type="http://schemas.openxmlformats.org/officeDocument/2006/relationships/tags" Target="../tags/tag649.xml"/><Relationship Id="rId188" Type="http://schemas.openxmlformats.org/officeDocument/2006/relationships/tags" Target="../tags/tag648.xml"/><Relationship Id="rId187" Type="http://schemas.openxmlformats.org/officeDocument/2006/relationships/tags" Target="../tags/tag647.xml"/><Relationship Id="rId186" Type="http://schemas.openxmlformats.org/officeDocument/2006/relationships/tags" Target="../tags/tag646.xml"/><Relationship Id="rId185" Type="http://schemas.openxmlformats.org/officeDocument/2006/relationships/tags" Target="../tags/tag645.xml"/><Relationship Id="rId184" Type="http://schemas.openxmlformats.org/officeDocument/2006/relationships/tags" Target="../tags/tag644.xml"/><Relationship Id="rId183" Type="http://schemas.openxmlformats.org/officeDocument/2006/relationships/tags" Target="../tags/tag643.xml"/><Relationship Id="rId182" Type="http://schemas.openxmlformats.org/officeDocument/2006/relationships/tags" Target="../tags/tag642.xml"/><Relationship Id="rId181" Type="http://schemas.openxmlformats.org/officeDocument/2006/relationships/tags" Target="../tags/tag641.xml"/><Relationship Id="rId180" Type="http://schemas.openxmlformats.org/officeDocument/2006/relationships/tags" Target="../tags/tag640.xml"/><Relationship Id="rId18" Type="http://schemas.openxmlformats.org/officeDocument/2006/relationships/tags" Target="../tags/tag480.xml"/><Relationship Id="rId179" Type="http://schemas.openxmlformats.org/officeDocument/2006/relationships/tags" Target="../tags/tag639.xml"/><Relationship Id="rId178" Type="http://schemas.openxmlformats.org/officeDocument/2006/relationships/tags" Target="../tags/tag638.xml"/><Relationship Id="rId177" Type="http://schemas.openxmlformats.org/officeDocument/2006/relationships/tags" Target="../tags/tag637.xml"/><Relationship Id="rId176" Type="http://schemas.openxmlformats.org/officeDocument/2006/relationships/tags" Target="../tags/tag636.xml"/><Relationship Id="rId175" Type="http://schemas.openxmlformats.org/officeDocument/2006/relationships/tags" Target="../tags/tag635.xml"/><Relationship Id="rId174" Type="http://schemas.openxmlformats.org/officeDocument/2006/relationships/tags" Target="../tags/tag634.xml"/><Relationship Id="rId173" Type="http://schemas.openxmlformats.org/officeDocument/2006/relationships/tags" Target="../tags/tag633.xml"/><Relationship Id="rId172" Type="http://schemas.openxmlformats.org/officeDocument/2006/relationships/tags" Target="../tags/tag632.xml"/><Relationship Id="rId171" Type="http://schemas.openxmlformats.org/officeDocument/2006/relationships/tags" Target="../tags/tag631.xml"/><Relationship Id="rId170" Type="http://schemas.openxmlformats.org/officeDocument/2006/relationships/tags" Target="../tags/tag630.xml"/><Relationship Id="rId17" Type="http://schemas.openxmlformats.org/officeDocument/2006/relationships/tags" Target="../tags/tag479.xml"/><Relationship Id="rId169" Type="http://schemas.openxmlformats.org/officeDocument/2006/relationships/tags" Target="../tags/tag629.xml"/><Relationship Id="rId168" Type="http://schemas.openxmlformats.org/officeDocument/2006/relationships/tags" Target="../tags/tag628.xml"/><Relationship Id="rId167" Type="http://schemas.openxmlformats.org/officeDocument/2006/relationships/tags" Target="../tags/tag627.xml"/><Relationship Id="rId166" Type="http://schemas.openxmlformats.org/officeDocument/2006/relationships/tags" Target="../tags/tag626.xml"/><Relationship Id="rId165" Type="http://schemas.openxmlformats.org/officeDocument/2006/relationships/tags" Target="../tags/tag625.xml"/><Relationship Id="rId164" Type="http://schemas.openxmlformats.org/officeDocument/2006/relationships/tags" Target="../tags/tag624.xml"/><Relationship Id="rId163" Type="http://schemas.openxmlformats.org/officeDocument/2006/relationships/tags" Target="../tags/tag623.xml"/><Relationship Id="rId162" Type="http://schemas.openxmlformats.org/officeDocument/2006/relationships/tags" Target="../tags/tag622.xml"/><Relationship Id="rId161" Type="http://schemas.openxmlformats.org/officeDocument/2006/relationships/tags" Target="../tags/tag621.xml"/><Relationship Id="rId160" Type="http://schemas.openxmlformats.org/officeDocument/2006/relationships/tags" Target="../tags/tag620.xml"/><Relationship Id="rId16" Type="http://schemas.openxmlformats.org/officeDocument/2006/relationships/tags" Target="../tags/tag478.xml"/><Relationship Id="rId159" Type="http://schemas.openxmlformats.org/officeDocument/2006/relationships/tags" Target="../tags/tag619.xml"/><Relationship Id="rId158" Type="http://schemas.openxmlformats.org/officeDocument/2006/relationships/tags" Target="../tags/tag618.xml"/><Relationship Id="rId157" Type="http://schemas.openxmlformats.org/officeDocument/2006/relationships/tags" Target="../tags/tag617.xml"/><Relationship Id="rId156" Type="http://schemas.openxmlformats.org/officeDocument/2006/relationships/tags" Target="../tags/tag616.xml"/><Relationship Id="rId155" Type="http://schemas.openxmlformats.org/officeDocument/2006/relationships/tags" Target="../tags/tag615.xml"/><Relationship Id="rId154" Type="http://schemas.openxmlformats.org/officeDocument/2006/relationships/tags" Target="../tags/tag614.xml"/><Relationship Id="rId153" Type="http://schemas.openxmlformats.org/officeDocument/2006/relationships/tags" Target="../tags/tag613.xml"/><Relationship Id="rId152" Type="http://schemas.openxmlformats.org/officeDocument/2006/relationships/tags" Target="../tags/tag612.xml"/><Relationship Id="rId151" Type="http://schemas.openxmlformats.org/officeDocument/2006/relationships/tags" Target="../tags/tag611.xml"/><Relationship Id="rId150" Type="http://schemas.openxmlformats.org/officeDocument/2006/relationships/tags" Target="../tags/tag610.xml"/><Relationship Id="rId15" Type="http://schemas.openxmlformats.org/officeDocument/2006/relationships/tags" Target="../tags/tag477.xml"/><Relationship Id="rId149" Type="http://schemas.openxmlformats.org/officeDocument/2006/relationships/tags" Target="../tags/tag609.xml"/><Relationship Id="rId148" Type="http://schemas.openxmlformats.org/officeDocument/2006/relationships/tags" Target="../tags/tag608.xml"/><Relationship Id="rId147" Type="http://schemas.openxmlformats.org/officeDocument/2006/relationships/tags" Target="../tags/tag607.xml"/><Relationship Id="rId146" Type="http://schemas.openxmlformats.org/officeDocument/2006/relationships/tags" Target="../tags/tag606.xml"/><Relationship Id="rId145" Type="http://schemas.openxmlformats.org/officeDocument/2006/relationships/tags" Target="../tags/tag605.xml"/><Relationship Id="rId144" Type="http://schemas.openxmlformats.org/officeDocument/2006/relationships/tags" Target="../tags/tag604.xml"/><Relationship Id="rId143" Type="http://schemas.openxmlformats.org/officeDocument/2006/relationships/tags" Target="../tags/tag603.xml"/><Relationship Id="rId142" Type="http://schemas.openxmlformats.org/officeDocument/2006/relationships/tags" Target="../tags/tag602.xml"/><Relationship Id="rId141" Type="http://schemas.openxmlformats.org/officeDocument/2006/relationships/tags" Target="../tags/tag601.xml"/><Relationship Id="rId140" Type="http://schemas.openxmlformats.org/officeDocument/2006/relationships/tags" Target="../tags/tag600.xml"/><Relationship Id="rId14" Type="http://schemas.openxmlformats.org/officeDocument/2006/relationships/tags" Target="../tags/tag476.xml"/><Relationship Id="rId139" Type="http://schemas.openxmlformats.org/officeDocument/2006/relationships/tags" Target="../tags/tag599.xml"/><Relationship Id="rId138" Type="http://schemas.openxmlformats.org/officeDocument/2006/relationships/tags" Target="../tags/tag598.xml"/><Relationship Id="rId137" Type="http://schemas.openxmlformats.org/officeDocument/2006/relationships/tags" Target="../tags/tag597.xml"/><Relationship Id="rId136" Type="http://schemas.openxmlformats.org/officeDocument/2006/relationships/tags" Target="../tags/tag596.xml"/><Relationship Id="rId135" Type="http://schemas.openxmlformats.org/officeDocument/2006/relationships/tags" Target="../tags/tag595.xml"/><Relationship Id="rId134" Type="http://schemas.openxmlformats.org/officeDocument/2006/relationships/tags" Target="../tags/tag594.xml"/><Relationship Id="rId133" Type="http://schemas.openxmlformats.org/officeDocument/2006/relationships/tags" Target="../tags/tag593.xml"/><Relationship Id="rId132" Type="http://schemas.openxmlformats.org/officeDocument/2006/relationships/tags" Target="../tags/tag592.xml"/><Relationship Id="rId131" Type="http://schemas.openxmlformats.org/officeDocument/2006/relationships/tags" Target="../tags/tag591.xml"/><Relationship Id="rId130" Type="http://schemas.openxmlformats.org/officeDocument/2006/relationships/tags" Target="../tags/tag590.xml"/><Relationship Id="rId13" Type="http://schemas.openxmlformats.org/officeDocument/2006/relationships/tags" Target="../tags/tag475.xml"/><Relationship Id="rId129" Type="http://schemas.openxmlformats.org/officeDocument/2006/relationships/tags" Target="../tags/tag589.xml"/><Relationship Id="rId128" Type="http://schemas.openxmlformats.org/officeDocument/2006/relationships/tags" Target="../tags/tag588.xml"/><Relationship Id="rId127" Type="http://schemas.openxmlformats.org/officeDocument/2006/relationships/tags" Target="../tags/tag587.xml"/><Relationship Id="rId126" Type="http://schemas.openxmlformats.org/officeDocument/2006/relationships/tags" Target="../tags/tag586.xml"/><Relationship Id="rId125" Type="http://schemas.openxmlformats.org/officeDocument/2006/relationships/tags" Target="../tags/tag585.xml"/><Relationship Id="rId124" Type="http://schemas.openxmlformats.org/officeDocument/2006/relationships/tags" Target="../tags/tag584.xml"/><Relationship Id="rId123" Type="http://schemas.openxmlformats.org/officeDocument/2006/relationships/tags" Target="../tags/tag583.xml"/><Relationship Id="rId122" Type="http://schemas.openxmlformats.org/officeDocument/2006/relationships/tags" Target="../tags/tag582.xml"/><Relationship Id="rId121" Type="http://schemas.openxmlformats.org/officeDocument/2006/relationships/tags" Target="../tags/tag581.xml"/><Relationship Id="rId120" Type="http://schemas.openxmlformats.org/officeDocument/2006/relationships/tags" Target="../tags/tag580.xml"/><Relationship Id="rId12" Type="http://schemas.openxmlformats.org/officeDocument/2006/relationships/tags" Target="../tags/tag474.xml"/><Relationship Id="rId119" Type="http://schemas.openxmlformats.org/officeDocument/2006/relationships/tags" Target="../tags/tag579.xml"/><Relationship Id="rId118" Type="http://schemas.openxmlformats.org/officeDocument/2006/relationships/tags" Target="../tags/tag578.xml"/><Relationship Id="rId117" Type="http://schemas.openxmlformats.org/officeDocument/2006/relationships/tags" Target="../tags/tag577.xml"/><Relationship Id="rId116" Type="http://schemas.openxmlformats.org/officeDocument/2006/relationships/tags" Target="../tags/tag576.xml"/><Relationship Id="rId115" Type="http://schemas.openxmlformats.org/officeDocument/2006/relationships/tags" Target="../tags/tag575.xml"/><Relationship Id="rId114" Type="http://schemas.openxmlformats.org/officeDocument/2006/relationships/tags" Target="../tags/tag574.xml"/><Relationship Id="rId113" Type="http://schemas.openxmlformats.org/officeDocument/2006/relationships/tags" Target="../tags/tag573.xml"/><Relationship Id="rId112" Type="http://schemas.openxmlformats.org/officeDocument/2006/relationships/tags" Target="../tags/tag572.xml"/><Relationship Id="rId111" Type="http://schemas.openxmlformats.org/officeDocument/2006/relationships/tags" Target="../tags/tag571.xml"/><Relationship Id="rId110" Type="http://schemas.openxmlformats.org/officeDocument/2006/relationships/tags" Target="../tags/tag570.xml"/><Relationship Id="rId11" Type="http://schemas.openxmlformats.org/officeDocument/2006/relationships/tags" Target="../tags/tag473.xml"/><Relationship Id="rId109" Type="http://schemas.openxmlformats.org/officeDocument/2006/relationships/tags" Target="../tags/tag569.xml"/><Relationship Id="rId108" Type="http://schemas.openxmlformats.org/officeDocument/2006/relationships/tags" Target="../tags/tag568.xml"/><Relationship Id="rId107" Type="http://schemas.openxmlformats.org/officeDocument/2006/relationships/tags" Target="../tags/tag567.xml"/><Relationship Id="rId106" Type="http://schemas.openxmlformats.org/officeDocument/2006/relationships/tags" Target="../tags/tag566.xml"/><Relationship Id="rId105" Type="http://schemas.openxmlformats.org/officeDocument/2006/relationships/tags" Target="../tags/tag565.xml"/><Relationship Id="rId104" Type="http://schemas.openxmlformats.org/officeDocument/2006/relationships/tags" Target="../tags/tag564.xml"/><Relationship Id="rId103" Type="http://schemas.openxmlformats.org/officeDocument/2006/relationships/tags" Target="../tags/tag563.xml"/><Relationship Id="rId102" Type="http://schemas.openxmlformats.org/officeDocument/2006/relationships/tags" Target="../tags/tag562.xml"/><Relationship Id="rId101" Type="http://schemas.openxmlformats.org/officeDocument/2006/relationships/tags" Target="../tags/tag561.xml"/><Relationship Id="rId100" Type="http://schemas.openxmlformats.org/officeDocument/2006/relationships/tags" Target="../tags/tag560.xml"/><Relationship Id="rId10" Type="http://schemas.openxmlformats.org/officeDocument/2006/relationships/tags" Target="../tags/tag472.xml"/><Relationship Id="rId1" Type="http://schemas.openxmlformats.org/officeDocument/2006/relationships/tags" Target="../tags/tag464.xml"/></Relationships>
</file>

<file path=ppt/slides/_rels/slide22.xml.rels><?xml version="1.0" encoding="UTF-8" standalone="yes"?>
<Relationships xmlns="http://schemas.openxmlformats.org/package/2006/relationships"><Relationship Id="rId99" Type="http://schemas.openxmlformats.org/officeDocument/2006/relationships/tags" Target="../tags/tag914.xml"/><Relationship Id="rId98" Type="http://schemas.openxmlformats.org/officeDocument/2006/relationships/tags" Target="../tags/tag913.xml"/><Relationship Id="rId97" Type="http://schemas.openxmlformats.org/officeDocument/2006/relationships/tags" Target="../tags/tag912.xml"/><Relationship Id="rId96" Type="http://schemas.openxmlformats.org/officeDocument/2006/relationships/tags" Target="../tags/tag911.xml"/><Relationship Id="rId95" Type="http://schemas.openxmlformats.org/officeDocument/2006/relationships/tags" Target="../tags/tag910.xml"/><Relationship Id="rId94" Type="http://schemas.openxmlformats.org/officeDocument/2006/relationships/tags" Target="../tags/tag909.xml"/><Relationship Id="rId93" Type="http://schemas.openxmlformats.org/officeDocument/2006/relationships/tags" Target="../tags/tag908.xml"/><Relationship Id="rId92" Type="http://schemas.openxmlformats.org/officeDocument/2006/relationships/image" Target="../media/image37.png"/><Relationship Id="rId91" Type="http://schemas.openxmlformats.org/officeDocument/2006/relationships/tags" Target="../tags/tag907.xml"/><Relationship Id="rId90" Type="http://schemas.openxmlformats.org/officeDocument/2006/relationships/tags" Target="../tags/tag906.xml"/><Relationship Id="rId9" Type="http://schemas.openxmlformats.org/officeDocument/2006/relationships/tags" Target="../tags/tag825.xml"/><Relationship Id="rId89" Type="http://schemas.openxmlformats.org/officeDocument/2006/relationships/tags" Target="../tags/tag905.xml"/><Relationship Id="rId88" Type="http://schemas.openxmlformats.org/officeDocument/2006/relationships/tags" Target="../tags/tag904.xml"/><Relationship Id="rId87" Type="http://schemas.openxmlformats.org/officeDocument/2006/relationships/tags" Target="../tags/tag903.xml"/><Relationship Id="rId86" Type="http://schemas.openxmlformats.org/officeDocument/2006/relationships/tags" Target="../tags/tag902.xml"/><Relationship Id="rId85" Type="http://schemas.openxmlformats.org/officeDocument/2006/relationships/tags" Target="../tags/tag901.xml"/><Relationship Id="rId84" Type="http://schemas.openxmlformats.org/officeDocument/2006/relationships/tags" Target="../tags/tag900.xml"/><Relationship Id="rId83" Type="http://schemas.openxmlformats.org/officeDocument/2006/relationships/tags" Target="../tags/tag899.xml"/><Relationship Id="rId82" Type="http://schemas.openxmlformats.org/officeDocument/2006/relationships/tags" Target="../tags/tag898.xml"/><Relationship Id="rId81" Type="http://schemas.openxmlformats.org/officeDocument/2006/relationships/tags" Target="../tags/tag897.xml"/><Relationship Id="rId80" Type="http://schemas.openxmlformats.org/officeDocument/2006/relationships/tags" Target="../tags/tag896.xml"/><Relationship Id="rId8" Type="http://schemas.openxmlformats.org/officeDocument/2006/relationships/tags" Target="../tags/tag824.xml"/><Relationship Id="rId79" Type="http://schemas.openxmlformats.org/officeDocument/2006/relationships/tags" Target="../tags/tag895.xml"/><Relationship Id="rId78" Type="http://schemas.openxmlformats.org/officeDocument/2006/relationships/tags" Target="../tags/tag894.xml"/><Relationship Id="rId77" Type="http://schemas.openxmlformats.org/officeDocument/2006/relationships/tags" Target="../tags/tag893.xml"/><Relationship Id="rId76" Type="http://schemas.openxmlformats.org/officeDocument/2006/relationships/tags" Target="../tags/tag892.xml"/><Relationship Id="rId75" Type="http://schemas.openxmlformats.org/officeDocument/2006/relationships/tags" Target="../tags/tag891.xml"/><Relationship Id="rId74" Type="http://schemas.openxmlformats.org/officeDocument/2006/relationships/tags" Target="../tags/tag890.xml"/><Relationship Id="rId73" Type="http://schemas.openxmlformats.org/officeDocument/2006/relationships/tags" Target="../tags/tag889.xml"/><Relationship Id="rId72" Type="http://schemas.openxmlformats.org/officeDocument/2006/relationships/tags" Target="../tags/tag888.xml"/><Relationship Id="rId71" Type="http://schemas.openxmlformats.org/officeDocument/2006/relationships/tags" Target="../tags/tag887.xml"/><Relationship Id="rId70" Type="http://schemas.openxmlformats.org/officeDocument/2006/relationships/tags" Target="../tags/tag886.xml"/><Relationship Id="rId7" Type="http://schemas.openxmlformats.org/officeDocument/2006/relationships/tags" Target="../tags/tag823.xml"/><Relationship Id="rId69" Type="http://schemas.openxmlformats.org/officeDocument/2006/relationships/tags" Target="../tags/tag885.xml"/><Relationship Id="rId68" Type="http://schemas.openxmlformats.org/officeDocument/2006/relationships/tags" Target="../tags/tag884.xml"/><Relationship Id="rId67" Type="http://schemas.openxmlformats.org/officeDocument/2006/relationships/tags" Target="../tags/tag883.xml"/><Relationship Id="rId66" Type="http://schemas.openxmlformats.org/officeDocument/2006/relationships/tags" Target="../tags/tag882.xml"/><Relationship Id="rId65" Type="http://schemas.openxmlformats.org/officeDocument/2006/relationships/tags" Target="../tags/tag881.xml"/><Relationship Id="rId64" Type="http://schemas.openxmlformats.org/officeDocument/2006/relationships/tags" Target="../tags/tag880.xml"/><Relationship Id="rId63" Type="http://schemas.openxmlformats.org/officeDocument/2006/relationships/tags" Target="../tags/tag879.xml"/><Relationship Id="rId62" Type="http://schemas.openxmlformats.org/officeDocument/2006/relationships/tags" Target="../tags/tag878.xml"/><Relationship Id="rId61" Type="http://schemas.openxmlformats.org/officeDocument/2006/relationships/tags" Target="../tags/tag877.xml"/><Relationship Id="rId60" Type="http://schemas.openxmlformats.org/officeDocument/2006/relationships/tags" Target="../tags/tag876.xml"/><Relationship Id="rId6" Type="http://schemas.openxmlformats.org/officeDocument/2006/relationships/image" Target="../media/image24.png"/><Relationship Id="rId59" Type="http://schemas.openxmlformats.org/officeDocument/2006/relationships/tags" Target="../tags/tag875.xml"/><Relationship Id="rId58" Type="http://schemas.openxmlformats.org/officeDocument/2006/relationships/tags" Target="../tags/tag874.xml"/><Relationship Id="rId57" Type="http://schemas.openxmlformats.org/officeDocument/2006/relationships/tags" Target="../tags/tag873.xml"/><Relationship Id="rId56" Type="http://schemas.openxmlformats.org/officeDocument/2006/relationships/tags" Target="../tags/tag872.xml"/><Relationship Id="rId55" Type="http://schemas.openxmlformats.org/officeDocument/2006/relationships/tags" Target="../tags/tag871.xml"/><Relationship Id="rId54" Type="http://schemas.openxmlformats.org/officeDocument/2006/relationships/tags" Target="../tags/tag870.xml"/><Relationship Id="rId53" Type="http://schemas.openxmlformats.org/officeDocument/2006/relationships/tags" Target="../tags/tag869.xml"/><Relationship Id="rId52" Type="http://schemas.openxmlformats.org/officeDocument/2006/relationships/tags" Target="../tags/tag868.xml"/><Relationship Id="rId51" Type="http://schemas.openxmlformats.org/officeDocument/2006/relationships/tags" Target="../tags/tag867.xml"/><Relationship Id="rId50" Type="http://schemas.openxmlformats.org/officeDocument/2006/relationships/tags" Target="../tags/tag866.xml"/><Relationship Id="rId5" Type="http://schemas.openxmlformats.org/officeDocument/2006/relationships/tags" Target="../tags/tag822.xml"/><Relationship Id="rId49" Type="http://schemas.openxmlformats.org/officeDocument/2006/relationships/tags" Target="../tags/tag865.xml"/><Relationship Id="rId48" Type="http://schemas.openxmlformats.org/officeDocument/2006/relationships/tags" Target="../tags/tag864.xml"/><Relationship Id="rId47" Type="http://schemas.openxmlformats.org/officeDocument/2006/relationships/tags" Target="../tags/tag863.xml"/><Relationship Id="rId46" Type="http://schemas.openxmlformats.org/officeDocument/2006/relationships/tags" Target="../tags/tag862.xml"/><Relationship Id="rId45" Type="http://schemas.openxmlformats.org/officeDocument/2006/relationships/tags" Target="../tags/tag861.xml"/><Relationship Id="rId44" Type="http://schemas.openxmlformats.org/officeDocument/2006/relationships/tags" Target="../tags/tag860.xml"/><Relationship Id="rId43" Type="http://schemas.openxmlformats.org/officeDocument/2006/relationships/tags" Target="../tags/tag859.xml"/><Relationship Id="rId42" Type="http://schemas.openxmlformats.org/officeDocument/2006/relationships/tags" Target="../tags/tag858.xml"/><Relationship Id="rId41" Type="http://schemas.openxmlformats.org/officeDocument/2006/relationships/tags" Target="../tags/tag857.xml"/><Relationship Id="rId40" Type="http://schemas.openxmlformats.org/officeDocument/2006/relationships/tags" Target="../tags/tag856.xml"/><Relationship Id="rId4" Type="http://schemas.openxmlformats.org/officeDocument/2006/relationships/image" Target="../media/image25.png"/><Relationship Id="rId39" Type="http://schemas.openxmlformats.org/officeDocument/2006/relationships/tags" Target="../tags/tag855.xml"/><Relationship Id="rId38" Type="http://schemas.openxmlformats.org/officeDocument/2006/relationships/tags" Target="../tags/tag854.xml"/><Relationship Id="rId37" Type="http://schemas.openxmlformats.org/officeDocument/2006/relationships/tags" Target="../tags/tag853.xml"/><Relationship Id="rId36" Type="http://schemas.openxmlformats.org/officeDocument/2006/relationships/tags" Target="../tags/tag852.xml"/><Relationship Id="rId35" Type="http://schemas.openxmlformats.org/officeDocument/2006/relationships/tags" Target="../tags/tag851.xml"/><Relationship Id="rId34" Type="http://schemas.openxmlformats.org/officeDocument/2006/relationships/tags" Target="../tags/tag850.xml"/><Relationship Id="rId33" Type="http://schemas.openxmlformats.org/officeDocument/2006/relationships/tags" Target="../tags/tag849.xml"/><Relationship Id="rId32" Type="http://schemas.openxmlformats.org/officeDocument/2006/relationships/tags" Target="../tags/tag848.xml"/><Relationship Id="rId31" Type="http://schemas.openxmlformats.org/officeDocument/2006/relationships/tags" Target="../tags/tag847.xml"/><Relationship Id="rId30" Type="http://schemas.openxmlformats.org/officeDocument/2006/relationships/tags" Target="../tags/tag846.xml"/><Relationship Id="rId3" Type="http://schemas.openxmlformats.org/officeDocument/2006/relationships/tags" Target="../tags/tag821.xml"/><Relationship Id="rId29" Type="http://schemas.openxmlformats.org/officeDocument/2006/relationships/tags" Target="../tags/tag845.xml"/><Relationship Id="rId28" Type="http://schemas.openxmlformats.org/officeDocument/2006/relationships/tags" Target="../tags/tag844.xml"/><Relationship Id="rId27" Type="http://schemas.openxmlformats.org/officeDocument/2006/relationships/tags" Target="../tags/tag843.xml"/><Relationship Id="rId26" Type="http://schemas.openxmlformats.org/officeDocument/2006/relationships/tags" Target="../tags/tag842.xml"/><Relationship Id="rId25" Type="http://schemas.openxmlformats.org/officeDocument/2006/relationships/tags" Target="../tags/tag841.xml"/><Relationship Id="rId24" Type="http://schemas.openxmlformats.org/officeDocument/2006/relationships/tags" Target="../tags/tag840.xml"/><Relationship Id="rId23" Type="http://schemas.openxmlformats.org/officeDocument/2006/relationships/tags" Target="../tags/tag839.xml"/><Relationship Id="rId22" Type="http://schemas.openxmlformats.org/officeDocument/2006/relationships/tags" Target="../tags/tag838.xml"/><Relationship Id="rId21" Type="http://schemas.openxmlformats.org/officeDocument/2006/relationships/tags" Target="../tags/tag837.xml"/><Relationship Id="rId20" Type="http://schemas.openxmlformats.org/officeDocument/2006/relationships/tags" Target="../tags/tag836.xml"/><Relationship Id="rId2" Type="http://schemas.openxmlformats.org/officeDocument/2006/relationships/tags" Target="../tags/tag820.xml"/><Relationship Id="rId19" Type="http://schemas.openxmlformats.org/officeDocument/2006/relationships/tags" Target="../tags/tag835.xml"/><Relationship Id="rId18" Type="http://schemas.openxmlformats.org/officeDocument/2006/relationships/tags" Target="../tags/tag834.xml"/><Relationship Id="rId17" Type="http://schemas.openxmlformats.org/officeDocument/2006/relationships/tags" Target="../tags/tag833.xml"/><Relationship Id="rId16" Type="http://schemas.openxmlformats.org/officeDocument/2006/relationships/tags" Target="../tags/tag832.xml"/><Relationship Id="rId158" Type="http://schemas.openxmlformats.org/officeDocument/2006/relationships/slideLayout" Target="../slideLayouts/slideLayout40.xml"/><Relationship Id="rId157" Type="http://schemas.openxmlformats.org/officeDocument/2006/relationships/tags" Target="../tags/tag971.xml"/><Relationship Id="rId156" Type="http://schemas.openxmlformats.org/officeDocument/2006/relationships/tags" Target="../tags/tag970.xml"/><Relationship Id="rId155" Type="http://schemas.openxmlformats.org/officeDocument/2006/relationships/tags" Target="../tags/tag969.xml"/><Relationship Id="rId154" Type="http://schemas.openxmlformats.org/officeDocument/2006/relationships/tags" Target="../tags/tag968.xml"/><Relationship Id="rId153" Type="http://schemas.openxmlformats.org/officeDocument/2006/relationships/tags" Target="../tags/tag967.xml"/><Relationship Id="rId152" Type="http://schemas.openxmlformats.org/officeDocument/2006/relationships/tags" Target="../tags/tag966.xml"/><Relationship Id="rId151" Type="http://schemas.openxmlformats.org/officeDocument/2006/relationships/tags" Target="../tags/tag965.xml"/><Relationship Id="rId150" Type="http://schemas.openxmlformats.org/officeDocument/2006/relationships/tags" Target="../tags/tag964.xml"/><Relationship Id="rId15" Type="http://schemas.openxmlformats.org/officeDocument/2006/relationships/tags" Target="../tags/tag831.xml"/><Relationship Id="rId149" Type="http://schemas.openxmlformats.org/officeDocument/2006/relationships/tags" Target="../tags/tag963.xml"/><Relationship Id="rId148" Type="http://schemas.openxmlformats.org/officeDocument/2006/relationships/tags" Target="../tags/tag962.xml"/><Relationship Id="rId147" Type="http://schemas.openxmlformats.org/officeDocument/2006/relationships/tags" Target="../tags/tag961.xml"/><Relationship Id="rId146" Type="http://schemas.openxmlformats.org/officeDocument/2006/relationships/tags" Target="../tags/tag960.xml"/><Relationship Id="rId145" Type="http://schemas.openxmlformats.org/officeDocument/2006/relationships/tags" Target="../tags/tag959.xml"/><Relationship Id="rId144" Type="http://schemas.openxmlformats.org/officeDocument/2006/relationships/tags" Target="../tags/tag958.xml"/><Relationship Id="rId143" Type="http://schemas.openxmlformats.org/officeDocument/2006/relationships/tags" Target="../tags/tag957.xml"/><Relationship Id="rId142" Type="http://schemas.openxmlformats.org/officeDocument/2006/relationships/tags" Target="../tags/tag956.xml"/><Relationship Id="rId141" Type="http://schemas.openxmlformats.org/officeDocument/2006/relationships/tags" Target="../tags/tag955.xml"/><Relationship Id="rId140" Type="http://schemas.openxmlformats.org/officeDocument/2006/relationships/tags" Target="../tags/tag954.xml"/><Relationship Id="rId14" Type="http://schemas.openxmlformats.org/officeDocument/2006/relationships/tags" Target="../tags/tag830.xml"/><Relationship Id="rId139" Type="http://schemas.openxmlformats.org/officeDocument/2006/relationships/tags" Target="../tags/tag953.xml"/><Relationship Id="rId138" Type="http://schemas.openxmlformats.org/officeDocument/2006/relationships/tags" Target="../tags/tag952.xml"/><Relationship Id="rId137" Type="http://schemas.openxmlformats.org/officeDocument/2006/relationships/tags" Target="../tags/tag951.xml"/><Relationship Id="rId136" Type="http://schemas.openxmlformats.org/officeDocument/2006/relationships/tags" Target="../tags/tag950.xml"/><Relationship Id="rId135" Type="http://schemas.openxmlformats.org/officeDocument/2006/relationships/tags" Target="../tags/tag949.xml"/><Relationship Id="rId134" Type="http://schemas.openxmlformats.org/officeDocument/2006/relationships/tags" Target="../tags/tag948.xml"/><Relationship Id="rId133" Type="http://schemas.openxmlformats.org/officeDocument/2006/relationships/tags" Target="../tags/tag947.xml"/><Relationship Id="rId132" Type="http://schemas.openxmlformats.org/officeDocument/2006/relationships/tags" Target="../tags/tag946.xml"/><Relationship Id="rId131" Type="http://schemas.openxmlformats.org/officeDocument/2006/relationships/tags" Target="../tags/tag945.xml"/><Relationship Id="rId130" Type="http://schemas.openxmlformats.org/officeDocument/2006/relationships/tags" Target="../tags/tag944.xml"/><Relationship Id="rId13" Type="http://schemas.openxmlformats.org/officeDocument/2006/relationships/tags" Target="../tags/tag829.xml"/><Relationship Id="rId129" Type="http://schemas.openxmlformats.org/officeDocument/2006/relationships/tags" Target="../tags/tag943.xml"/><Relationship Id="rId128" Type="http://schemas.openxmlformats.org/officeDocument/2006/relationships/tags" Target="../tags/tag942.xml"/><Relationship Id="rId127" Type="http://schemas.openxmlformats.org/officeDocument/2006/relationships/tags" Target="../tags/tag941.xml"/><Relationship Id="rId126" Type="http://schemas.openxmlformats.org/officeDocument/2006/relationships/tags" Target="../tags/tag940.xml"/><Relationship Id="rId125" Type="http://schemas.openxmlformats.org/officeDocument/2006/relationships/tags" Target="../tags/tag939.xml"/><Relationship Id="rId124" Type="http://schemas.openxmlformats.org/officeDocument/2006/relationships/tags" Target="../tags/tag938.xml"/><Relationship Id="rId123" Type="http://schemas.openxmlformats.org/officeDocument/2006/relationships/tags" Target="../tags/tag937.xml"/><Relationship Id="rId122" Type="http://schemas.openxmlformats.org/officeDocument/2006/relationships/tags" Target="../tags/tag936.xml"/><Relationship Id="rId121" Type="http://schemas.openxmlformats.org/officeDocument/2006/relationships/tags" Target="../tags/tag935.xml"/><Relationship Id="rId120" Type="http://schemas.openxmlformats.org/officeDocument/2006/relationships/tags" Target="../tags/tag934.xml"/><Relationship Id="rId12" Type="http://schemas.openxmlformats.org/officeDocument/2006/relationships/tags" Target="../tags/tag828.xml"/><Relationship Id="rId119" Type="http://schemas.openxmlformats.org/officeDocument/2006/relationships/tags" Target="../tags/tag933.xml"/><Relationship Id="rId118" Type="http://schemas.openxmlformats.org/officeDocument/2006/relationships/tags" Target="../tags/tag932.xml"/><Relationship Id="rId117" Type="http://schemas.openxmlformats.org/officeDocument/2006/relationships/tags" Target="../tags/tag931.xml"/><Relationship Id="rId116" Type="http://schemas.openxmlformats.org/officeDocument/2006/relationships/tags" Target="../tags/tag930.xml"/><Relationship Id="rId115" Type="http://schemas.openxmlformats.org/officeDocument/2006/relationships/tags" Target="../tags/tag929.xml"/><Relationship Id="rId114" Type="http://schemas.openxmlformats.org/officeDocument/2006/relationships/tags" Target="../tags/tag928.xml"/><Relationship Id="rId113" Type="http://schemas.openxmlformats.org/officeDocument/2006/relationships/tags" Target="../tags/tag927.xml"/><Relationship Id="rId112" Type="http://schemas.openxmlformats.org/officeDocument/2006/relationships/tags" Target="../tags/tag926.xml"/><Relationship Id="rId111" Type="http://schemas.openxmlformats.org/officeDocument/2006/relationships/tags" Target="../tags/tag925.xml"/><Relationship Id="rId110" Type="http://schemas.openxmlformats.org/officeDocument/2006/relationships/tags" Target="../tags/tag924.xml"/><Relationship Id="rId11" Type="http://schemas.openxmlformats.org/officeDocument/2006/relationships/tags" Target="../tags/tag827.xml"/><Relationship Id="rId109" Type="http://schemas.openxmlformats.org/officeDocument/2006/relationships/tags" Target="../tags/tag923.xml"/><Relationship Id="rId108" Type="http://schemas.openxmlformats.org/officeDocument/2006/relationships/tags" Target="../tags/tag922.xml"/><Relationship Id="rId107" Type="http://schemas.openxmlformats.org/officeDocument/2006/relationships/image" Target="../media/image26.png"/><Relationship Id="rId106" Type="http://schemas.openxmlformats.org/officeDocument/2006/relationships/tags" Target="../tags/tag921.xml"/><Relationship Id="rId105" Type="http://schemas.openxmlformats.org/officeDocument/2006/relationships/tags" Target="../tags/tag920.xml"/><Relationship Id="rId104" Type="http://schemas.openxmlformats.org/officeDocument/2006/relationships/tags" Target="../tags/tag919.xml"/><Relationship Id="rId103" Type="http://schemas.openxmlformats.org/officeDocument/2006/relationships/tags" Target="../tags/tag918.xml"/><Relationship Id="rId102" Type="http://schemas.openxmlformats.org/officeDocument/2006/relationships/tags" Target="../tags/tag917.xml"/><Relationship Id="rId101" Type="http://schemas.openxmlformats.org/officeDocument/2006/relationships/tags" Target="../tags/tag916.xml"/><Relationship Id="rId100" Type="http://schemas.openxmlformats.org/officeDocument/2006/relationships/tags" Target="../tags/tag915.xml"/><Relationship Id="rId10" Type="http://schemas.openxmlformats.org/officeDocument/2006/relationships/tags" Target="../tags/tag826.xml"/><Relationship Id="rId1" Type="http://schemas.openxmlformats.org/officeDocument/2006/relationships/tags" Target="../tags/tag819.xml"/></Relationships>
</file>

<file path=ppt/slides/_rels/slide23.xml.rels><?xml version="1.0" encoding="UTF-8" standalone="yes"?>
<Relationships xmlns="http://schemas.openxmlformats.org/package/2006/relationships"><Relationship Id="rId9" Type="http://schemas.openxmlformats.org/officeDocument/2006/relationships/tags" Target="../tags/tag979.xml"/><Relationship Id="rId8" Type="http://schemas.openxmlformats.org/officeDocument/2006/relationships/tags" Target="../tags/tag978.xml"/><Relationship Id="rId7" Type="http://schemas.openxmlformats.org/officeDocument/2006/relationships/tags" Target="../tags/tag977.xml"/><Relationship Id="rId6" Type="http://schemas.openxmlformats.org/officeDocument/2006/relationships/tags" Target="../tags/tag976.xml"/><Relationship Id="rId5" Type="http://schemas.openxmlformats.org/officeDocument/2006/relationships/tags" Target="../tags/tag975.xml"/><Relationship Id="rId4" Type="http://schemas.openxmlformats.org/officeDocument/2006/relationships/tags" Target="../tags/tag974.xml"/><Relationship Id="rId3" Type="http://schemas.openxmlformats.org/officeDocument/2006/relationships/image" Target="../media/image25.png"/><Relationship Id="rId25" Type="http://schemas.openxmlformats.org/officeDocument/2006/relationships/slideLayout" Target="../slideLayouts/slideLayout57.xml"/><Relationship Id="rId24" Type="http://schemas.openxmlformats.org/officeDocument/2006/relationships/image" Target="../media/image37.png"/><Relationship Id="rId23" Type="http://schemas.openxmlformats.org/officeDocument/2006/relationships/tags" Target="../tags/tag990.xml"/><Relationship Id="rId22" Type="http://schemas.openxmlformats.org/officeDocument/2006/relationships/image" Target="../media/image40.png"/><Relationship Id="rId21" Type="http://schemas.openxmlformats.org/officeDocument/2006/relationships/image" Target="../media/image39.png"/><Relationship Id="rId20" Type="http://schemas.openxmlformats.org/officeDocument/2006/relationships/image" Target="../media/image38.png"/><Relationship Id="rId2" Type="http://schemas.openxmlformats.org/officeDocument/2006/relationships/tags" Target="../tags/tag973.xml"/><Relationship Id="rId19" Type="http://schemas.openxmlformats.org/officeDocument/2006/relationships/tags" Target="../tags/tag989.xml"/><Relationship Id="rId18" Type="http://schemas.openxmlformats.org/officeDocument/2006/relationships/tags" Target="../tags/tag988.xml"/><Relationship Id="rId17" Type="http://schemas.openxmlformats.org/officeDocument/2006/relationships/tags" Target="../tags/tag987.xml"/><Relationship Id="rId16" Type="http://schemas.openxmlformats.org/officeDocument/2006/relationships/tags" Target="../tags/tag986.xml"/><Relationship Id="rId15" Type="http://schemas.openxmlformats.org/officeDocument/2006/relationships/tags" Target="../tags/tag985.xml"/><Relationship Id="rId14" Type="http://schemas.openxmlformats.org/officeDocument/2006/relationships/tags" Target="../tags/tag984.xml"/><Relationship Id="rId13" Type="http://schemas.openxmlformats.org/officeDocument/2006/relationships/tags" Target="../tags/tag983.xml"/><Relationship Id="rId12" Type="http://schemas.openxmlformats.org/officeDocument/2006/relationships/tags" Target="../tags/tag982.xml"/><Relationship Id="rId11" Type="http://schemas.openxmlformats.org/officeDocument/2006/relationships/tags" Target="../tags/tag981.xml"/><Relationship Id="rId10" Type="http://schemas.openxmlformats.org/officeDocument/2006/relationships/tags" Target="../tags/tag980.xml"/><Relationship Id="rId1" Type="http://schemas.openxmlformats.org/officeDocument/2006/relationships/tags" Target="../tags/tag9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6.vml"/><Relationship Id="rId3" Type="http://schemas.openxmlformats.org/officeDocument/2006/relationships/slideLayout" Target="../slideLayouts/slideLayout65.xml"/><Relationship Id="rId2" Type="http://schemas.openxmlformats.org/officeDocument/2006/relationships/image" Target="../media/image41.e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3.xml"/><Relationship Id="rId1" Type="http://schemas.openxmlformats.org/officeDocument/2006/relationships/hyperlink" Target="https://onebox.huawei.com/p/9deb95a904ed5bfd14d33bdddd54310c" TargetMode="Externa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5.xml"/><Relationship Id="rId2" Type="http://schemas.openxmlformats.org/officeDocument/2006/relationships/image" Target="../media/image42.wmf"/><Relationship Id="rId1" Type="http://schemas.openxmlformats.org/officeDocument/2006/relationships/package" Target="../embeddings/Workbook4.xls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5.xml"/><Relationship Id="rId4" Type="http://schemas.openxmlformats.org/officeDocument/2006/relationships/image" Target="../media/image45.emf"/><Relationship Id="rId3" Type="http://schemas.openxmlformats.org/officeDocument/2006/relationships/package" Target="../embeddings/Document3.docx"/><Relationship Id="rId2" Type="http://schemas.openxmlformats.org/officeDocument/2006/relationships/image" Target="../media/image44.emf"/><Relationship Id="rId1" Type="http://schemas.openxmlformats.org/officeDocument/2006/relationships/package" Target="../embeddings/Document2.docx"/></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46.emf"/><Relationship Id="rId1" Type="http://schemas.openxmlformats.org/officeDocument/2006/relationships/package" Target="../embeddings/Workbook5.xlsx"/></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hyperlink" Target="https://w3.huawei.com/pdmcplus/#/workflowAssets/detail/zh_CN/14/BP0002838943/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kumimoji="1" lang="en-US" altLang="zh-CN" dirty="0"/>
              <a:t>Security Level:</a:t>
            </a:r>
            <a:endParaRPr lang="en-US" dirty="0"/>
          </a:p>
          <a:p>
            <a:endParaRPr lang="en-US" dirty="0"/>
          </a:p>
        </p:txBody>
      </p:sp>
      <p:sp>
        <p:nvSpPr>
          <p:cNvPr id="8" name="矩形 7"/>
          <p:cNvSpPr/>
          <p:nvPr/>
        </p:nvSpPr>
        <p:spPr>
          <a:xfrm>
            <a:off x="687517" y="3984602"/>
            <a:ext cx="4035048" cy="1476375"/>
          </a:xfrm>
          <a:prstGeom prst="rect">
            <a:avLst/>
          </a:prstGeom>
          <a:effectLst>
            <a:outerShdw blurRad="50800" dist="38100" dir="2700000" algn="tl" rotWithShape="0">
              <a:prstClr val="black">
                <a:alpha val="40000"/>
              </a:prstClr>
            </a:outerShdw>
          </a:effectLst>
        </p:spPr>
        <p:txBody>
          <a:bodyPr wrap="square">
            <a:spAutoFit/>
          </a:bodyPr>
          <a:lstStyle/>
          <a:p>
            <a:pPr eaLnBrk="1" hangingPunct="1"/>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姓名</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何维刚</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工号</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00614988</a:t>
            </a: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sym typeface="微软雅黑" panose="020B0503020204020204" pitchFamily="34" charset="-122"/>
              </a:rPr>
              <a:t>项目角色：项目经理</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日期：</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2026</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月</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sym typeface="微软雅黑" panose="020B0503020204020204" pitchFamily="34" charset="-122"/>
              </a:rPr>
              <a:t>代表处</a:t>
            </a:r>
            <a:r>
              <a:rPr lang="zh-CN" altLang="en-US"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：湖北代表处</a:t>
            </a:r>
            <a:endParaRPr lang="en-US" altLang="zh-CN"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3"/>
          <p:cNvSpPr txBox="1">
            <a:spLocks noChangeArrowheads="1"/>
          </p:cNvSpPr>
          <p:nvPr/>
        </p:nvSpPr>
        <p:spPr bwMode="auto">
          <a:xfrm>
            <a:off x="61617" y="1051607"/>
            <a:ext cx="11457905" cy="1813560"/>
          </a:xfrm>
          <a:prstGeom prst="rect">
            <a:avLst/>
          </a:prstGeom>
          <a:noFill/>
          <a:ln w="9525">
            <a:noFill/>
            <a:miter lim="800000"/>
          </a:ln>
          <a:effectLst>
            <a:outerShdw blurRad="50800" dist="38100" dir="5400000" algn="t" rotWithShape="0">
              <a:prstClr val="black">
                <a:alpha val="40000"/>
              </a:prstClr>
            </a:outerShdw>
          </a:effectLst>
        </p:spPr>
        <p:txBody>
          <a:bodyPr wrap="square" lIns="91361" tIns="45680" rIns="91361" bIns="45680">
            <a:spAutoFit/>
          </a:bodyPr>
          <a:lstStyle>
            <a:defPPr>
              <a:defRPr lang="zh-CN"/>
            </a:defPPr>
            <a:lvl1pPr algn="r" eaLnBrk="1" hangingPunct="1">
              <a:defRPr sz="4400">
                <a:solidFill>
                  <a:schemeClr val="bg1"/>
                </a:solidFill>
                <a:latin typeface="微软雅黑" panose="020B0503020204020204" pitchFamily="34" charset="-122"/>
                <a:ea typeface="微软雅黑" panose="020B0503020204020204" pitchFamily="34" charset="-122"/>
                <a:cs typeface="Arial" panose="02080604020202020204" pitchFamily="34" charset="0"/>
              </a:defRPr>
            </a:lvl1pPr>
          </a:lstStyle>
          <a:p>
            <a:pPr algn="ctr"/>
            <a:r>
              <a:rPr kumimoji="1" lang="zh-CN" altLang="en-US" dirty="0">
                <a:solidFill>
                  <a:schemeClr val="tx1"/>
                </a:solidFill>
                <a:sym typeface="+mn-ea"/>
              </a:rPr>
              <a:t>武汉公共数智底座项目</a:t>
            </a:r>
            <a:endParaRPr kumimoji="1" lang="zh-CN" altLang="en-US" b="1" kern="1200" dirty="0">
              <a:solidFill>
                <a:schemeClr val="tx1"/>
              </a:solidFill>
              <a:latin typeface="+mj-ea"/>
              <a:ea typeface="黑体" pitchFamily="2" charset="-122"/>
              <a:cs typeface="Arial" panose="02080604020202020204" pitchFamily="34" charset="0"/>
              <a:sym typeface="+mn-ea"/>
            </a:endParaRPr>
          </a:p>
          <a:p>
            <a:pPr algn="ctr"/>
            <a:r>
              <a:rPr lang="zh-CN" altLang="en-US" sz="4000" b="1" dirty="0">
                <a:solidFill>
                  <a:schemeClr val="tx1"/>
                </a:solidFill>
              </a:rPr>
              <a:t>项目评审点决策（</a:t>
            </a:r>
            <a:r>
              <a:rPr lang="en-US" altLang="zh-CN" sz="4000" b="1" dirty="0">
                <a:solidFill>
                  <a:schemeClr val="tx1"/>
                </a:solidFill>
              </a:rPr>
              <a:t>DRB</a:t>
            </a:r>
            <a:r>
              <a:rPr lang="zh-CN" altLang="en-US" sz="4000" b="1" dirty="0">
                <a:solidFill>
                  <a:schemeClr val="tx1"/>
                </a:solidFill>
              </a:rPr>
              <a:t>）</a:t>
            </a:r>
            <a:endParaRPr lang="en-US" altLang="zh-CN" b="1" dirty="0">
              <a:solidFill>
                <a:schemeClr val="tx1"/>
              </a:solidFill>
            </a:endParaRPr>
          </a:p>
          <a:p>
            <a:pPr algn="ctr"/>
            <a:r>
              <a:rPr lang="en-US" altLang="zh-CN" sz="2800" b="1" dirty="0">
                <a:solidFill>
                  <a:schemeClr val="tx1"/>
                </a:solidFill>
              </a:rPr>
              <a:t>---</a:t>
            </a:r>
            <a:r>
              <a:rPr lang="zh-CN" altLang="en-US" sz="2800" b="1" dirty="0">
                <a:solidFill>
                  <a:schemeClr val="tx1"/>
                </a:solidFill>
              </a:rPr>
              <a:t>适用于</a:t>
            </a:r>
            <a:r>
              <a:rPr lang="en-US" altLang="zh-CN" sz="2800" b="1" dirty="0">
                <a:solidFill>
                  <a:schemeClr val="tx1"/>
                </a:solidFill>
              </a:rPr>
              <a:t>AI</a:t>
            </a:r>
            <a:r>
              <a:rPr lang="zh-CN" altLang="en-US" sz="2800" b="1" dirty="0">
                <a:solidFill>
                  <a:schemeClr val="tx1"/>
                </a:solidFill>
              </a:rPr>
              <a:t>算力平台项目</a:t>
            </a:r>
            <a:endParaRPr lang="zh-CN" altLang="en-US" sz="28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p:cNvSpPr txBox="1">
            <a:spLocks noChangeArrowheads="1"/>
          </p:cNvSpPr>
          <p:nvPr/>
        </p:nvSpPr>
        <p:spPr bwMode="auto">
          <a:xfrm>
            <a:off x="776446" y="967403"/>
            <a:ext cx="10285031" cy="4461833"/>
          </a:xfrm>
          <a:prstGeom prst="rect">
            <a:avLst/>
          </a:prstGeom>
          <a:noFill/>
          <a:ln w="9525">
            <a:solidFill>
              <a:schemeClr val="bg1"/>
            </a:solidFill>
            <a:miter lim="800000"/>
          </a:ln>
        </p:spPr>
        <p:txBody>
          <a:bodyPr wrap="square" lIns="78330" tIns="39165" rIns="78330" bIns="39165">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a:lnSpc>
                <a:spcPct val="150000"/>
              </a:lnSpc>
              <a:buClrTx/>
              <a:buSzTx/>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入口条件：</a:t>
            </a:r>
            <a:endPar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a:p>
            <a:pPr>
              <a:lnSpc>
                <a:spcPct val="150000"/>
              </a:lnSpc>
              <a:buClrTx/>
              <a:buSzTx/>
              <a:buFontTx/>
              <a:buNone/>
            </a:pP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        见附件</a:t>
            </a: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FontTx/>
              <a:buNone/>
            </a:pPr>
            <a:endPar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a:p>
            <a:pPr>
              <a:lnSpc>
                <a:spcPct val="150000"/>
              </a:lnSpc>
              <a:buClrTx/>
              <a:buSzTx/>
              <a:buFontTx/>
              <a:buNone/>
            </a:pP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审时间点：</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所有满足</a:t>
            </a:r>
            <a:r>
              <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DRB</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评审入口条件要求的项目，必须在</a:t>
            </a:r>
            <a:r>
              <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ATB</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决策前或提交商务特价决策申请前完成。</a:t>
            </a: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FontTx/>
              <a:buNone/>
            </a:pP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None/>
            </a:pPr>
            <a:r>
              <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PDRT</a:t>
            </a: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会议安排：</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地区部评审会在每</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周二、周四</a:t>
            </a:r>
            <a:r>
              <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 </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周一、周三下午四点前</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提交电子流且材料合格方可上会。</a:t>
            </a: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None/>
            </a:pP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None/>
            </a:pPr>
            <a:r>
              <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DRB</a:t>
            </a: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申请：</a:t>
            </a:r>
            <a:r>
              <a:rPr lang="zh-CN" altLang="en-US"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电子流地区部秘书初评：刘秋月 </a:t>
            </a:r>
            <a:r>
              <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84225253</a:t>
            </a: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None/>
            </a:pPr>
            <a:endParaRPr lang="en-US" altLang="zh-CN" sz="1600" b="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ClrTx/>
              <a:buSzTx/>
              <a:buFontTx/>
              <a:buNone/>
            </a:pPr>
            <a:r>
              <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DRB</a:t>
            </a: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电子流申请如下：</a:t>
            </a:r>
            <a:r>
              <a:rPr lang="en-US" altLang="zh-CN" sz="1600" b="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hlinkClick r:id="rId1"/>
              </a:rPr>
              <a:t>https://app.huawei.com/eisdp/project/#/DrxManage</a:t>
            </a:r>
            <a:endParaRPr lang="en-US" altLang="zh-CN" sz="1600" b="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a:p>
            <a:pPr>
              <a:lnSpc>
                <a:spcPct val="150000"/>
              </a:lnSpc>
              <a:buClrTx/>
              <a:buSzTx/>
              <a:buFontTx/>
              <a:buNone/>
            </a:pPr>
            <a:endParaRPr lang="en-US" altLang="zh-CN"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hlinkClick r:id="rId2"/>
            </a:endParaRPr>
          </a:p>
          <a:p>
            <a:pPr>
              <a:lnSpc>
                <a:spcPct val="130000"/>
              </a:lnSpc>
              <a:buClrTx/>
              <a:buSzTx/>
              <a:buFontTx/>
              <a:buNone/>
            </a:pPr>
            <a:r>
              <a:rPr lang="en-US" altLang="zh-CN" sz="1600" dirty="0">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操作指导</a:t>
            </a:r>
            <a:r>
              <a:rPr lang="zh-CN" altLang="en-US" sz="1600" dirty="0">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a:t>
            </a:r>
            <a:r>
              <a:rPr lang="en-US" altLang="zh-CN" sz="1600" b="0"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hlinkClick r:id="rId3"/>
              </a:rPr>
              <a:t>http://3ms.huawei.com/km/groups/1004371/blogs/details/6550873?l=zh-cn</a:t>
            </a:r>
            <a:endParaRPr lang="en-US" altLang="zh-CN" sz="1600" b="0"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p:txBody>
      </p:sp>
      <p:sp>
        <p:nvSpPr>
          <p:cNvPr id="5" name="标题 1"/>
          <p:cNvSpPr>
            <a:spLocks noGrp="1"/>
          </p:cNvSpPr>
          <p:nvPr>
            <p:ph type="title" idx="4294967295"/>
          </p:nvPr>
        </p:nvSpPr>
        <p:spPr>
          <a:xfrm>
            <a:off x="0" y="196850"/>
            <a:ext cx="7632700" cy="431800"/>
          </a:xfrm>
          <a:prstGeom prst="rect">
            <a:avLst/>
          </a:prstGeom>
        </p:spPr>
        <p:txBody>
          <a:bodyPr/>
          <a:lstStyle/>
          <a:p>
            <a:pPr>
              <a:defRPr/>
            </a:pPr>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DRB</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评审要求</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graphicFrame>
        <p:nvGraphicFramePr>
          <p:cNvPr id="2" name="对象 1"/>
          <p:cNvGraphicFramePr>
            <a:graphicFrameLocks noChangeAspect="1"/>
          </p:cNvGraphicFramePr>
          <p:nvPr/>
        </p:nvGraphicFramePr>
        <p:xfrm>
          <a:off x="3663307" y="1399588"/>
          <a:ext cx="914400" cy="787400"/>
        </p:xfrm>
        <a:graphic>
          <a:graphicData uri="http://schemas.openxmlformats.org/presentationml/2006/ole">
            <mc:AlternateContent xmlns:mc="http://schemas.openxmlformats.org/markup-compatibility/2006">
              <mc:Choice xmlns:v="urn:schemas-microsoft-com:vml" Requires="v">
                <p:oleObj spid="_x0000_s3491" name="Document" showAsIcon="1" r:id="rId4" imgW="696595" imgH="600075" progId="Word.Document.12">
                  <p:embed/>
                </p:oleObj>
              </mc:Choice>
              <mc:Fallback>
                <p:oleObj name="Document" showAsIcon="1" r:id="rId4" imgW="696595" imgH="600075" progId="Word.Document.12">
                  <p:embed/>
                  <p:pic>
                    <p:nvPicPr>
                      <p:cNvPr id="0" name="图片 3458"/>
                      <p:cNvPicPr/>
                      <p:nvPr/>
                    </p:nvPicPr>
                    <p:blipFill>
                      <a:blip r:embed="rId5"/>
                      <a:stretch>
                        <a:fillRect/>
                      </a:stretch>
                    </p:blipFill>
                    <p:spPr>
                      <a:xfrm>
                        <a:off x="3663307" y="1399588"/>
                        <a:ext cx="914400" cy="787400"/>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标题 1"/>
          <p:cNvSpPr>
            <a:spLocks noGrp="1"/>
          </p:cNvSpPr>
          <p:nvPr>
            <p:ph type="title" idx="4294967295"/>
          </p:nvPr>
        </p:nvSpPr>
        <p:spPr>
          <a:xfrm>
            <a:off x="0" y="192088"/>
            <a:ext cx="5640388" cy="433387"/>
          </a:xfrm>
          <a:prstGeom prst="rect">
            <a:avLst/>
          </a:prstGeom>
          <a:noFill/>
          <a:ln w="9525">
            <a:noFill/>
            <a:miter lim="800000"/>
          </a:ln>
        </p:spPr>
        <p:txBody>
          <a:bodyPr vert="horz" wrap="square" lIns="91361" tIns="45680" rIns="91361" bIns="45680" numCol="1" anchor="ctr" anchorCtr="0" compatLnSpc="1"/>
          <a:lstStyle/>
          <a:p>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DRB</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决策输入件</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graphicFrame>
        <p:nvGraphicFramePr>
          <p:cNvPr id="12" name="表格 11"/>
          <p:cNvGraphicFramePr>
            <a:graphicFrameLocks noGrp="1"/>
          </p:cNvGraphicFramePr>
          <p:nvPr/>
        </p:nvGraphicFramePr>
        <p:xfrm>
          <a:off x="194470" y="1127277"/>
          <a:ext cx="11817238" cy="5227580"/>
        </p:xfrm>
        <a:graphic>
          <a:graphicData uri="http://schemas.openxmlformats.org/drawingml/2006/table">
            <a:tbl>
              <a:tblPr/>
              <a:tblGrid>
                <a:gridCol w="3792267"/>
                <a:gridCol w="4189790"/>
                <a:gridCol w="3835181"/>
              </a:tblGrid>
              <a:tr h="502538">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DRB</a:t>
                      </a:r>
                      <a:r>
                        <a:rPr kumimoji="0" lang="zh-CN" altLang="en-US" sz="14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决策输入件</a:t>
                      </a:r>
                      <a:endParaRPr kumimoji="0" lang="zh-CN" altLang="en-US" sz="14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完成情况</a:t>
                      </a:r>
                      <a:endParaRPr kumimoji="0" lang="zh-CN" altLang="en-US" sz="1400" b="0"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说明</a:t>
                      </a:r>
                      <a:endParaRPr kumimoji="0" lang="zh-CN" altLang="en-US" sz="1400" b="0"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0000"/>
                    </a:solidFill>
                  </a:tcPr>
                </a:tc>
              </a:tr>
              <a:tr h="479372">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DTRB</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评审结论</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详见</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PPT</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提供</a:t>
                      </a:r>
                      <a:r>
                        <a:rPr kumimoji="0" lang="en-US" altLang="zh-CN"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DTRB</a:t>
                      </a:r>
                      <a:r>
                        <a:rPr kumimoji="0" lang="zh-CN" altLang="en-US"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系统发布的结论邮件或截图</a:t>
                      </a:r>
                      <a:endParaRPr kumimoji="0" lang="en-US" altLang="zh-CN"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5981">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专业服务解决方案（服务销售</a:t>
                      </a: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item BOQ</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详见</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PPT</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rPr>
                        <a:t>如果有相关材料，请提供附件</a:t>
                      </a:r>
                      <a:endPar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7663">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项目交付方案（交付</a:t>
                      </a: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SOW,</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供应链，外包，验收，集成计划等）</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54" marR="78354" marT="39177" marB="3917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详见</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PPT</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rPr>
                        <a:t>如果有相关材料，请提供附件</a:t>
                      </a:r>
                      <a:endPar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93458">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项目投标支撑文档（标书）</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尚未组织投标</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rPr>
                        <a:t>如果有相关材料，请提供附件</a:t>
                      </a:r>
                      <a:endPar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89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DRX  </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评审</a:t>
                      </a: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checklist</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表</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按照</a:t>
                      </a:r>
                      <a:r>
                        <a:rPr kumimoji="0" lang="en-US" altLang="zh-CN"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en-US" altLang="zh-CN" sz="1200" b="1" i="1" u="none" strike="noStrike" kern="1200" cap="none" normalizeH="0" baseline="0" dirty="0" err="1">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DRx</a:t>
                      </a:r>
                      <a:r>
                        <a:rPr kumimoji="0" lang="zh-CN" altLang="en-US"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评审</a:t>
                      </a:r>
                      <a:r>
                        <a:rPr kumimoji="0" lang="en-US" altLang="zh-CN"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checklist》</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填写</a:t>
                      </a:r>
                      <a:r>
                        <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zh-CN" altLang="en-US" sz="1200" b="0" i="0" u="none" strike="noStrike" kern="1200" cap="none" normalizeH="0" baseline="0" dirty="0">
                          <a:ln>
                            <a:noFill/>
                          </a:ln>
                          <a:solidFill>
                            <a:srgbClr val="3333FF"/>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需按刷新后的</a:t>
                      </a:r>
                      <a:r>
                        <a:rPr kumimoji="0" lang="en-US" altLang="zh-CN" sz="1200" b="0" i="0" u="none" strike="noStrike" kern="1200" cap="none" normalizeH="0" baseline="0" dirty="0">
                          <a:ln>
                            <a:noFill/>
                          </a:ln>
                          <a:solidFill>
                            <a:srgbClr val="3333FF"/>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Checklist</a:t>
                      </a:r>
                      <a:r>
                        <a:rPr kumimoji="0" lang="zh-CN" altLang="en-US" sz="12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并作附件进行上传，重点</a:t>
                      </a:r>
                      <a:r>
                        <a:rPr kumimoji="0" lang="zh-CN" altLang="en-US" sz="1200" b="0" i="0" u="none" strike="noStrike" cap="none" normalizeH="0" baseline="0" dirty="0">
                          <a:ln>
                            <a:noFill/>
                          </a:ln>
                          <a:solidFill>
                            <a:srgbClr val="3333FF"/>
                          </a:solidFill>
                          <a:effectLst/>
                          <a:latin typeface="微软雅黑" panose="020B0503020204020204" pitchFamily="34" charset="-122"/>
                          <a:ea typeface="微软雅黑" panose="020B0503020204020204" pitchFamily="34" charset="-122"/>
                          <a:sym typeface="微软雅黑" panose="020B0503020204020204" pitchFamily="34" charset="-122"/>
                        </a:rPr>
                        <a:t>算力平台场景可交付性评审</a:t>
                      </a:r>
                      <a:r>
                        <a:rPr kumimoji="0" lang="en-US" altLang="zh-CN" sz="1200" b="0" i="0" u="none" strike="noStrike" cap="none" normalizeH="0" baseline="0" dirty="0">
                          <a:ln>
                            <a:noFill/>
                          </a:ln>
                          <a:solidFill>
                            <a:srgbClr val="3333FF"/>
                          </a:solidFill>
                          <a:effectLst/>
                          <a:latin typeface="微软雅黑" panose="020B0503020204020204" pitchFamily="34" charset="-122"/>
                          <a:ea typeface="微软雅黑" panose="020B0503020204020204" pitchFamily="34" charset="-122"/>
                          <a:sym typeface="微软雅黑" panose="020B0503020204020204" pitchFamily="34" charset="-122"/>
                        </a:rPr>
                        <a:t>Checklist</a:t>
                      </a:r>
                      <a:endParaRPr kumimoji="0" lang="zh-CN" altLang="en-US" sz="1200" b="0" i="0" u="none" strike="noStrike" cap="none" normalizeH="0" baseline="0" dirty="0">
                        <a:ln>
                          <a:noFill/>
                        </a:ln>
                        <a:solidFill>
                          <a:srgbClr val="3333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89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运维运营方案</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不涉及</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89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BCM</a:t>
                      </a: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评估结论</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不涉及</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89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项目关键假设</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提供假设责任人承诺跟踪闭环假设</a:t>
                      </a:r>
                      <a:r>
                        <a:rPr kumimoji="0" lang="zh-CN" altLang="en-US"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承诺签字扫描件</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或</a:t>
                      </a:r>
                      <a:r>
                        <a:rPr kumimoji="0" lang="zh-CN" altLang="en-US"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确认邮件</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，并作为附件进行上载；</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289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项目交付风险</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按照</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风险评估表</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2.0》</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对风险准备进行进行</a:t>
                      </a:r>
                      <a:r>
                        <a:rPr kumimoji="0" lang="zh-CN" altLang="en-US" sz="1200" b="1" i="1"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量化</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，并上传风险评估表；</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78340" marR="78340" marT="39170" marB="391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 name="对象 2"/>
          <p:cNvGraphicFramePr>
            <a:graphicFrameLocks noChangeAspect="1"/>
          </p:cNvGraphicFramePr>
          <p:nvPr/>
        </p:nvGraphicFramePr>
        <p:xfrm>
          <a:off x="5786692" y="5659628"/>
          <a:ext cx="914400" cy="787400"/>
        </p:xfrm>
        <a:graphic>
          <a:graphicData uri="http://schemas.openxmlformats.org/presentationml/2006/ole">
            <mc:AlternateContent xmlns:mc="http://schemas.openxmlformats.org/markup-compatibility/2006">
              <mc:Choice xmlns:v="urn:schemas-microsoft-com:vml" Requires="v">
                <p:oleObj spid="_x0000_s10658" name="Worksheet" showAsIcon="1" r:id="rId1" imgW="1371600" imgH="1181100" progId="Excel.Sheet.12">
                  <p:embed/>
                </p:oleObj>
              </mc:Choice>
              <mc:Fallback>
                <p:oleObj name="Worksheet" showAsIcon="1" r:id="rId1" imgW="1371600" imgH="1181100" progId="Excel.Sheet.12">
                  <p:embed/>
                  <p:pic>
                    <p:nvPicPr>
                      <p:cNvPr id="0" name="图片 10595"/>
                      <p:cNvPicPr/>
                      <p:nvPr/>
                    </p:nvPicPr>
                    <p:blipFill>
                      <a:blip r:embed="rId2"/>
                      <a:stretch>
                        <a:fillRect/>
                      </a:stretch>
                    </p:blipFill>
                    <p:spPr>
                      <a:xfrm>
                        <a:off x="5786692" y="5659628"/>
                        <a:ext cx="914400" cy="787400"/>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5424144" y="3822700"/>
          <a:ext cx="914400" cy="787400"/>
        </p:xfrm>
        <a:graphic>
          <a:graphicData uri="http://schemas.openxmlformats.org/presentationml/2006/ole">
            <mc:AlternateContent xmlns:mc="http://schemas.openxmlformats.org/markup-compatibility/2006">
              <mc:Choice xmlns:v="urn:schemas-microsoft-com:vml" Requires="v">
                <p:oleObj spid="_x0000_s10659" name="包装程序外壳对象" showAsIcon="1" r:id="rId3" imgW="696595" imgH="600075" progId="Package">
                  <p:embed/>
                </p:oleObj>
              </mc:Choice>
              <mc:Fallback>
                <p:oleObj name="包装程序外壳对象" showAsIcon="1" r:id="rId3" imgW="696595" imgH="600075" progId="Package">
                  <p:embed/>
                  <p:pic>
                    <p:nvPicPr>
                      <p:cNvPr id="0" name="图片 10596"/>
                      <p:cNvPicPr/>
                      <p:nvPr/>
                    </p:nvPicPr>
                    <p:blipFill>
                      <a:blip r:embed="rId4"/>
                      <a:stretch>
                        <a:fillRect/>
                      </a:stretch>
                    </p:blipFill>
                    <p:spPr>
                      <a:xfrm>
                        <a:off x="5424144" y="3822700"/>
                        <a:ext cx="914400" cy="7874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advClick="0" advTm="8000"/>
    </mc:Choice>
    <mc:Fallback>
      <p:transition advClick="0" advTm="8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7522330" y="5320863"/>
            <a:ext cx="4515699" cy="738664"/>
          </a:xfrm>
          <a:prstGeom prst="rect">
            <a:avLst/>
          </a:prstGeom>
          <a:noFill/>
        </p:spPr>
        <p:txBody>
          <a:bodyPr wrap="square" lIns="0" tIns="0" rIns="0" bIns="0" rtlCol="0">
            <a:spAutoFit/>
          </a:bodyPr>
          <a:lstStyle/>
          <a:p>
            <a:pPr algn="l"/>
            <a:r>
              <a:rPr kumimoji="1" lang="zh-CN" altLang="en-US" sz="1200" dirty="0">
                <a:solidFill>
                  <a:srgbClr val="FF0000"/>
                </a:solidFill>
                <a:latin typeface="微软雅黑" panose="020B0503020204020204" pitchFamily="34" charset="-122"/>
                <a:ea typeface="微软雅黑" panose="020B0503020204020204" pitchFamily="34" charset="-122"/>
              </a:rPr>
              <a:t>裁剪规则说明：</a:t>
            </a:r>
            <a:endParaRPr kumimoji="1" lang="en-US" altLang="zh-CN" sz="1200" dirty="0">
              <a:solidFill>
                <a:srgbClr val="FF0000"/>
              </a:solidFill>
              <a:latin typeface="微软雅黑" panose="020B0503020204020204" pitchFamily="34" charset="-122"/>
              <a:ea typeface="微软雅黑" panose="020B0503020204020204" pitchFamily="34" charset="-122"/>
            </a:endParaRPr>
          </a:p>
          <a:p>
            <a:pPr marL="171450" indent="-171450">
              <a:buFont typeface="Arial" panose="02080604020202020204" pitchFamily="34" charset="0"/>
              <a:buChar char="•"/>
            </a:pPr>
            <a:r>
              <a:rPr kumimoji="1" lang="zh-CN" altLang="en-US" sz="1200" dirty="0">
                <a:solidFill>
                  <a:srgbClr val="3333FF"/>
                </a:solidFill>
                <a:latin typeface="微软雅黑" panose="020B0503020204020204" pitchFamily="34" charset="-122"/>
                <a:ea typeface="微软雅黑" panose="020B0503020204020204" pitchFamily="34" charset="-122"/>
              </a:rPr>
              <a:t>对于</a:t>
            </a:r>
            <a:r>
              <a:rPr kumimoji="1" lang="en-US" altLang="zh-CN" sz="1200" dirty="0">
                <a:solidFill>
                  <a:srgbClr val="3333FF"/>
                </a:solidFill>
                <a:latin typeface="微软雅黑" panose="020B0503020204020204" pitchFamily="34" charset="-122"/>
                <a:ea typeface="微软雅黑" panose="020B0503020204020204" pitchFamily="34" charset="-122"/>
              </a:rPr>
              <a:t>AI</a:t>
            </a:r>
            <a:r>
              <a:rPr kumimoji="1" lang="zh-CN" altLang="en-US" sz="1200" dirty="0">
                <a:solidFill>
                  <a:srgbClr val="3333FF"/>
                </a:solidFill>
                <a:latin typeface="微软雅黑" panose="020B0503020204020204" pitchFamily="34" charset="-122"/>
                <a:ea typeface="微软雅黑" panose="020B0503020204020204" pitchFamily="34" charset="-122"/>
              </a:rPr>
              <a:t>节点</a:t>
            </a:r>
            <a:r>
              <a:rPr kumimoji="1" lang="en-US" altLang="zh-CN" sz="1200" dirty="0">
                <a:solidFill>
                  <a:srgbClr val="3333FF"/>
                </a:solidFill>
                <a:latin typeface="微软雅黑" panose="020B0503020204020204" pitchFamily="34" charset="-122"/>
                <a:ea typeface="微软雅黑" panose="020B0503020204020204" pitchFamily="34" charset="-122"/>
              </a:rPr>
              <a:t>(A+K/A+X )</a:t>
            </a:r>
            <a:r>
              <a:rPr kumimoji="1" lang="zh-CN" altLang="en-US" sz="1200" dirty="0">
                <a:solidFill>
                  <a:srgbClr val="3333FF"/>
                </a:solidFill>
                <a:latin typeface="微软雅黑" panose="020B0503020204020204" pitchFamily="34" charset="-122"/>
                <a:ea typeface="微软雅黑" panose="020B0503020204020204" pitchFamily="34" charset="-122"/>
              </a:rPr>
              <a:t>这类简单交付场景，不涉及解决方案评审的，可裁剪或标注不涉及</a:t>
            </a:r>
            <a:endParaRPr kumimoji="1" lang="en-US" altLang="zh-CN" sz="1200" dirty="0">
              <a:solidFill>
                <a:srgbClr val="3333FF"/>
              </a:solidFill>
              <a:latin typeface="微软雅黑" panose="020B0503020204020204" pitchFamily="34" charset="-122"/>
              <a:ea typeface="微软雅黑" panose="020B0503020204020204" pitchFamily="34" charset="-122"/>
            </a:endParaRPr>
          </a:p>
          <a:p>
            <a:pPr marL="171450" indent="-171450" algn="l">
              <a:buFont typeface="Arial" panose="02080604020202020204" pitchFamily="34" charset="0"/>
              <a:buChar char="•"/>
            </a:pPr>
            <a:r>
              <a:rPr kumimoji="1" lang="zh-CN" altLang="en-US" sz="1200" dirty="0">
                <a:solidFill>
                  <a:srgbClr val="3333FF"/>
                </a:solidFill>
                <a:latin typeface="微软雅黑" panose="020B0503020204020204" pitchFamily="34" charset="-122"/>
                <a:ea typeface="微软雅黑" panose="020B0503020204020204" pitchFamily="34" charset="-122"/>
              </a:rPr>
              <a:t>项目范围不涉及运营运维的，对应章节可裁剪或标注不涉及</a:t>
            </a:r>
            <a:endParaRPr kumimoji="1" lang="zh-CN" altLang="en-US" sz="1200" dirty="0">
              <a:solidFill>
                <a:srgbClr val="3333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94310" y="873760"/>
          <a:ext cx="11769090" cy="5424805"/>
        </p:xfrm>
        <a:graphic>
          <a:graphicData uri="http://schemas.openxmlformats.org/drawingml/2006/table">
            <a:tbl>
              <a:tblPr/>
              <a:tblGrid>
                <a:gridCol w="1113790"/>
                <a:gridCol w="2582545"/>
                <a:gridCol w="1524000"/>
                <a:gridCol w="3032760"/>
                <a:gridCol w="1315085"/>
                <a:gridCol w="2200910"/>
              </a:tblGrid>
              <a:tr h="36639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项目名称</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defRPr/>
                      </a:pPr>
                      <a:r>
                        <a:rPr kumimoji="1" lang="zh-CN" altLang="en-US" sz="1000" dirty="0">
                          <a:solidFill>
                            <a:schemeClr val="tx1"/>
                          </a:solidFill>
                          <a:cs typeface="Arial" panose="02080604020202020204" pitchFamily="34" charset="0"/>
                          <a:sym typeface="+mn-ea"/>
                        </a:rPr>
                        <a:t>武汉公共数智底座项目</a:t>
                      </a:r>
                      <a:endParaRPr kumimoji="1" lang="zh-CN" altLang="en-US" sz="1000" b="1" kern="1200" dirty="0">
                        <a:solidFill>
                          <a:schemeClr val="tx1"/>
                        </a:solidFill>
                        <a:latin typeface="+mj-ea"/>
                        <a:ea typeface="黑体" pitchFamily="2" charset="-122"/>
                        <a:cs typeface="Arial" panose="02080604020202020204" pitchFamily="34" charset="0"/>
                        <a:sym typeface="+mn-ea"/>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Proposal</a:t>
                      </a: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编码</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lang="en-US" altLang="zh-CN" sz="1000" dirty="0"/>
                        <a:t>PRO20260803100731</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系统部</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defRPr/>
                      </a:pPr>
                      <a:r>
                        <a:rPr lang="zh-CN" altLang="en-US" sz="1000" b="0" i="0" dirty="0">
                          <a:solidFill>
                            <a:srgbClr val="333333"/>
                          </a:solidFill>
                          <a:effectLst/>
                          <a:latin typeface="MicrosoftYaHei"/>
                        </a:rPr>
                        <a:t>政务一网通军团</a:t>
                      </a:r>
                      <a:r>
                        <a:rPr lang="en-US" altLang="zh-CN" sz="1000" b="0" i="0" dirty="0">
                          <a:solidFill>
                            <a:srgbClr val="333333"/>
                          </a:solidFill>
                          <a:effectLst/>
                          <a:latin typeface="MicrosoftYaHei"/>
                        </a:rPr>
                        <a:t>(L1)</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0210">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项目经理</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何维刚</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/00614988</a:t>
                      </a:r>
                      <a:endPar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交付场景</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AI</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算力平台</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签约模式</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渠道签约　</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322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是否涉及云平台</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是</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否</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云平台版本</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不涉及</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云平台运维模式</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不涉及</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rowSpan="4">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规模（万）</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rowSpan="2">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客户投资空间</a:t>
                      </a:r>
                      <a:endParaRPr kumimoji="0" lang="zh-CN" altLang="en-US" sz="11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亿</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进展情况</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最终客户是否发标</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是</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否</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3355">
                <a:tc vMerge="1">
                  <a:tcPr/>
                </a:tc>
                <a:tc vMerge="1">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华为预计签单时间</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2026.9</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1935">
                <a:tc vMerge="1">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华为参与空间</a:t>
                      </a:r>
                      <a:endParaRPr kumimoji="0" lang="zh-CN" altLang="en-US" sz="11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亿</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c vMerge="1">
                  <a:tcPr/>
                </a:tc>
              </a:tr>
              <a:tr h="400685">
                <a:tc vMerge="1">
                  <a:tcPr/>
                </a:tc>
                <a:tc vMerge="1">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华为预计发货时间</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　</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2026.9</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228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最终客户信息</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湖北省科技投资集团有限公司</a:t>
                      </a:r>
                      <a:endParaRPr kumimoji="0" lang="zh-CN"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48450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交付环境</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机房已经具备，代表处暂无相关交付经验</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61785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项目范围</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lvl="0" indent="0" defTabSz="802005" eaLnBrk="0" fontAlgn="ctr" hangingPunct="0">
                        <a:lnSpc>
                          <a:spcPct val="150000"/>
                        </a:lnSpc>
                        <a:buFontTx/>
                        <a:buNone/>
                        <a:defRPr/>
                      </a:pPr>
                      <a:r>
                        <a:rPr lang="zh-CN" altLang="en-US" sz="1000" b="0" dirty="0">
                          <a:ln>
                            <a:noFill/>
                          </a:ln>
                          <a:solidFill>
                            <a:srgbClr val="221815"/>
                          </a:solidFill>
                          <a:effectLst/>
                          <a:latin typeface="微软雅黑" panose="020B0503020204020204" pitchFamily="34" charset="-122"/>
                          <a:ea typeface="微软雅黑" panose="020B0503020204020204" pitchFamily="34" charset="-122"/>
                          <a:cs typeface="+mn-cs"/>
                          <a:sym typeface="+mn-ea"/>
                        </a:rPr>
                        <a:t>整个项目主要包含计算、网络、机房、交付实施等</a:t>
                      </a:r>
                      <a:r>
                        <a:rPr lang="en-US" altLang="zh-CN" sz="1000" b="0" dirty="0">
                          <a:ln>
                            <a:noFill/>
                          </a:ln>
                          <a:solidFill>
                            <a:srgbClr val="221815"/>
                          </a:solidFill>
                          <a:effectLst/>
                          <a:latin typeface="微软雅黑" panose="020B0503020204020204" pitchFamily="34" charset="-122"/>
                          <a:ea typeface="微软雅黑" panose="020B0503020204020204" pitchFamily="34" charset="-122"/>
                          <a:cs typeface="+mn-cs"/>
                          <a:sym typeface="+mn-ea"/>
                        </a:rPr>
                        <a:t>4</a:t>
                      </a:r>
                      <a:r>
                        <a:rPr lang="zh-CN" altLang="en-US" sz="1000" b="0" dirty="0">
                          <a:ln>
                            <a:noFill/>
                          </a:ln>
                          <a:solidFill>
                            <a:srgbClr val="221815"/>
                          </a:solidFill>
                          <a:effectLst/>
                          <a:latin typeface="微软雅黑" panose="020B0503020204020204" pitchFamily="34" charset="-122"/>
                          <a:ea typeface="微软雅黑" panose="020B0503020204020204" pitchFamily="34" charset="-122"/>
                          <a:cs typeface="+mn-cs"/>
                          <a:sym typeface="+mn-ea"/>
                        </a:rPr>
                        <a:t>个模块，以计算解决方案和设备为主导，其中华为可参与空间主要为计算、光模块、灵衢线缆、服务等，占项目规模约</a:t>
                      </a:r>
                      <a:r>
                        <a:rPr lang="en-US" altLang="zh-CN" sz="1000" b="0" dirty="0">
                          <a:ln>
                            <a:noFill/>
                          </a:ln>
                          <a:solidFill>
                            <a:srgbClr val="221815"/>
                          </a:solidFill>
                          <a:effectLst/>
                          <a:latin typeface="微软雅黑" panose="020B0503020204020204" pitchFamily="34" charset="-122"/>
                          <a:ea typeface="微软雅黑" panose="020B0503020204020204" pitchFamily="34" charset="-122"/>
                          <a:cs typeface="+mn-cs"/>
                          <a:sym typeface="+mn-ea"/>
                        </a:rPr>
                        <a:t>95%</a:t>
                      </a:r>
                      <a:r>
                        <a:rPr lang="zh-CN" altLang="en-US" sz="1000" b="0" dirty="0">
                          <a:ln>
                            <a:noFill/>
                          </a:ln>
                          <a:solidFill>
                            <a:srgbClr val="221815"/>
                          </a:solidFill>
                          <a:effectLst/>
                          <a:latin typeface="微软雅黑" panose="020B0503020204020204" pitchFamily="34" charset="-122"/>
                          <a:ea typeface="微软雅黑" panose="020B0503020204020204" pitchFamily="34" charset="-122"/>
                          <a:cs typeface="+mn-cs"/>
                          <a:sym typeface="+mn-ea"/>
                        </a:rPr>
                        <a:t>。</a:t>
                      </a:r>
                      <a:endParaRPr lang="zh-CN" altLang="en-US" sz="1000" b="0" dirty="0">
                        <a:ln>
                          <a:noFill/>
                        </a:ln>
                        <a:solidFill>
                          <a:srgbClr val="221815"/>
                        </a:solidFill>
                        <a:effectLst/>
                        <a:latin typeface="微软雅黑" panose="020B0503020204020204" pitchFamily="34" charset="-122"/>
                        <a:ea typeface="微软雅黑" panose="020B0503020204020204" pitchFamily="34" charset="-122"/>
                        <a:cs typeface="+mn-cs"/>
                        <a:sym typeface="+mn-ea"/>
                      </a:endParaRPr>
                    </a:p>
                    <a:p>
                      <a:pPr marL="0" lvl="0" indent="0" defTabSz="802005" eaLnBrk="0" fontAlgn="ctr" hangingPunct="0">
                        <a:lnSpc>
                          <a:spcPct val="150000"/>
                        </a:lnSpc>
                        <a:buFontTx/>
                        <a:buNone/>
                        <a:defRPr/>
                      </a:pPr>
                      <a:r>
                        <a:rPr lang="zh-CN" altLang="en-US"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本次</a:t>
                      </a:r>
                      <a:r>
                        <a:rPr lang="en-US" altLang="zh-CN"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DRB </a:t>
                      </a:r>
                      <a:r>
                        <a:rPr lang="zh-CN" altLang="en-US"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对应商务申请（单号：</a:t>
                      </a:r>
                      <a:r>
                        <a:rPr lang="en-US" altLang="zh-CN"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S2026082600125</a:t>
                      </a:r>
                      <a:r>
                        <a:rPr lang="zh-CN" altLang="en-US"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a:t>
                      </a:r>
                      <a:r>
                        <a:rPr lang="en-US" altLang="zh-CN"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16</a:t>
                      </a:r>
                      <a:r>
                        <a:rPr lang="zh-CN" altLang="en-US"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套</a:t>
                      </a:r>
                      <a:r>
                        <a:rPr lang="en-US" altLang="zh-CN"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1024 </a:t>
                      </a:r>
                      <a:r>
                        <a:rPr lang="zh-CN" altLang="en-US" sz="1000" b="1" dirty="0">
                          <a:ln>
                            <a:noFill/>
                          </a:ln>
                          <a:solidFill>
                            <a:srgbClr val="221815"/>
                          </a:solidFill>
                          <a:effectLst/>
                          <a:latin typeface="微软雅黑" panose="020B0503020204020204" pitchFamily="34" charset="-122"/>
                          <a:ea typeface="微软雅黑" panose="020B0503020204020204" pitchFamily="34" charset="-122"/>
                          <a:cs typeface="+mn-cs"/>
                          <a:sym typeface="+mn-ea"/>
                        </a:rPr>
                        <a:t>昇腾超节点范围</a:t>
                      </a:r>
                      <a:endParaRPr kumimoji="0" lang="en-US" altLang="zh-CN" sz="1000" b="1" i="0" u="none" strike="noStrike" kern="1200" cap="none" normalizeH="0" baseline="0" dirty="0">
                        <a:ln>
                          <a:noFill/>
                        </a:ln>
                        <a:solidFill>
                          <a:srgbClr val="221815"/>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ctr" latinLnBrk="0" hangingPunct="1">
                        <a:lnSpc>
                          <a:spcPct val="100000"/>
                        </a:lnSpc>
                        <a:spcBef>
                          <a:spcPct val="0"/>
                        </a:spcBef>
                        <a:spcAft>
                          <a:spcPct val="0"/>
                        </a:spcAft>
                        <a:buClrTx/>
                        <a:buSzTx/>
                        <a:buFontTx/>
                        <a:buNone/>
                      </a:pPr>
                      <a:endParaRPr kumimoji="0" lang="zh-CN" altLang="en-US" sz="10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61785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项目目标</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1" indent="457200" algn="l" defTabSz="913765" rtl="0" eaLnBrk="1" fontAlgn="auto" latinLnBrk="0" hangingPunct="1">
                        <a:lnSpc>
                          <a:spcPct val="200000"/>
                        </a:lnSpc>
                        <a:buClrTx/>
                        <a:buSzTx/>
                        <a:buFontTx/>
                        <a:buNone/>
                        <a:defRPr/>
                      </a:pP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1.2026</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年</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9</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月</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30</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日完成</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5</a:t>
                      </a:r>
                      <a:r>
                        <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首批</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12</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卡超节点智算集群部署，</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2026</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年</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12</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月</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31</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日完成整体</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1024</a:t>
                      </a:r>
                      <a:r>
                        <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卡超节点智算集群部署</a:t>
                      </a:r>
                      <a:endParaRPr kumimoji="0" lang="zh-CN"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endParaRPr>
                    </a:p>
                    <a:p>
                      <a:pPr marL="0" marR="0" lvl="1" indent="457200" algn="l" defTabSz="913765" rtl="0" eaLnBrk="1" fontAlgn="auto" latinLnBrk="0" hangingPunct="1">
                        <a:lnSpc>
                          <a:spcPct val="200000"/>
                        </a:lnSpc>
                        <a:buClrTx/>
                        <a:buSzTx/>
                        <a:buFontTx/>
                        <a:buNone/>
                        <a:defRPr/>
                      </a:pP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其余</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15</a:t>
                      </a:r>
                      <a:r>
                        <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套</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1024</a:t>
                      </a:r>
                      <a:r>
                        <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超节点具体交付计划待具体明确，预计</a:t>
                      </a:r>
                      <a:r>
                        <a:rPr kumimoji="0" lang="en-US" altLang="zh-CN"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27</a:t>
                      </a:r>
                      <a:r>
                        <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rPr>
                        <a:t>年完成</a:t>
                      </a:r>
                      <a:endParaRPr kumimoji="0" lang="zh-CN" altLang="en-US" sz="1000" b="1" i="0" u="none" strike="noStrike" kern="1200" cap="none" normalizeH="0" baseline="0" noProof="0" dirty="0">
                        <a:ln>
                          <a:noFill/>
                        </a:ln>
                        <a:solidFill>
                          <a:schemeClr val="tx1"/>
                        </a:solidFill>
                        <a:effectLst/>
                        <a:latin typeface="微软雅黑" panose="020B0503020204020204" pitchFamily="34" charset="-122"/>
                        <a:ea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49847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rPr>
                        <a:t>商业模式</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宋体" pitchFamily="2"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p>
                      <a:pPr marL="0" marR="0" lvl="0" indent="0" algn="l" defTabSz="914400" rtl="0" eaLnBrk="1" fontAlgn="ctr" latinLnBrk="0" hangingPunct="1">
                        <a:lnSpc>
                          <a:spcPct val="100000"/>
                        </a:lnSpc>
                        <a:spcBef>
                          <a:spcPct val="0"/>
                        </a:spcBef>
                        <a:spcAft>
                          <a:spcPct val="0"/>
                        </a:spcAft>
                        <a:buClrTx/>
                        <a:buSzTx/>
                        <a:buFontTx/>
                        <a:buNone/>
                      </a:pPr>
                      <a:r>
                        <a:rPr kumimoji="0" 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当前商务申请只涉及商务规模，暂未决策渠道通路</a:t>
                      </a:r>
                      <a:endParaRPr kumimoji="0" 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r h="40830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rPr>
                        <a:t>工期要求</a:t>
                      </a:r>
                      <a:endParaRPr kumimoji="0" lang="zh-CN" altLang="en-US" sz="11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gridSpan="5">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首批次</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512</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卡集群</a:t>
                      </a:r>
                      <a:r>
                        <a:rPr kumimoji="0" lang="en-US" altLang="zh-CN"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930</a:t>
                      </a:r>
                      <a:r>
                        <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点亮</a:t>
                      </a:r>
                      <a:endParaRPr kumimoji="0" lang="zh-CN" altLang="en-US" sz="1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162" marR="8162" marT="8162"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r>
            </a:tbl>
          </a:graphicData>
        </a:graphic>
      </p:graphicFrame>
      <p:sp>
        <p:nvSpPr>
          <p:cNvPr id="6" name="标题 1"/>
          <p:cNvSpPr>
            <a:spLocks noGrp="1"/>
          </p:cNvSpPr>
          <p:nvPr>
            <p:ph type="title" idx="4294967295"/>
          </p:nvPr>
        </p:nvSpPr>
        <p:spPr>
          <a:xfrm>
            <a:off x="0" y="204788"/>
            <a:ext cx="7956550" cy="379412"/>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项目背景及概况</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09550"/>
            <a:ext cx="2609850" cy="414338"/>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价值与主张</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nvSpPr>
        <p:spPr>
          <a:xfrm>
            <a:off x="134563" y="723050"/>
            <a:ext cx="6934200" cy="369332"/>
          </a:xfrm>
          <a:prstGeom prst="rect">
            <a:avLst/>
          </a:prstGeom>
          <a:noFill/>
        </p:spPr>
        <p:txBody>
          <a:bodyPr wrap="square" rtlCol="0">
            <a:spAutoFit/>
          </a:bodyPr>
          <a:lstStyle/>
          <a:p>
            <a:pPr defTabSz="914400" fontAlgn="base">
              <a:spcBef>
                <a:spcPct val="0"/>
              </a:spcBef>
              <a:spcAft>
                <a:spcPct val="0"/>
              </a:spcAft>
            </a:pPr>
            <a:r>
              <a:rPr lang="zh-CN" altLang="en-US"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客户的期望与收益，我们的项目能给客户带来什么价值</a:t>
            </a:r>
            <a:endParaRPr lang="zh-CN" altLang="en-US"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p:cNvSpPr txBox="1"/>
          <p:nvPr/>
        </p:nvSpPr>
        <p:spPr>
          <a:xfrm>
            <a:off x="692727" y="1958109"/>
            <a:ext cx="10261600" cy="3323590"/>
          </a:xfrm>
          <a:prstGeom prst="rect">
            <a:avLst/>
          </a:prstGeom>
          <a:noFill/>
        </p:spPr>
        <p:txBody>
          <a:bodyPr wrap="square" lIns="0" tIns="0" rIns="0" bIns="0" rtlCol="0">
            <a:spAutoFit/>
          </a:bodyPr>
          <a:lstStyle/>
          <a:p>
            <a:pPr marL="0" marR="0" lvl="1" indent="457200" algn="just" defTabSz="913765" rtl="0" eaLnBrk="1" fontAlgn="auto" latinLnBrk="0" hangingPunct="1">
              <a:lnSpc>
                <a:spcPct val="200000"/>
              </a:lnSpc>
              <a:buClrTx/>
              <a:buSzTx/>
              <a:buFontTx/>
              <a:buNone/>
              <a:defRPr/>
            </a:pPr>
            <a:r>
              <a:rPr lang="zh-CN" altLang="en-US" dirty="0">
                <a:solidFill>
                  <a:prstClr val="black"/>
                </a:solidFill>
                <a:latin typeface="微软雅黑" panose="020B0503020204020204" pitchFamily="34" charset="-122"/>
                <a:ea typeface="微软雅黑" panose="020B0503020204020204" pitchFamily="34" charset="-122"/>
              </a:rPr>
              <a:t>湖北省科技投资集团有限公司计划采用</a:t>
            </a:r>
            <a:r>
              <a:rPr lang="en-US" altLang="zh-CN" dirty="0">
                <a:solidFill>
                  <a:prstClr val="black"/>
                </a:solidFill>
                <a:latin typeface="微软雅黑" panose="020B0503020204020204" pitchFamily="34" charset="-122"/>
                <a:ea typeface="微软雅黑" panose="020B0503020204020204" pitchFamily="34" charset="-122"/>
              </a:rPr>
              <a:t>950DT</a:t>
            </a:r>
            <a:r>
              <a:rPr lang="zh-CN" altLang="en-US" dirty="0">
                <a:solidFill>
                  <a:prstClr val="black"/>
                </a:solidFill>
                <a:latin typeface="微软雅黑" panose="020B0503020204020204" pitchFamily="34" charset="-122"/>
                <a:ea typeface="微软雅黑" panose="020B0503020204020204" pitchFamily="34" charset="-122"/>
              </a:rPr>
              <a:t>智算芯片搭建</a:t>
            </a:r>
            <a:r>
              <a:rPr lang="en-US" altLang="zh-CN" dirty="0">
                <a:solidFill>
                  <a:prstClr val="black"/>
                </a:solidFill>
                <a:latin typeface="微软雅黑" panose="020B0503020204020204" pitchFamily="34" charset="-122"/>
                <a:ea typeface="微软雅黑" panose="020B0503020204020204" pitchFamily="34" charset="-122"/>
              </a:rPr>
              <a:t>1024</a:t>
            </a:r>
            <a:r>
              <a:rPr lang="zh-CN" altLang="en-US" dirty="0">
                <a:solidFill>
                  <a:prstClr val="black"/>
                </a:solidFill>
                <a:latin typeface="微软雅黑" panose="020B0503020204020204" pitchFamily="34" charset="-122"/>
                <a:ea typeface="微软雅黑" panose="020B0503020204020204" pitchFamily="34" charset="-122"/>
              </a:rPr>
              <a:t>卡国产超节点智算集群，构建集算力底座、高速互联等于一体的全栈式</a:t>
            </a:r>
            <a:r>
              <a:rPr lang="en-US" altLang="zh-CN" dirty="0">
                <a:solidFill>
                  <a:prstClr val="black"/>
                </a:solidFill>
                <a:latin typeface="微软雅黑" panose="020B0503020204020204" pitchFamily="34" charset="-122"/>
                <a:ea typeface="微软雅黑" panose="020B0503020204020204" pitchFamily="34" charset="-122"/>
              </a:rPr>
              <a:t>AI</a:t>
            </a:r>
            <a:r>
              <a:rPr lang="zh-CN" altLang="en-US" dirty="0">
                <a:solidFill>
                  <a:prstClr val="black"/>
                </a:solidFill>
                <a:latin typeface="微软雅黑" panose="020B0503020204020204" pitchFamily="34" charset="-122"/>
                <a:ea typeface="微软雅黑" panose="020B0503020204020204" pitchFamily="34" charset="-122"/>
              </a:rPr>
              <a:t>算力基础设施架构，算力主要用于承载湖北政务应用、高校科研、</a:t>
            </a:r>
            <a:r>
              <a:rPr lang="en-US" altLang="zh-CN" dirty="0">
                <a:solidFill>
                  <a:prstClr val="black"/>
                </a:solidFill>
                <a:latin typeface="微软雅黑" panose="020B0503020204020204" pitchFamily="34" charset="-122"/>
                <a:ea typeface="微软雅黑" panose="020B0503020204020204" pitchFamily="34" charset="-122"/>
              </a:rPr>
              <a:t>ZJ</a:t>
            </a:r>
            <a:r>
              <a:rPr lang="zh-CN" altLang="en-US" dirty="0">
                <a:solidFill>
                  <a:prstClr val="black"/>
                </a:solidFill>
                <a:latin typeface="微软雅黑" panose="020B0503020204020204" pitchFamily="34" charset="-122"/>
                <a:ea typeface="微软雅黑" panose="020B0503020204020204" pitchFamily="34" charset="-122"/>
              </a:rPr>
              <a:t>业务验证等项目整体涉及</a:t>
            </a:r>
            <a:r>
              <a:rPr lang="en-US" altLang="zh-CN" dirty="0">
                <a:solidFill>
                  <a:prstClr val="black"/>
                </a:solidFill>
                <a:latin typeface="微软雅黑" panose="020B0503020204020204" pitchFamily="34" charset="-122"/>
                <a:ea typeface="微软雅黑" panose="020B0503020204020204" pitchFamily="34" charset="-122"/>
              </a:rPr>
              <a:t>1024</a:t>
            </a:r>
            <a:r>
              <a:rPr lang="zh-CN" altLang="en-US" dirty="0">
                <a:solidFill>
                  <a:prstClr val="black"/>
                </a:solidFill>
                <a:latin typeface="微软雅黑" panose="020B0503020204020204" pitchFamily="34" charset="-122"/>
                <a:ea typeface="微软雅黑" panose="020B0503020204020204" pitchFamily="34" charset="-122"/>
              </a:rPr>
              <a:t>张</a:t>
            </a:r>
            <a:r>
              <a:rPr lang="en-US" altLang="zh-CN" dirty="0">
                <a:solidFill>
                  <a:prstClr val="black"/>
                </a:solidFill>
                <a:latin typeface="微软雅黑" panose="020B0503020204020204" pitchFamily="34" charset="-122"/>
                <a:ea typeface="微软雅黑" panose="020B0503020204020204" pitchFamily="34" charset="-122"/>
              </a:rPr>
              <a:t>950DT</a:t>
            </a:r>
            <a:r>
              <a:rPr lang="zh-CN" altLang="en-US" dirty="0">
                <a:solidFill>
                  <a:prstClr val="black"/>
                </a:solidFill>
                <a:latin typeface="微软雅黑" panose="020B0503020204020204" pitchFamily="34" charset="-122"/>
                <a:ea typeface="微软雅黑" panose="020B0503020204020204" pitchFamily="34" charset="-122"/>
              </a:rPr>
              <a:t>算力卡</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，整体</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建设周期拟定为</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2-3</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个月，计划于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2026</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年</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9</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月</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30</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日完成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512</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卡超节点智算集群部署，</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2026</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年</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12</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月</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31</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日完成整体</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1024</a:t>
            </a: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卡超节点智算集群部署，首批业务验证完成后，计划在扩建</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15</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个</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1024</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超节点集群。</a:t>
            </a:r>
            <a:endPar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1" indent="457200" algn="just" defTabSz="913765" rtl="0" eaLnBrk="1" fontAlgn="auto" latinLnBrk="0" hangingPunct="1">
              <a:lnSpc>
                <a:spcPct val="200000"/>
              </a:lnSpc>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60218" y="1338213"/>
            <a:ext cx="5085811" cy="1833273"/>
          </a:xfrm>
          <a:prstGeom prst="rect">
            <a:avLst/>
          </a:prstGeom>
          <a:noFill/>
          <a:ln>
            <a:solidFill>
              <a:schemeClr val="bg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标题 1"/>
          <p:cNvSpPr>
            <a:spLocks noGrp="1"/>
          </p:cNvSpPr>
          <p:nvPr>
            <p:ph type="title" idx="4294967295"/>
          </p:nvPr>
        </p:nvSpPr>
        <p:spPr>
          <a:xfrm>
            <a:off x="0" y="180975"/>
            <a:ext cx="5467350" cy="4032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客户组织架构，及沟通矩阵</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9" name="矩形 98"/>
          <p:cNvSpPr/>
          <p:nvPr/>
        </p:nvSpPr>
        <p:spPr>
          <a:xfrm>
            <a:off x="131357" y="722315"/>
            <a:ext cx="3384260" cy="775725"/>
          </a:xfrm>
          <a:prstGeom prst="rect">
            <a:avLst/>
          </a:prstGeom>
        </p:spPr>
        <p:txBody>
          <a:bodyPr wrap="none">
            <a:spAutoFit/>
          </a:bodyPr>
          <a:lstStyle/>
          <a:p>
            <a:pPr defTabSz="914400" fontAlgn="base">
              <a:lnSpc>
                <a:spcPct val="150000"/>
              </a:lnSpc>
              <a:spcBef>
                <a:spcPct val="0"/>
              </a:spcBef>
              <a:spcAft>
                <a:spcPct val="0"/>
              </a:spcAft>
              <a:defRPr/>
            </a:pPr>
            <a:r>
              <a:rPr lang="zh-CN" altLang="en-US"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整体架构：</a:t>
            </a:r>
            <a:endParaRPr lang="en-US" altLang="zh-CN"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客户视野整体架构及关键干系人</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矩形 57"/>
          <p:cNvSpPr/>
          <p:nvPr/>
        </p:nvSpPr>
        <p:spPr>
          <a:xfrm>
            <a:off x="5507166" y="1468941"/>
            <a:ext cx="1355069" cy="420869"/>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100" kern="0" dirty="0">
                <a:solidFill>
                  <a:srgbClr val="1D1D1A"/>
                </a:solidFill>
                <a:latin typeface="微软雅黑" panose="020B0503020204020204" pitchFamily="34" charset="-122"/>
                <a:ea typeface="微软雅黑" panose="020B0503020204020204" pitchFamily="34" charset="-122"/>
                <a:cs typeface="Arial" panose="020B0604020202020204"/>
              </a:rPr>
              <a:t>书记 </a:t>
            </a:r>
            <a:r>
              <a:rPr kumimoji="0" lang="zh-CN" altLang="en-US" sz="11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董事长</a:t>
            </a:r>
            <a:endParaRPr kumimoji="0" lang="zh-CN" altLang="en-US" sz="11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24" name="矩形 23"/>
          <p:cNvSpPr/>
          <p:nvPr/>
        </p:nvSpPr>
        <p:spPr>
          <a:xfrm>
            <a:off x="4670558" y="4335377"/>
            <a:ext cx="1333173" cy="475743"/>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27" name="矩形 26"/>
          <p:cNvSpPr/>
          <p:nvPr/>
        </p:nvSpPr>
        <p:spPr>
          <a:xfrm>
            <a:off x="6435915" y="4335136"/>
            <a:ext cx="1333173" cy="475743"/>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29" name="矩形 28"/>
          <p:cNvSpPr/>
          <p:nvPr/>
        </p:nvSpPr>
        <p:spPr>
          <a:xfrm>
            <a:off x="4170794" y="2196749"/>
            <a:ext cx="1333173" cy="475743"/>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企业发展部主任</a:t>
            </a:r>
            <a:endPar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32" name="矩形 31"/>
          <p:cNvSpPr/>
          <p:nvPr/>
        </p:nvSpPr>
        <p:spPr>
          <a:xfrm>
            <a:off x="5519303" y="2196749"/>
            <a:ext cx="1333173" cy="475743"/>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altLang="zh-CN"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办公室主任</a:t>
            </a:r>
            <a:endPar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33" name="矩形 32"/>
          <p:cNvSpPr/>
          <p:nvPr/>
        </p:nvSpPr>
        <p:spPr>
          <a:xfrm>
            <a:off x="6812394" y="2196749"/>
            <a:ext cx="1333173" cy="475743"/>
          </a:xfrm>
          <a:prstGeom prst="rect">
            <a:avLst/>
          </a:prstGeom>
          <a:solidFill>
            <a:srgbClr val="E0E0E0"/>
          </a:solidFill>
          <a:ln w="12700" cap="flat" cmpd="sng" algn="ctr">
            <a:noFill/>
            <a:prstDash val="solid"/>
            <a:miter lim="800000"/>
          </a:ln>
          <a:effectLst/>
        </p:spPr>
        <p:txBody>
          <a:bodyPr rot="0" spcFirstLastPara="0" vertOverflow="overflow" horzOverflow="overflow" vert="horz" wrap="square" lIns="91404" tIns="45703" rIns="91404" bIns="45703"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XX</a:t>
            </a:r>
            <a:endParaRPr kumimoji="0" lang="en-US" sz="105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rPr>
              <a:t>总工程师</a:t>
            </a:r>
            <a:endParaRPr kumimoji="0" lang="zh-CN" altLang="en-US" sz="105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34" name="文本框 33"/>
          <p:cNvSpPr txBox="1"/>
          <p:nvPr/>
        </p:nvSpPr>
        <p:spPr>
          <a:xfrm>
            <a:off x="5507166" y="999324"/>
            <a:ext cx="1362043" cy="369332"/>
          </a:xfrm>
          <a:prstGeom prst="rect">
            <a:avLst/>
          </a:prstGeom>
          <a:noFill/>
        </p:spPr>
        <p:txBody>
          <a:bodyPr wrap="square">
            <a:spAutoFit/>
          </a:bodyPr>
          <a:lstStyle/>
          <a:p>
            <a:r>
              <a:rPr lang="zh-CN" altLang="en-US"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领导班子</a:t>
            </a:r>
            <a:endParaRPr lang="zh-CN" altLang="en-US" dirty="0"/>
          </a:p>
        </p:txBody>
      </p:sp>
      <p:sp>
        <p:nvSpPr>
          <p:cNvPr id="35" name="矩形 34"/>
          <p:cNvSpPr/>
          <p:nvPr/>
        </p:nvSpPr>
        <p:spPr>
          <a:xfrm>
            <a:off x="3960218" y="3706424"/>
            <a:ext cx="5085811" cy="1833273"/>
          </a:xfrm>
          <a:prstGeom prst="rect">
            <a:avLst/>
          </a:prstGeom>
          <a:noFill/>
          <a:ln>
            <a:solidFill>
              <a:schemeClr val="bg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6" name="直接连接符 5"/>
          <p:cNvCxnSpPr>
            <a:stCxn id="58" idx="2"/>
            <a:endCxn id="32" idx="0"/>
          </p:cNvCxnSpPr>
          <p:nvPr/>
        </p:nvCxnSpPr>
        <p:spPr>
          <a:xfrm>
            <a:off x="6184701" y="1889810"/>
            <a:ext cx="1189" cy="306939"/>
          </a:xfrm>
          <a:prstGeom prst="line">
            <a:avLst/>
          </a:prstGeom>
        </p:spPr>
        <p:style>
          <a:lnRef idx="1">
            <a:schemeClr val="dk1"/>
          </a:lnRef>
          <a:fillRef idx="0">
            <a:schemeClr val="dk1"/>
          </a:fillRef>
          <a:effectRef idx="0">
            <a:schemeClr val="dk1"/>
          </a:effectRef>
          <a:fontRef idx="minor">
            <a:schemeClr val="tx1"/>
          </a:fontRef>
        </p:style>
      </p:cxnSp>
      <p:sp>
        <p:nvSpPr>
          <p:cNvPr id="37" name="文本框 36"/>
          <p:cNvSpPr txBox="1"/>
          <p:nvPr/>
        </p:nvSpPr>
        <p:spPr>
          <a:xfrm>
            <a:off x="5396733" y="3294829"/>
            <a:ext cx="1174624" cy="276999"/>
          </a:xfrm>
          <a:prstGeom prst="rect">
            <a:avLst/>
          </a:prstGeom>
          <a:noFill/>
        </p:spPr>
        <p:txBody>
          <a:bodyPr wrap="square">
            <a:spAutoFit/>
          </a:bodyPr>
          <a:lstStyle/>
          <a:p>
            <a:r>
              <a:rPr lang="zh-CN" altLang="en-US" sz="12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项目负责人</a:t>
            </a:r>
            <a:endParaRPr lang="zh-CN" altLang="en-US" sz="1200" dirty="0"/>
          </a:p>
        </p:txBody>
      </p:sp>
      <p:cxnSp>
        <p:nvCxnSpPr>
          <p:cNvPr id="9" name="直接连接符 8"/>
          <p:cNvCxnSpPr>
            <a:stCxn id="3" idx="2"/>
            <a:endCxn id="35" idx="0"/>
          </p:cNvCxnSpPr>
          <p:nvPr/>
        </p:nvCxnSpPr>
        <p:spPr>
          <a:xfrm>
            <a:off x="6503124" y="3171486"/>
            <a:ext cx="0" cy="534938"/>
          </a:xfrm>
          <a:prstGeom prst="line">
            <a:avLst/>
          </a:prstGeom>
        </p:spPr>
        <p:style>
          <a:lnRef idx="1">
            <a:schemeClr val="dk1"/>
          </a:lnRef>
          <a:fillRef idx="0">
            <a:schemeClr val="dk1"/>
          </a:fillRef>
          <a:effectRef idx="0">
            <a:schemeClr val="dk1"/>
          </a:effectRef>
          <a:fontRef idx="minor">
            <a:schemeClr val="tx1"/>
          </a:fontRef>
        </p:style>
      </p:cxnSp>
      <p:sp>
        <p:nvSpPr>
          <p:cNvPr id="12" name="文本框 11"/>
          <p:cNvSpPr txBox="1"/>
          <p:nvPr/>
        </p:nvSpPr>
        <p:spPr>
          <a:xfrm>
            <a:off x="664845" y="2566035"/>
            <a:ext cx="2688590" cy="596265"/>
          </a:xfrm>
          <a:prstGeom prst="rect">
            <a:avLst/>
          </a:prstGeom>
          <a:noFill/>
        </p:spPr>
        <p:txBody>
          <a:bodyPr wrap="square" lIns="0" tIns="0" rIns="0" bIns="0" rtlCol="0" anchor="t">
            <a:noAutofit/>
            <a:scene3d>
              <a:camera prst="orthographicFront"/>
              <a:lightRig rig="threePt" dir="t"/>
            </a:scene3d>
          </a:bodyPr>
          <a:lstStyle/>
          <a:p>
            <a:pPr marL="228600" indent="-228600" algn="l">
              <a:defRPr/>
            </a:pPr>
            <a:r>
              <a:rPr lang="zh-CN" altLang="en-US"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项目尚未</a:t>
            </a:r>
            <a:r>
              <a:rPr lang="zh-CN"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投标，待刷新</a:t>
            </a:r>
            <a:endParaRPr kumimoji="1" lang="zh-CN"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80975"/>
            <a:ext cx="5467350" cy="4032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华为组织架构，及沟通矩阵</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9" name="矩形 98"/>
          <p:cNvSpPr/>
          <p:nvPr/>
        </p:nvSpPr>
        <p:spPr>
          <a:xfrm>
            <a:off x="131357" y="722315"/>
            <a:ext cx="3384260" cy="775725"/>
          </a:xfrm>
          <a:prstGeom prst="rect">
            <a:avLst/>
          </a:prstGeom>
        </p:spPr>
        <p:txBody>
          <a:bodyPr wrap="none">
            <a:spAutoFit/>
          </a:bodyPr>
          <a:lstStyle/>
          <a:p>
            <a:pPr defTabSz="914400" fontAlgn="base">
              <a:lnSpc>
                <a:spcPct val="150000"/>
              </a:lnSpc>
              <a:spcBef>
                <a:spcPct val="0"/>
              </a:spcBef>
              <a:spcAft>
                <a:spcPct val="0"/>
              </a:spcAft>
              <a:defRPr/>
            </a:pPr>
            <a:r>
              <a:rPr lang="zh-CN" altLang="en-US"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华为架构：</a:t>
            </a:r>
            <a:endParaRPr lang="en-US" altLang="zh-CN"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客户视野整体架构及关键干系人</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6" name="图片 95" descr="image0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379" y="778635"/>
            <a:ext cx="8756650" cy="500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矩形 100"/>
          <p:cNvSpPr/>
          <p:nvPr/>
        </p:nvSpPr>
        <p:spPr>
          <a:xfrm>
            <a:off x="6099175" y="808355"/>
            <a:ext cx="11986895" cy="2676525"/>
          </a:xfrm>
          <a:prstGeom prst="rect">
            <a:avLst/>
          </a:prstGeom>
        </p:spPr>
        <p:txBody>
          <a:bodyPr wrap="square">
            <a:spAutoFit/>
          </a:bodyPr>
          <a:lstStyle/>
          <a:p>
            <a:pPr marL="228600" indent="-228600">
              <a:defRPr/>
            </a:pPr>
            <a:r>
              <a:rPr lang="en-US" altLang="zh-CN" sz="1400" b="1" dirty="0">
                <a:latin typeface="微软雅黑" panose="020B0503020204020204" pitchFamily="34" charset="-122"/>
                <a:ea typeface="微软雅黑" panose="020B0503020204020204" pitchFamily="34" charset="-122"/>
              </a:rPr>
              <a:t>L2</a:t>
            </a:r>
            <a:r>
              <a:rPr lang="zh-CN" altLang="en-US" sz="1400" b="1" dirty="0">
                <a:latin typeface="微软雅黑" panose="020B0503020204020204" pitchFamily="34" charset="-122"/>
                <a:ea typeface="微软雅黑" panose="020B0503020204020204" pitchFamily="34" charset="-122"/>
              </a:rPr>
              <a:t>交付人员初步确认：</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PD: </a:t>
            </a:r>
            <a:r>
              <a:rPr lang="zh-CN" altLang="en-US" sz="1400" b="1" dirty="0">
                <a:latin typeface="微软雅黑" panose="020B0503020204020204" pitchFamily="34" charset="-122"/>
                <a:ea typeface="微软雅黑" panose="020B0503020204020204" pitchFamily="34" charset="-122"/>
              </a:rPr>
              <a:t>何维刚</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TD</a:t>
            </a:r>
            <a:r>
              <a:rPr lang="zh-CN" altLang="en-US" sz="1400" b="1" dirty="0">
                <a:latin typeface="微软雅黑" panose="020B0503020204020204" pitchFamily="34" charset="-122"/>
                <a:ea typeface="微软雅黑" panose="020B0503020204020204" pitchFamily="34" charset="-122"/>
              </a:rPr>
              <a:t>：陈冬</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CC DPM</a:t>
            </a:r>
            <a:r>
              <a:rPr lang="zh-CN" altLang="en-US" sz="1400" b="1" dirty="0">
                <a:latin typeface="微软雅黑" panose="020B0503020204020204" pitchFamily="34" charset="-122"/>
                <a:ea typeface="微软雅黑" panose="020B0503020204020204" pitchFamily="34" charset="-122"/>
              </a:rPr>
              <a:t>：田立超</a:t>
            </a:r>
            <a:endParaRPr lang="zh-CN" altLang="en-US"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CC DPM</a:t>
            </a:r>
            <a:r>
              <a:rPr lang="zh-CN" altLang="en-US" sz="1400" b="1" dirty="0">
                <a:latin typeface="微软雅黑" panose="020B0503020204020204" pitchFamily="34" charset="-122"/>
                <a:ea typeface="微软雅黑" panose="020B0503020204020204" pitchFamily="34" charset="-122"/>
              </a:rPr>
              <a:t>：余志华</a:t>
            </a:r>
            <a:endParaRPr lang="zh-CN" altLang="en-US" sz="1400" b="1" dirty="0">
              <a:latin typeface="微软雅黑" panose="020B0503020204020204" pitchFamily="34" charset="-122"/>
              <a:ea typeface="微软雅黑" panose="020B0503020204020204" pitchFamily="34" charset="-122"/>
            </a:endParaRPr>
          </a:p>
          <a:p>
            <a:pPr marL="228600" indent="-228600">
              <a:defRPr/>
            </a:pPr>
            <a:r>
              <a:rPr lang="zh-CN" altLang="en-US" sz="1400" b="1" dirty="0">
                <a:latin typeface="微软雅黑" panose="020B0503020204020204" pitchFamily="34" charset="-122"/>
                <a:ea typeface="微软雅黑" panose="020B0503020204020204" pitchFamily="34" charset="-122"/>
              </a:rPr>
              <a:t>昇腾</a:t>
            </a:r>
            <a:r>
              <a:rPr lang="en-US" altLang="zh-CN" sz="1400" b="1" dirty="0">
                <a:latin typeface="微软雅黑" panose="020B0503020204020204" pitchFamily="34" charset="-122"/>
                <a:ea typeface="微软雅黑" panose="020B0503020204020204" pitchFamily="34" charset="-122"/>
              </a:rPr>
              <a:t>DPM</a:t>
            </a:r>
            <a:r>
              <a:rPr lang="zh-CN" altLang="en-US" sz="1400" b="1" dirty="0">
                <a:latin typeface="微软雅黑" panose="020B0503020204020204" pitchFamily="34" charset="-122"/>
                <a:ea typeface="微软雅黑" panose="020B0503020204020204" pitchFamily="34" charset="-122"/>
              </a:rPr>
              <a:t>：张伟康</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zh-CN" altLang="en-US" sz="1400" b="1" dirty="0">
                <a:latin typeface="微软雅黑" panose="020B0503020204020204" pitchFamily="34" charset="-122"/>
                <a:ea typeface="微软雅黑" panose="020B0503020204020204" pitchFamily="34" charset="-122"/>
              </a:rPr>
              <a:t>计算</a:t>
            </a:r>
            <a:r>
              <a:rPr lang="en-US" altLang="zh-CN" sz="1400" b="1" dirty="0">
                <a:latin typeface="微软雅黑" panose="020B0503020204020204" pitchFamily="34" charset="-122"/>
                <a:ea typeface="微软雅黑" panose="020B0503020204020204" pitchFamily="34" charset="-122"/>
              </a:rPr>
              <a:t>TL</a:t>
            </a:r>
            <a:r>
              <a:rPr lang="zh-CN" altLang="en-US" sz="1400" b="1" dirty="0">
                <a:latin typeface="微软雅黑" panose="020B0503020204020204" pitchFamily="34" charset="-122"/>
                <a:ea typeface="微软雅黑" panose="020B0503020204020204" pitchFamily="34" charset="-122"/>
              </a:rPr>
              <a:t>：高泽豪</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SR</a:t>
            </a:r>
            <a:r>
              <a:rPr lang="zh-CN" altLang="en-US" sz="1400" b="1" dirty="0">
                <a:latin typeface="微软雅黑" panose="020B0503020204020204" pitchFamily="34" charset="-122"/>
                <a:ea typeface="微软雅黑" panose="020B0503020204020204" pitchFamily="34" charset="-122"/>
              </a:rPr>
              <a:t>：王登阳</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SA: </a:t>
            </a:r>
            <a:r>
              <a:rPr lang="zh-CN" altLang="en-US" sz="1400" b="1" dirty="0">
                <a:latin typeface="微软雅黑" panose="020B0503020204020204" pitchFamily="34" charset="-122"/>
                <a:ea typeface="微软雅黑" panose="020B0503020204020204" pitchFamily="34" charset="-122"/>
              </a:rPr>
              <a:t>周宁</a:t>
            </a:r>
            <a:endParaRPr lang="en-US" altLang="zh-CN" sz="1400" b="1" dirty="0">
              <a:latin typeface="微软雅黑" panose="020B0503020204020204" pitchFamily="34" charset="-122"/>
              <a:ea typeface="微软雅黑" panose="020B0503020204020204" pitchFamily="34" charset="-122"/>
            </a:endParaRPr>
          </a:p>
          <a:p>
            <a:pPr marL="228600" indent="-228600">
              <a:defRPr/>
            </a:pPr>
            <a:r>
              <a:rPr lang="zh-CN" altLang="en-US" sz="1400" b="1" dirty="0">
                <a:latin typeface="微软雅黑" panose="020B0503020204020204" pitchFamily="34" charset="-122"/>
                <a:ea typeface="微软雅黑" panose="020B0503020204020204" pitchFamily="34" charset="-122"/>
              </a:rPr>
              <a:t>服务经理：林海振</a:t>
            </a:r>
            <a:endParaRPr lang="zh-CN" altLang="en-US"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AR</a:t>
            </a:r>
            <a:r>
              <a:rPr lang="zh-CN" altLang="en-US" sz="1400" b="1" dirty="0">
                <a:latin typeface="微软雅黑" panose="020B0503020204020204" pitchFamily="34" charset="-122"/>
                <a:ea typeface="微软雅黑" panose="020B0503020204020204" pitchFamily="34" charset="-122"/>
              </a:rPr>
              <a:t>：王聪</a:t>
            </a:r>
            <a:endParaRPr lang="zh-CN" altLang="en-US" sz="1400" b="1" dirty="0">
              <a:latin typeface="微软雅黑" panose="020B0503020204020204" pitchFamily="34" charset="-122"/>
              <a:ea typeface="微软雅黑" panose="020B0503020204020204" pitchFamily="34" charset="-122"/>
            </a:endParaRPr>
          </a:p>
          <a:p>
            <a:pPr marL="228600" indent="-228600">
              <a:defRPr/>
            </a:pPr>
            <a:r>
              <a:rPr lang="en-US" altLang="zh-CN" sz="1400" b="1" dirty="0">
                <a:latin typeface="微软雅黑" panose="020B0503020204020204" pitchFamily="34" charset="-122"/>
                <a:ea typeface="微软雅黑" panose="020B0503020204020204" pitchFamily="34" charset="-122"/>
              </a:rPr>
              <a:t>L1</a:t>
            </a:r>
            <a:r>
              <a:rPr lang="zh-CN" altLang="en-US" sz="1400" b="1" dirty="0">
                <a:latin typeface="微软雅黑" panose="020B0503020204020204" pitchFamily="34" charset="-122"/>
                <a:ea typeface="微软雅黑" panose="020B0503020204020204" pitchFamily="34" charset="-122"/>
              </a:rPr>
              <a:t>总负责：胡壮</a:t>
            </a:r>
            <a:endParaRPr lang="zh-CN" altLang="en-US" sz="1400" b="1" dirty="0">
              <a:latin typeface="微软雅黑" panose="020B0503020204020204" pitchFamily="34" charset="-122"/>
              <a:ea typeface="微软雅黑" panose="020B0503020204020204" pitchFamily="34" charset="-122"/>
            </a:endParaRPr>
          </a:p>
        </p:txBody>
      </p:sp>
      <p:sp>
        <p:nvSpPr>
          <p:cNvPr id="102" name="矩形 101"/>
          <p:cNvSpPr/>
          <p:nvPr/>
        </p:nvSpPr>
        <p:spPr>
          <a:xfrm>
            <a:off x="7354617" y="4482911"/>
            <a:ext cx="4842146" cy="2123658"/>
          </a:xfrm>
          <a:prstGeom prst="rect">
            <a:avLst/>
          </a:prstGeom>
        </p:spPr>
        <p:txBody>
          <a:bodyPr wrap="square">
            <a:spAutoFit/>
          </a:bodyPr>
          <a:lstStyle/>
          <a:p>
            <a:pPr marL="342900" indent="-342900" defTabSz="914400" fontAlgn="base">
              <a:lnSpc>
                <a:spcPct val="150000"/>
              </a:lnSpc>
              <a:spcBef>
                <a:spcPct val="0"/>
              </a:spcBef>
              <a:buFont typeface="Wingdings" panose="05000000000000000000" pitchFamily="2" charset="2"/>
              <a:buChar char=""/>
            </a:pPr>
            <a:r>
              <a:rPr lang="zh-CN" altLang="zh-CN" sz="1100" kern="0" dirty="0">
                <a:solidFill>
                  <a:prstClr val="black"/>
                </a:solidFill>
                <a:latin typeface="微软雅黑" panose="020B0503020204020204" pitchFamily="34" charset="-122"/>
                <a:ea typeface="微软雅黑" panose="020B0503020204020204" pitchFamily="34" charset="-122"/>
              </a:rPr>
              <a:t>对口人员每周（月）例行拜访客户侧对口人员，根据客户情况及关注事宜，汇报对应工作进展情况，并获取客户诉求，输出拜访纪要。</a:t>
            </a:r>
            <a:r>
              <a:rPr lang="zh-CN" altLang="en-US" sz="1100" kern="0" dirty="0">
                <a:solidFill>
                  <a:prstClr val="black"/>
                </a:solidFill>
                <a:latin typeface="微软雅黑" panose="020B0503020204020204" pitchFamily="34" charset="-122"/>
                <a:ea typeface="微软雅黑" panose="020B0503020204020204" pitchFamily="34" charset="-122"/>
              </a:rPr>
              <a:t>（分层分级拜访及沟通制度）</a:t>
            </a:r>
            <a:endParaRPr lang="zh-CN" altLang="zh-CN" sz="1000" kern="100" dirty="0">
              <a:solidFill>
                <a:prstClr val="black"/>
              </a:solidFill>
              <a:latin typeface="微软雅黑" panose="020B0503020204020204" pitchFamily="34" charset="-122"/>
              <a:ea typeface="微软雅黑" panose="020B0503020204020204" pitchFamily="34" charset="-122"/>
            </a:endParaRPr>
          </a:p>
          <a:p>
            <a:pPr marL="342900" indent="-342900" defTabSz="914400" fontAlgn="base">
              <a:lnSpc>
                <a:spcPct val="150000"/>
              </a:lnSpc>
              <a:spcBef>
                <a:spcPct val="0"/>
              </a:spcBef>
              <a:buFont typeface="Wingdings" panose="05000000000000000000" pitchFamily="2" charset="2"/>
              <a:buChar char=""/>
            </a:pPr>
            <a:r>
              <a:rPr lang="zh-CN"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每周</a:t>
            </a: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X</a:t>
            </a:r>
            <a:r>
              <a:rPr lang="zh-CN"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核心组通过联合办公会议向客户搞成汇报工作进展，听取客户意见和建议，输出会议纪要，发送给项目组全体成员。</a:t>
            </a:r>
            <a:endPar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endParaRPr>
          </a:p>
          <a:p>
            <a:pPr marL="342900" indent="-342900" defTabSz="914400" fontAlgn="base">
              <a:lnSpc>
                <a:spcPct val="150000"/>
              </a:lnSpc>
              <a:spcBef>
                <a:spcPct val="0"/>
              </a:spcBef>
              <a:buFont typeface="Wingdings" panose="05000000000000000000" pitchFamily="2" charset="2"/>
              <a:buChar char=""/>
            </a:pP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每周</a:t>
            </a: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X</a:t>
            </a: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项目组内部例会，同步问题及风险进展。输出沟通纪要。</a:t>
            </a:r>
            <a:endPar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endParaRPr>
          </a:p>
          <a:p>
            <a:pPr marL="342900" indent="-342900" defTabSz="914400" fontAlgn="base">
              <a:lnSpc>
                <a:spcPct val="150000"/>
              </a:lnSpc>
              <a:spcBef>
                <a:spcPct val="0"/>
              </a:spcBef>
              <a:buFont typeface="Wingdings" panose="05000000000000000000" pitchFamily="2" charset="2"/>
              <a:buChar char=""/>
            </a:pP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Sponsor</a:t>
            </a: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汇报：每周项目周报，每月</a:t>
            </a: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sponsor</a:t>
            </a: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月报，</a:t>
            </a: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xxx</a:t>
            </a: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时间</a:t>
            </a:r>
            <a:r>
              <a:rPr lang="en-US" altLang="zh-CN"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sponsor</a:t>
            </a:r>
            <a:r>
              <a:rPr lang="zh-CN" altLang="en-US" sz="1100" kern="0" dirty="0">
                <a:solidFill>
                  <a:prstClr val="black"/>
                </a:solidFill>
                <a:latin typeface="微软雅黑" panose="020B0503020204020204" pitchFamily="34" charset="-122"/>
                <a:ea typeface="微软雅黑" panose="020B0503020204020204" pitchFamily="34" charset="-122"/>
                <a:cs typeface="Tahoma" panose="020B0604030504040204" pitchFamily="34" charset="0"/>
              </a:rPr>
              <a:t>汇报</a:t>
            </a:r>
            <a:endParaRPr lang="zh-CN" altLang="zh-CN" sz="1000" kern="100" dirty="0">
              <a:solidFill>
                <a:prstClr val="black"/>
              </a:solidFill>
              <a:latin typeface="微软雅黑" panose="020B0503020204020204" pitchFamily="34" charset="-122"/>
              <a:ea typeface="微软雅黑" panose="020B0503020204020204" pitchFamily="34" charset="-122"/>
            </a:endParaRPr>
          </a:p>
        </p:txBody>
      </p:sp>
      <p:sp>
        <p:nvSpPr>
          <p:cNvPr id="103" name="矩形 102"/>
          <p:cNvSpPr/>
          <p:nvPr/>
        </p:nvSpPr>
        <p:spPr>
          <a:xfrm>
            <a:off x="9325398" y="3870285"/>
            <a:ext cx="1620957" cy="418191"/>
          </a:xfrm>
          <a:prstGeom prst="rect">
            <a:avLst/>
          </a:prstGeom>
        </p:spPr>
        <p:txBody>
          <a:bodyPr wrap="none">
            <a:spAutoFit/>
          </a:bodyPr>
          <a:lstStyle/>
          <a:p>
            <a:pPr defTabSz="914400" fontAlgn="base">
              <a:lnSpc>
                <a:spcPct val="150000"/>
              </a:lnSpc>
              <a:spcBef>
                <a:spcPct val="0"/>
              </a:spcBef>
              <a:spcAft>
                <a:spcPct val="0"/>
              </a:spcAft>
              <a:defRPr/>
            </a:pPr>
            <a:r>
              <a:rPr lang="zh-CN" altLang="en-US"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沟通管理要求：</a:t>
            </a:r>
            <a:endParaRPr lang="en-US" altLang="zh-CN"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idx="4294967295"/>
          </p:nvPr>
        </p:nvSpPr>
        <p:spPr>
          <a:xfrm>
            <a:off x="0" y="201613"/>
            <a:ext cx="8066088" cy="433387"/>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交易模式</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标题 1"/>
          <p:cNvSpPr>
            <a:spLocks noGrp="1"/>
          </p:cNvSpPr>
          <p:nvPr/>
        </p:nvSpPr>
        <p:spPr bwMode="auto">
          <a:xfrm>
            <a:off x="194310" y="584200"/>
            <a:ext cx="3580130" cy="3053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0064" rIns="80129" bIns="40064" anchor="ctr"/>
          <a:lstStyle>
            <a:lvl1pPr algn="l" rtl="0" eaLnBrk="0" fontAlgn="base" hangingPunct="0">
              <a:spcBef>
                <a:spcPct val="0"/>
              </a:spcBef>
              <a:spcAft>
                <a:spcPct val="0"/>
              </a:spcAft>
              <a:defRPr sz="3200" b="1">
                <a:solidFill>
                  <a:srgbClr val="990000"/>
                </a:solidFill>
                <a:latin typeface="FrutigerNext LT Medium" pitchFamily="34" charset="0"/>
                <a:ea typeface="黑体" pitchFamily="2" charset="-122"/>
                <a:cs typeface="宋体" pitchFamily="2" charset="-122"/>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2" charset="-122"/>
                <a:cs typeface="宋体"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itchFamily="2"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itchFamily="2" charset="-122"/>
              </a:defRPr>
            </a:lvl9pPr>
          </a:lstStyle>
          <a:p>
            <a:pPr defTabSz="914400">
              <a:lnSpc>
                <a:spcPct val="150000"/>
              </a:lnSpc>
              <a:defRPr/>
            </a:pPr>
            <a:r>
              <a:rPr lang="zh-CN" altLang="en-US" sz="154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填写要求：</a:t>
            </a:r>
            <a:endParaRPr lang="en-US" altLang="zh-CN" sz="154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a:lnSpc>
                <a:spcPct val="150000"/>
              </a:lnSpc>
              <a:defRPr/>
            </a:pPr>
            <a:r>
              <a:rPr lang="zh-CN" altLang="en-US"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详细描述从华为到最终客户的</a:t>
            </a:r>
            <a:r>
              <a:rPr lang="zh-CN" altLang="en-US" sz="1400" i="1"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签约路径</a:t>
            </a:r>
            <a:r>
              <a:rPr lang="zh-CN" altLang="en-US"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400" i="1"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签约业务范围</a:t>
            </a:r>
            <a:r>
              <a:rPr lang="zh-CN" altLang="en-US"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400" i="1"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付款</a:t>
            </a:r>
            <a:r>
              <a:rPr lang="zh-CN" altLang="en-US"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等</a:t>
            </a:r>
            <a:endParaRPr lang="en-US" altLang="zh-CN"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a:lnSpc>
                <a:spcPct val="150000"/>
              </a:lnSpc>
              <a:defRPr/>
            </a:pPr>
            <a:endParaRPr lang="en-US" altLang="zh-CN"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a:lnSpc>
                <a:spcPct val="150000"/>
              </a:lnSpc>
              <a:defRPr/>
            </a:pPr>
            <a:endParaRPr lang="en-US" altLang="zh-CN" sz="120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a:lnSpc>
                <a:spcPct val="150000"/>
              </a:lnSpc>
              <a:defRPr/>
            </a:pPr>
            <a:r>
              <a:rPr lang="zh-CN" altLang="en-US" sz="1200" b="0" dirty="0">
                <a:solidFill>
                  <a:prstClr val="black"/>
                </a:solidFill>
                <a:highlight>
                  <a:srgbClr val="FFFF00"/>
                </a:highlight>
                <a:latin typeface="微软雅黑" panose="020B0503020204020204" pitchFamily="34" charset="-122"/>
                <a:ea typeface="微软雅黑" panose="020B0503020204020204" pitchFamily="34" charset="-122"/>
                <a:cs typeface="+mn-cs"/>
                <a:sym typeface="微软雅黑" panose="020B0503020204020204" pitchFamily="34" charset="-122"/>
              </a:rPr>
              <a:t>本轮商务申请未涉及项目渠道通路决策，待后续通路明确后再补充</a:t>
            </a:r>
            <a:endParaRPr lang="en-US" altLang="zh-CN" sz="1200" b="0" dirty="0">
              <a:solidFill>
                <a:prstClr val="black"/>
              </a:solidFill>
              <a:highlight>
                <a:srgbClr val="FFFF00"/>
              </a:highlight>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a:lnSpc>
                <a:spcPct val="150000"/>
              </a:lnSpc>
              <a:defRPr/>
            </a:pPr>
            <a:endParaRPr lang="en-US" altLang="zh-CN" sz="1200" b="0" dirty="0">
              <a:solidFill>
                <a:prstClr val="black"/>
              </a:solidFill>
              <a:highlight>
                <a:srgbClr val="FFFF00"/>
              </a:highlight>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6" name="组合 5"/>
          <p:cNvGrpSpPr/>
          <p:nvPr/>
        </p:nvGrpSpPr>
        <p:grpSpPr>
          <a:xfrm>
            <a:off x="8888626" y="799702"/>
            <a:ext cx="1554705" cy="808909"/>
            <a:chOff x="9687498" y="689812"/>
            <a:chExt cx="1676545" cy="978247"/>
          </a:xfrm>
        </p:grpSpPr>
        <p:cxnSp>
          <p:nvCxnSpPr>
            <p:cNvPr id="7" name="直接箭头连接符 6"/>
            <p:cNvCxnSpPr/>
            <p:nvPr/>
          </p:nvCxnSpPr>
          <p:spPr>
            <a:xfrm>
              <a:off x="9700345" y="871112"/>
              <a:ext cx="464205" cy="0"/>
            </a:xfrm>
            <a:prstGeom prst="straightConnector1">
              <a:avLst/>
            </a:prstGeom>
            <a:noFill/>
            <a:ln w="25400" cap="flat" cmpd="sng" algn="ctr">
              <a:solidFill>
                <a:srgbClr val="00B0F0"/>
              </a:solidFill>
              <a:prstDash val="solid"/>
              <a:tailEnd type="triangle"/>
            </a:ln>
            <a:effectLst>
              <a:outerShdw blurRad="40000" dist="20000" dir="5400000" rotWithShape="0">
                <a:srgbClr val="000000">
                  <a:alpha val="38000"/>
                </a:srgbClr>
              </a:outerShdw>
            </a:effectLst>
          </p:spPr>
        </p:cxnSp>
        <p:cxnSp>
          <p:nvCxnSpPr>
            <p:cNvPr id="8" name="直接箭头连接符 7"/>
            <p:cNvCxnSpPr/>
            <p:nvPr/>
          </p:nvCxnSpPr>
          <p:spPr>
            <a:xfrm>
              <a:off x="9700345" y="1196752"/>
              <a:ext cx="464205" cy="0"/>
            </a:xfrm>
            <a:prstGeom prst="straightConnector1">
              <a:avLst/>
            </a:prstGeom>
            <a:noFill/>
            <a:ln w="25400" cap="flat" cmpd="sng" algn="ctr">
              <a:solidFill>
                <a:srgbClr val="FFE2B8">
                  <a:lumMod val="50000"/>
                </a:srgbClr>
              </a:solidFill>
              <a:prstDash val="solid"/>
              <a:tailEnd type="triangle"/>
            </a:ln>
            <a:effectLst>
              <a:outerShdw blurRad="40000" dist="20000" dir="5400000" rotWithShape="0">
                <a:srgbClr val="000000">
                  <a:alpha val="38000"/>
                </a:srgbClr>
              </a:outerShdw>
            </a:effectLst>
          </p:spPr>
        </p:cxnSp>
        <p:sp>
          <p:nvSpPr>
            <p:cNvPr id="9" name="标题 2"/>
            <p:cNvSpPr txBox="1"/>
            <p:nvPr/>
          </p:nvSpPr>
          <p:spPr>
            <a:xfrm>
              <a:off x="10223535" y="1014912"/>
              <a:ext cx="1140508" cy="3879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kern="1200" baseline="0">
                  <a:solidFill>
                    <a:schemeClr val="tx1"/>
                  </a:solidFill>
                  <a:latin typeface="微软雅黑" panose="020B0503020204020204" pitchFamily="34" charset="-122"/>
                  <a:ea typeface="微软雅黑" panose="020B0503020204020204" pitchFamily="34" charset="-122"/>
                  <a:cs typeface="+mj-cs"/>
                </a:defRPr>
              </a:lvl1pPr>
            </a:lstStyle>
            <a:p>
              <a:pPr>
                <a:defRPr/>
              </a:pPr>
              <a:r>
                <a:rPr lang="zh-CN" altLang="en-US" sz="1200" b="1" dirty="0">
                  <a:solidFill>
                    <a:srgbClr val="000000"/>
                  </a:solidFill>
                  <a:sym typeface="微软雅黑" panose="020B0503020204020204" pitchFamily="34" charset="-122"/>
                </a:rPr>
                <a:t>回款</a:t>
              </a:r>
              <a:endParaRPr lang="zh-CN" altLang="en-US" sz="1200" b="1" dirty="0">
                <a:solidFill>
                  <a:srgbClr val="000000"/>
                </a:solidFill>
                <a:sym typeface="微软雅黑" panose="020B0503020204020204" pitchFamily="34" charset="-122"/>
              </a:endParaRPr>
            </a:p>
          </p:txBody>
        </p:sp>
        <p:sp>
          <p:nvSpPr>
            <p:cNvPr id="10" name="标题 2"/>
            <p:cNvSpPr txBox="1"/>
            <p:nvPr/>
          </p:nvSpPr>
          <p:spPr>
            <a:xfrm>
              <a:off x="10223535" y="689812"/>
              <a:ext cx="1140508" cy="3879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kern="1200" baseline="0">
                  <a:solidFill>
                    <a:schemeClr val="tx1"/>
                  </a:solidFill>
                  <a:latin typeface="微软雅黑" panose="020B0503020204020204" pitchFamily="34" charset="-122"/>
                  <a:ea typeface="微软雅黑" panose="020B0503020204020204" pitchFamily="34" charset="-122"/>
                  <a:cs typeface="+mj-cs"/>
                </a:defRPr>
              </a:lvl1pPr>
            </a:lstStyle>
            <a:p>
              <a:pPr>
                <a:defRPr/>
              </a:pPr>
              <a:r>
                <a:rPr lang="zh-CN" altLang="en-US" sz="1200" b="1" dirty="0">
                  <a:solidFill>
                    <a:srgbClr val="000000"/>
                  </a:solidFill>
                  <a:sym typeface="微软雅黑" panose="020B0503020204020204" pitchFamily="34" charset="-122"/>
                </a:rPr>
                <a:t>交付</a:t>
              </a:r>
              <a:endParaRPr lang="zh-CN" altLang="en-US" sz="1200" b="1" dirty="0">
                <a:solidFill>
                  <a:srgbClr val="000000"/>
                </a:solidFill>
                <a:sym typeface="微软雅黑" panose="020B0503020204020204" pitchFamily="34" charset="-122"/>
              </a:endParaRPr>
            </a:p>
          </p:txBody>
        </p:sp>
        <p:cxnSp>
          <p:nvCxnSpPr>
            <p:cNvPr id="11" name="直接箭头连接符 10"/>
            <p:cNvCxnSpPr/>
            <p:nvPr/>
          </p:nvCxnSpPr>
          <p:spPr>
            <a:xfrm flipH="1">
              <a:off x="9687498" y="1511130"/>
              <a:ext cx="464206" cy="1319"/>
            </a:xfrm>
            <a:prstGeom prst="straightConnector1">
              <a:avLst/>
            </a:prstGeom>
            <a:noFill/>
            <a:ln w="28575" cap="flat" cmpd="sng" algn="ctr">
              <a:solidFill>
                <a:srgbClr val="000000">
                  <a:shade val="95000"/>
                  <a:satMod val="105000"/>
                </a:srgbClr>
              </a:solidFill>
              <a:prstDash val="solid"/>
              <a:headEnd type="triangle"/>
              <a:tailEnd type="triangle"/>
            </a:ln>
            <a:effectLst/>
          </p:spPr>
        </p:cxnSp>
        <p:sp>
          <p:nvSpPr>
            <p:cNvPr id="12" name="标题 2"/>
            <p:cNvSpPr txBox="1"/>
            <p:nvPr/>
          </p:nvSpPr>
          <p:spPr>
            <a:xfrm>
              <a:off x="10216666" y="1280159"/>
              <a:ext cx="843613" cy="387900"/>
            </a:xfrm>
            <a:prstGeom prst="rect">
              <a:avLst/>
            </a:prstGeom>
          </p:spPr>
          <p:txBody>
            <a:bodyPr vert="horz" lIns="91440" tIns="45720" rIns="91440" bIns="45720" rtlCol="0" anchor="ctr">
              <a:normAutofit fontScale="92500"/>
            </a:bodyPr>
            <a:lstStyle>
              <a:lvl1pPr algn="l" defTabSz="914400" rtl="0" eaLnBrk="1" latinLnBrk="0" hangingPunct="1">
                <a:spcBef>
                  <a:spcPct val="0"/>
                </a:spcBef>
                <a:buNone/>
                <a:defRPr sz="3200" kern="1200" baseline="0">
                  <a:solidFill>
                    <a:schemeClr val="tx1"/>
                  </a:solidFill>
                  <a:latin typeface="微软雅黑" panose="020B0503020204020204" pitchFamily="34" charset="-122"/>
                  <a:ea typeface="微软雅黑" panose="020B0503020204020204" pitchFamily="34" charset="-122"/>
                  <a:cs typeface="+mj-cs"/>
                </a:defRPr>
              </a:lvl1pPr>
            </a:lstStyle>
            <a:p>
              <a:pPr>
                <a:defRPr/>
              </a:pPr>
              <a:r>
                <a:rPr lang="zh-CN" altLang="en-US" sz="1200" b="1" dirty="0">
                  <a:solidFill>
                    <a:srgbClr val="000000"/>
                  </a:solidFill>
                  <a:sym typeface="微软雅黑" panose="020B0503020204020204" pitchFamily="34" charset="-122"/>
                </a:rPr>
                <a:t>合同界面</a:t>
              </a:r>
              <a:endParaRPr lang="zh-CN" altLang="en-US" sz="1200" b="1" dirty="0">
                <a:solidFill>
                  <a:srgbClr val="000000"/>
                </a:solidFill>
                <a:sym typeface="微软雅黑" panose="020B0503020204020204" pitchFamily="34" charset="-122"/>
              </a:endParaRPr>
            </a:p>
          </p:txBody>
        </p:sp>
      </p:grpSp>
      <p:sp>
        <p:nvSpPr>
          <p:cNvPr id="15" name="圆角矩形 14"/>
          <p:cNvSpPr/>
          <p:nvPr/>
        </p:nvSpPr>
        <p:spPr bwMode="auto">
          <a:xfrm>
            <a:off x="3905946" y="940185"/>
            <a:ext cx="3119227" cy="540927"/>
          </a:xfrm>
          <a:prstGeom prst="roundRect">
            <a:avLst/>
          </a:prstGeom>
          <a:solidFill>
            <a:schemeClr val="tx2">
              <a:lumMod val="95000"/>
            </a:schemeClr>
          </a:solidFill>
          <a:ln>
            <a:solidFill>
              <a:schemeClr val="bg1">
                <a:lumMod val="50000"/>
              </a:schemeClr>
            </a:solid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defTabSz="914400" fontAlgn="base">
              <a:spcBef>
                <a:spcPct val="0"/>
              </a:spcBef>
              <a:spcAft>
                <a:spcPct val="0"/>
              </a:spcAft>
              <a:buClr>
                <a:srgbClr val="CC9900"/>
              </a:buClr>
            </a:pPr>
            <a:r>
              <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rPr>
              <a:t>湖北科投</a:t>
            </a:r>
            <a:endPar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圆角矩形 15"/>
          <p:cNvSpPr/>
          <p:nvPr/>
        </p:nvSpPr>
        <p:spPr bwMode="auto">
          <a:xfrm>
            <a:off x="3915343" y="2169415"/>
            <a:ext cx="3109830" cy="540927"/>
          </a:xfrm>
          <a:prstGeom prst="roundRect">
            <a:avLst/>
          </a:prstGeom>
          <a:solidFill>
            <a:schemeClr val="tx2">
              <a:lumMod val="95000"/>
            </a:schemeClr>
          </a:solidFill>
          <a:ln>
            <a:solidFill>
              <a:schemeClr val="bg1">
                <a:lumMod val="50000"/>
              </a:schemeClr>
            </a:solid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defTabSz="914400" fontAlgn="base">
              <a:spcBef>
                <a:spcPct val="0"/>
              </a:spcBef>
              <a:spcAft>
                <a:spcPct val="0"/>
              </a:spcAft>
              <a:buClr>
                <a:srgbClr val="CC9900"/>
              </a:buClr>
            </a:pPr>
            <a:r>
              <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rPr>
              <a:t>二代</a:t>
            </a:r>
            <a:endPar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圆角矩形 16"/>
          <p:cNvSpPr/>
          <p:nvPr/>
        </p:nvSpPr>
        <p:spPr bwMode="auto">
          <a:xfrm>
            <a:off x="3915343" y="3347154"/>
            <a:ext cx="3109830" cy="540927"/>
          </a:xfrm>
          <a:prstGeom prst="roundRect">
            <a:avLst/>
          </a:prstGeom>
          <a:solidFill>
            <a:schemeClr val="tx2">
              <a:lumMod val="95000"/>
            </a:schemeClr>
          </a:solidFill>
          <a:ln>
            <a:solidFill>
              <a:schemeClr val="bg1">
                <a:lumMod val="50000"/>
              </a:schemeClr>
            </a:solid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defTabSz="914400" fontAlgn="base">
              <a:spcBef>
                <a:spcPct val="0"/>
              </a:spcBef>
              <a:spcAft>
                <a:spcPct val="0"/>
              </a:spcAft>
              <a:buClr>
                <a:srgbClr val="CC9900"/>
              </a:buClr>
            </a:pPr>
            <a:r>
              <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rPr>
              <a:t>总代</a:t>
            </a:r>
            <a:endPar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圆角矩形 17"/>
          <p:cNvSpPr/>
          <p:nvPr/>
        </p:nvSpPr>
        <p:spPr bwMode="auto">
          <a:xfrm>
            <a:off x="3905945" y="4478052"/>
            <a:ext cx="3119228" cy="540927"/>
          </a:xfrm>
          <a:prstGeom prst="roundRect">
            <a:avLst/>
          </a:prstGeom>
          <a:solidFill>
            <a:schemeClr val="tx2">
              <a:lumMod val="95000"/>
            </a:schemeClr>
          </a:solidFill>
          <a:ln>
            <a:solidFill>
              <a:schemeClr val="bg1">
                <a:lumMod val="50000"/>
              </a:schemeClr>
            </a:solidFill>
          </a:ln>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defTabSz="914400" fontAlgn="base">
              <a:spcBef>
                <a:spcPct val="0"/>
              </a:spcBef>
              <a:spcAft>
                <a:spcPct val="0"/>
              </a:spcAft>
              <a:buClr>
                <a:srgbClr val="CC9900"/>
              </a:buClr>
            </a:pPr>
            <a:r>
              <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rPr>
              <a:t>华为技术</a:t>
            </a:r>
            <a:endParaRPr lang="zh-CN" altLang="en-US" b="1" kern="0" dirty="0">
              <a:solidFill>
                <a:sysClr val="windowText" lastClr="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9" name="直接箭头连接符 18"/>
          <p:cNvCxnSpPr/>
          <p:nvPr/>
        </p:nvCxnSpPr>
        <p:spPr>
          <a:xfrm>
            <a:off x="5575525" y="1580912"/>
            <a:ext cx="7049" cy="475519"/>
          </a:xfrm>
          <a:prstGeom prst="straightConnector1">
            <a:avLst/>
          </a:prstGeom>
          <a:noFill/>
          <a:ln w="28575" cap="flat" cmpd="sng" algn="ctr">
            <a:solidFill>
              <a:srgbClr val="000000">
                <a:shade val="95000"/>
                <a:satMod val="105000"/>
              </a:srgbClr>
            </a:solidFill>
            <a:prstDash val="solid"/>
            <a:headEnd type="triangle"/>
            <a:tailEnd type="triangle"/>
          </a:ln>
          <a:effectLst/>
        </p:spPr>
      </p:cxnSp>
      <p:cxnSp>
        <p:nvCxnSpPr>
          <p:cNvPr id="20" name="直接箭头连接符 19"/>
          <p:cNvCxnSpPr/>
          <p:nvPr/>
        </p:nvCxnSpPr>
        <p:spPr>
          <a:xfrm>
            <a:off x="5605980" y="2801393"/>
            <a:ext cx="0" cy="432942"/>
          </a:xfrm>
          <a:prstGeom prst="straightConnector1">
            <a:avLst/>
          </a:prstGeom>
          <a:noFill/>
          <a:ln w="28575" cap="flat" cmpd="sng" algn="ctr">
            <a:solidFill>
              <a:srgbClr val="000000">
                <a:shade val="95000"/>
                <a:satMod val="105000"/>
              </a:srgbClr>
            </a:solidFill>
            <a:prstDash val="solid"/>
            <a:headEnd type="triangle"/>
            <a:tailEnd type="triangle"/>
          </a:ln>
          <a:effectLst/>
        </p:spPr>
      </p:cxnSp>
      <p:cxnSp>
        <p:nvCxnSpPr>
          <p:cNvPr id="21" name="直接箭头连接符 20"/>
          <p:cNvCxnSpPr/>
          <p:nvPr/>
        </p:nvCxnSpPr>
        <p:spPr>
          <a:xfrm flipH="1">
            <a:off x="5626488" y="3971175"/>
            <a:ext cx="552" cy="394209"/>
          </a:xfrm>
          <a:prstGeom prst="straightConnector1">
            <a:avLst/>
          </a:prstGeom>
          <a:noFill/>
          <a:ln w="28575" cap="flat" cmpd="sng" algn="ctr">
            <a:solidFill>
              <a:srgbClr val="000000">
                <a:shade val="95000"/>
                <a:satMod val="105000"/>
              </a:srgbClr>
            </a:solidFill>
            <a:prstDash val="solid"/>
            <a:headEnd type="triangle"/>
            <a:tailEnd type="triangle"/>
          </a:ln>
          <a:effectLst/>
        </p:spPr>
      </p:cxnSp>
      <p:cxnSp>
        <p:nvCxnSpPr>
          <p:cNvPr id="25" name="直接箭头连接符 24"/>
          <p:cNvCxnSpPr/>
          <p:nvPr/>
        </p:nvCxnSpPr>
        <p:spPr>
          <a:xfrm>
            <a:off x="5189137" y="1579522"/>
            <a:ext cx="0" cy="468757"/>
          </a:xfrm>
          <a:prstGeom prst="straightConnector1">
            <a:avLst/>
          </a:prstGeom>
          <a:noFill/>
          <a:ln w="25400" cap="flat" cmpd="sng" algn="ctr">
            <a:solidFill>
              <a:srgbClr val="FFE2B8">
                <a:lumMod val="50000"/>
              </a:srgbClr>
            </a:solidFill>
            <a:prstDash val="solid"/>
            <a:tailEnd type="triangle"/>
          </a:ln>
          <a:effectLst>
            <a:outerShdw blurRad="40000" dist="20000" dir="5400000" rotWithShape="0">
              <a:srgbClr val="000000">
                <a:alpha val="38000"/>
              </a:srgbClr>
            </a:outerShdw>
          </a:effectLst>
        </p:spPr>
      </p:cxnSp>
      <p:cxnSp>
        <p:nvCxnSpPr>
          <p:cNvPr id="26" name="直接箭头连接符 25"/>
          <p:cNvCxnSpPr/>
          <p:nvPr/>
        </p:nvCxnSpPr>
        <p:spPr>
          <a:xfrm>
            <a:off x="5214892" y="2804378"/>
            <a:ext cx="0" cy="447466"/>
          </a:xfrm>
          <a:prstGeom prst="straightConnector1">
            <a:avLst/>
          </a:prstGeom>
          <a:noFill/>
          <a:ln w="25400" cap="flat" cmpd="sng" algn="ctr">
            <a:solidFill>
              <a:srgbClr val="FFE2B8">
                <a:lumMod val="50000"/>
              </a:srgbClr>
            </a:solidFill>
            <a:prstDash val="solid"/>
            <a:tailEnd type="triangle"/>
          </a:ln>
          <a:effectLst>
            <a:outerShdw blurRad="40000" dist="20000" dir="5400000" rotWithShape="0">
              <a:srgbClr val="000000">
                <a:alpha val="38000"/>
              </a:srgbClr>
            </a:outerShdw>
          </a:effectLst>
        </p:spPr>
      </p:cxnSp>
      <p:cxnSp>
        <p:nvCxnSpPr>
          <p:cNvPr id="27" name="直接箭头连接符 26"/>
          <p:cNvCxnSpPr/>
          <p:nvPr/>
        </p:nvCxnSpPr>
        <p:spPr>
          <a:xfrm flipH="1">
            <a:off x="5236092" y="3991314"/>
            <a:ext cx="462" cy="367729"/>
          </a:xfrm>
          <a:prstGeom prst="straightConnector1">
            <a:avLst/>
          </a:prstGeom>
          <a:noFill/>
          <a:ln w="25400" cap="flat" cmpd="sng" algn="ctr">
            <a:solidFill>
              <a:srgbClr val="FFE2B8">
                <a:lumMod val="50000"/>
              </a:srgbClr>
            </a:solidFill>
            <a:prstDash val="solid"/>
            <a:tailEnd type="triangle"/>
          </a:ln>
          <a:effectLst>
            <a:outerShdw blurRad="40000" dist="20000" dir="5400000" rotWithShape="0">
              <a:srgbClr val="000000">
                <a:alpha val="38000"/>
              </a:srgbClr>
            </a:outerShdw>
          </a:effectLst>
        </p:spPr>
      </p:cxnSp>
      <p:cxnSp>
        <p:nvCxnSpPr>
          <p:cNvPr id="29" name="肘形连接符 28"/>
          <p:cNvCxnSpPr>
            <a:endCxn id="16" idx="1"/>
          </p:cNvCxnSpPr>
          <p:nvPr/>
        </p:nvCxnSpPr>
        <p:spPr bwMode="auto">
          <a:xfrm rot="16200000" flipH="1">
            <a:off x="3191774" y="1716308"/>
            <a:ext cx="866371" cy="580769"/>
          </a:xfrm>
          <a:prstGeom prst="bentConnector2">
            <a:avLst/>
          </a:prstGeom>
          <a:noFill/>
          <a:ln>
            <a:noFill/>
            <a:tailEnd type="triangle"/>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bwMode="auto">
          <a:xfrm>
            <a:off x="108744" y="200250"/>
            <a:ext cx="7632700" cy="429073"/>
          </a:xfrm>
          <a:prstGeom prst="rect">
            <a:avLst/>
          </a:prstGeom>
          <a:noFill/>
          <a:ln w="9525">
            <a:noFill/>
            <a:miter lim="800000"/>
          </a:ln>
        </p:spPr>
        <p:txBody>
          <a:bodyPr vert="horz" wrap="square" lIns="91361" tIns="45680" rIns="91361" bIns="4568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项目场景</a:t>
            </a:r>
            <a:endParaRPr kumimoji="0" lang="zh-CN" altLang="en-US" sz="2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p:txBody>
      </p:sp>
      <p:grpSp>
        <p:nvGrpSpPr>
          <p:cNvPr id="101" name="组合 100"/>
          <p:cNvGrpSpPr/>
          <p:nvPr/>
        </p:nvGrpSpPr>
        <p:grpSpPr>
          <a:xfrm>
            <a:off x="234606" y="1129071"/>
            <a:ext cx="9193864" cy="5389808"/>
            <a:chOff x="234606" y="1659009"/>
            <a:chExt cx="9193864" cy="4859869"/>
          </a:xfrm>
        </p:grpSpPr>
        <p:sp>
          <p:nvSpPr>
            <p:cNvPr id="102" name="文本框 101"/>
            <p:cNvSpPr txBox="1"/>
            <p:nvPr/>
          </p:nvSpPr>
          <p:spPr>
            <a:xfrm>
              <a:off x="234606" y="4391542"/>
              <a:ext cx="515586" cy="553694"/>
            </a:xfrm>
            <a:prstGeom prst="rect">
              <a:avLst/>
            </a:prstGeom>
            <a:noFill/>
          </p:spPr>
          <p:txBody>
            <a:bodyPr wrap="square" lIns="0" tIns="0" rIns="0" bIns="0" rtlCol="0">
              <a:spAutoFit/>
            </a:bodyPr>
            <a:lstStyle/>
            <a:p>
              <a:pPr defTabSz="913765">
                <a:defRPr/>
              </a:pPr>
              <a:r>
                <a:rPr kumimoji="1" lang="zh-CN" altLang="en-US" sz="1800" b="1" dirty="0">
                  <a:solidFill>
                    <a:srgbClr val="1D1D1A"/>
                  </a:solidFill>
                  <a:latin typeface="微软雅黑" panose="020B0503020204020204" pitchFamily="34" charset="-122"/>
                  <a:ea typeface="微软雅黑" panose="020B0503020204020204" pitchFamily="34" charset="-122"/>
                </a:rPr>
                <a:t>算力底座</a:t>
              </a:r>
              <a:endParaRPr kumimoji="1" lang="zh-CN" altLang="en-US" sz="1800" b="1" dirty="0">
                <a:solidFill>
                  <a:srgbClr val="1D1D1A"/>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234606" y="2699916"/>
              <a:ext cx="515586" cy="553694"/>
            </a:xfrm>
            <a:prstGeom prst="rect">
              <a:avLst/>
            </a:prstGeom>
            <a:noFill/>
          </p:spPr>
          <p:txBody>
            <a:bodyPr wrap="square" lIns="0" tIns="0" rIns="0" bIns="0" rtlCol="0">
              <a:spAutoFit/>
            </a:bodyPr>
            <a:lstStyle/>
            <a:p>
              <a:pPr defTabSz="913765">
                <a:defRPr/>
              </a:pPr>
              <a:r>
                <a:rPr kumimoji="1" lang="zh-CN" altLang="en-US" sz="1800" b="1" dirty="0">
                  <a:solidFill>
                    <a:srgbClr val="1D1D1A"/>
                  </a:solidFill>
                  <a:latin typeface="微软雅黑" panose="020B0503020204020204" pitchFamily="34" charset="-122"/>
                  <a:ea typeface="微软雅黑" panose="020B0503020204020204" pitchFamily="34" charset="-122"/>
                </a:rPr>
                <a:t>智算平台</a:t>
              </a:r>
              <a:endParaRPr kumimoji="1" lang="zh-CN" altLang="en-US" sz="1800" b="1" dirty="0">
                <a:solidFill>
                  <a:srgbClr val="1D1D1A"/>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270372" y="1776164"/>
              <a:ext cx="515586" cy="276847"/>
            </a:xfrm>
            <a:prstGeom prst="rect">
              <a:avLst/>
            </a:prstGeom>
            <a:noFill/>
          </p:spPr>
          <p:txBody>
            <a:bodyPr wrap="square" lIns="0" tIns="0" rIns="0" bIns="0" rtlCol="0">
              <a:spAutoFit/>
            </a:bodyPr>
            <a:lstStyle/>
            <a:p>
              <a:pPr defTabSz="913765">
                <a:defRPr/>
              </a:pPr>
              <a:r>
                <a:rPr kumimoji="1" lang="zh-CN" altLang="en-US" sz="1800" b="1" dirty="0">
                  <a:solidFill>
                    <a:srgbClr val="1D1D1A"/>
                  </a:solidFill>
                  <a:latin typeface="微软雅黑" panose="020B0503020204020204" pitchFamily="34" charset="-122"/>
                  <a:ea typeface="微软雅黑" panose="020B0503020204020204" pitchFamily="34" charset="-122"/>
                </a:rPr>
                <a:t>模型</a:t>
              </a:r>
              <a:endParaRPr kumimoji="1" lang="zh-CN" altLang="en-US" sz="1800" b="1" dirty="0">
                <a:solidFill>
                  <a:srgbClr val="1D1D1A"/>
                </a:solidFill>
                <a:latin typeface="微软雅黑" panose="020B0503020204020204" pitchFamily="34" charset="-122"/>
                <a:ea typeface="微软雅黑" panose="020B0503020204020204" pitchFamily="34" charset="-122"/>
              </a:endParaRPr>
            </a:p>
          </p:txBody>
        </p:sp>
        <p:sp>
          <p:nvSpPr>
            <p:cNvPr id="105" name="矩形 104"/>
            <p:cNvSpPr/>
            <p:nvPr/>
          </p:nvSpPr>
          <p:spPr>
            <a:xfrm>
              <a:off x="1513305" y="1722838"/>
              <a:ext cx="1717244" cy="431758"/>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语言大模型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6" name="矩形 105"/>
            <p:cNvSpPr/>
            <p:nvPr/>
          </p:nvSpPr>
          <p:spPr>
            <a:xfrm>
              <a:off x="4399464" y="1722838"/>
              <a:ext cx="1537140" cy="427319"/>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图像大模型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8" name="矩形 107"/>
            <p:cNvSpPr/>
            <p:nvPr/>
          </p:nvSpPr>
          <p:spPr>
            <a:xfrm>
              <a:off x="6964609" y="1727616"/>
              <a:ext cx="1771701" cy="431758"/>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多模态大模型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9" name="矩形 108"/>
            <p:cNvSpPr/>
            <p:nvPr/>
          </p:nvSpPr>
          <p:spPr>
            <a:xfrm>
              <a:off x="1031829" y="2426494"/>
              <a:ext cx="8177428" cy="597022"/>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200" dirty="0">
                  <a:solidFill>
                    <a:srgbClr val="FFFFFF"/>
                  </a:solidFill>
                  <a:latin typeface="微软雅黑" panose="020B0503020204020204" pitchFamily="34" charset="-122"/>
                  <a:ea typeface="微软雅黑" panose="020B0503020204020204" pitchFamily="34" charset="-122"/>
                </a:rPr>
                <a:t>ZJ AI</a:t>
              </a:r>
              <a:r>
                <a:rPr lang="zh-CN" altLang="en-US" sz="1200" dirty="0">
                  <a:solidFill>
                    <a:srgbClr val="FFFFFF"/>
                  </a:solidFill>
                  <a:latin typeface="微软雅黑" panose="020B0503020204020204" pitchFamily="34" charset="-122"/>
                  <a:ea typeface="微软雅黑" panose="020B0503020204020204" pitchFamily="34" charset="-122"/>
                </a:rPr>
                <a:t>平台</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10" name="矩形 109"/>
            <p:cNvSpPr/>
            <p:nvPr/>
          </p:nvSpPr>
          <p:spPr>
            <a:xfrm>
              <a:off x="831514" y="2347181"/>
              <a:ext cx="8596956" cy="128616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111" name="矩形 110"/>
            <p:cNvSpPr/>
            <p:nvPr/>
          </p:nvSpPr>
          <p:spPr>
            <a:xfrm>
              <a:off x="1031830" y="3101008"/>
              <a:ext cx="8177427" cy="449656"/>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集群</a:t>
              </a:r>
              <a:r>
                <a:rPr lang="zh-CN" altLang="en-US" sz="1200">
                  <a:solidFill>
                    <a:srgbClr val="FFFFFF"/>
                  </a:solidFill>
                  <a:latin typeface="微软雅黑" panose="020B0503020204020204" pitchFamily="34" charset="-122"/>
                  <a:ea typeface="微软雅黑" panose="020B0503020204020204" pitchFamily="34" charset="-122"/>
                </a:rPr>
                <a:t>调度（</a:t>
              </a:r>
              <a:r>
                <a:rPr lang="en-US" altLang="zh-CN" sz="1200" dirty="0">
                  <a:solidFill>
                    <a:srgbClr val="FFFFFF"/>
                  </a:solidFill>
                  <a:latin typeface="微软雅黑" panose="020B0503020204020204" pitchFamily="34" charset="-122"/>
                  <a:ea typeface="微软雅黑" panose="020B0503020204020204" pitchFamily="34" charset="-122"/>
                </a:rPr>
                <a:t>K8S</a:t>
              </a:r>
              <a:r>
                <a:rPr lang="zh-CN" altLang="en-US" sz="1200" dirty="0">
                  <a:solidFill>
                    <a:srgbClr val="FFFFFF"/>
                  </a:solidFill>
                  <a:latin typeface="微软雅黑" panose="020B0503020204020204" pitchFamily="34" charset="-122"/>
                  <a:ea typeface="微软雅黑" panose="020B0503020204020204" pitchFamily="34" charset="-122"/>
                </a:rPr>
                <a:t>）</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12" name="矩形 111"/>
            <p:cNvSpPr/>
            <p:nvPr/>
          </p:nvSpPr>
          <p:spPr>
            <a:xfrm>
              <a:off x="7096046" y="3255744"/>
              <a:ext cx="1886847" cy="231851"/>
            </a:xfrm>
            <a:prstGeom prst="rect">
              <a:avLst/>
            </a:prstGeom>
            <a:solidFill>
              <a:srgbClr val="DDDDD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050" dirty="0" err="1">
                  <a:solidFill>
                    <a:srgbClr val="1D1D1A"/>
                  </a:solidFill>
                  <a:latin typeface="微软雅黑" panose="020B0503020204020204" pitchFamily="34" charset="-122"/>
                  <a:ea typeface="微软雅黑" panose="020B0503020204020204" pitchFamily="34" charset="-122"/>
                </a:rPr>
                <a:t>MindCluster</a:t>
              </a:r>
              <a:endParaRPr lang="zh-CN" altLang="en-US" sz="1050" dirty="0">
                <a:solidFill>
                  <a:srgbClr val="1D1D1A"/>
                </a:solidFill>
                <a:latin typeface="微软雅黑" panose="020B0503020204020204" pitchFamily="34" charset="-122"/>
                <a:ea typeface="微软雅黑" panose="020B0503020204020204" pitchFamily="34" charset="-122"/>
              </a:endParaRPr>
            </a:p>
          </p:txBody>
        </p:sp>
        <p:sp>
          <p:nvSpPr>
            <p:cNvPr id="113" name="矩形 112"/>
            <p:cNvSpPr/>
            <p:nvPr/>
          </p:nvSpPr>
          <p:spPr>
            <a:xfrm>
              <a:off x="844596" y="1659009"/>
              <a:ext cx="8583871" cy="613644"/>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875274" y="1730023"/>
              <a:ext cx="821205" cy="184565"/>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大模型</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15" name="矩形 114"/>
            <p:cNvSpPr/>
            <p:nvPr/>
          </p:nvSpPr>
          <p:spPr>
            <a:xfrm>
              <a:off x="1031831" y="5007674"/>
              <a:ext cx="6090065"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116" name="矩形 115"/>
            <p:cNvSpPr/>
            <p:nvPr/>
          </p:nvSpPr>
          <p:spPr>
            <a:xfrm>
              <a:off x="1129035" y="5112689"/>
              <a:ext cx="2154788" cy="338574"/>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defTabSz="913765">
                <a:defRPr/>
              </a:pPr>
              <a:r>
                <a:rPr lang="en-US" altLang="zh-CN" sz="1200" b="1" dirty="0">
                  <a:solidFill>
                    <a:srgbClr val="1D1D1A"/>
                  </a:solidFill>
                  <a:latin typeface="微软雅黑" panose="020B0503020204020204" pitchFamily="34" charset="-122"/>
                  <a:ea typeface="微软雅黑" panose="020B0503020204020204" pitchFamily="34" charset="-122"/>
                </a:rPr>
                <a:t>AI</a:t>
              </a:r>
              <a:r>
                <a:rPr lang="zh-CN" altLang="en-US" sz="1200" b="1" dirty="0">
                  <a:solidFill>
                    <a:srgbClr val="1D1D1A"/>
                  </a:solidFill>
                  <a:latin typeface="微软雅黑" panose="020B0503020204020204" pitchFamily="34" charset="-122"/>
                  <a:ea typeface="微软雅黑" panose="020B0503020204020204" pitchFamily="34" charset="-122"/>
                </a:rPr>
                <a:t>计算</a:t>
              </a:r>
              <a:endParaRPr lang="zh-CN" altLang="en-US" sz="1200" b="1" dirty="0">
                <a:solidFill>
                  <a:srgbClr val="1D1D1A"/>
                </a:solidFill>
                <a:latin typeface="微软雅黑" panose="020B0503020204020204" pitchFamily="34" charset="-122"/>
                <a:ea typeface="微软雅黑" panose="020B0503020204020204" pitchFamily="34" charset="-122"/>
              </a:endParaRPr>
            </a:p>
          </p:txBody>
        </p:sp>
        <p:sp>
          <p:nvSpPr>
            <p:cNvPr id="117" name="矩形 116"/>
            <p:cNvSpPr/>
            <p:nvPr/>
          </p:nvSpPr>
          <p:spPr>
            <a:xfrm>
              <a:off x="3356368" y="5112689"/>
              <a:ext cx="3058562" cy="338574"/>
            </a:xfrm>
            <a:prstGeom prst="rect">
              <a:avLst/>
            </a:prstGeom>
            <a:solidFill>
              <a:srgbClr val="0070C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118" name="矩形 117"/>
            <p:cNvSpPr/>
            <p:nvPr/>
          </p:nvSpPr>
          <p:spPr>
            <a:xfrm>
              <a:off x="6485966" y="5105115"/>
              <a:ext cx="513715" cy="346149"/>
            </a:xfrm>
            <a:prstGeom prst="rect">
              <a:avLst/>
            </a:prstGeom>
            <a:solidFill>
              <a:srgbClr val="0070C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b="1" dirty="0">
                  <a:solidFill>
                    <a:schemeClr val="tx2"/>
                  </a:solidFill>
                  <a:latin typeface="微软雅黑" panose="020B0503020204020204" pitchFamily="34" charset="-122"/>
                  <a:ea typeface="微软雅黑" panose="020B0503020204020204" pitchFamily="34" charset="-122"/>
                </a:rPr>
                <a:t>存储</a:t>
              </a:r>
              <a:endParaRPr lang="zh-CN" altLang="en-US" sz="1200" b="1" dirty="0">
                <a:solidFill>
                  <a:schemeClr val="tx2"/>
                </a:solidFill>
                <a:latin typeface="微软雅黑" panose="020B0503020204020204" pitchFamily="34" charset="-122"/>
                <a:ea typeface="微软雅黑" panose="020B0503020204020204" pitchFamily="34" charset="-122"/>
              </a:endParaRPr>
            </a:p>
          </p:txBody>
        </p:sp>
        <p:sp>
          <p:nvSpPr>
            <p:cNvPr id="119" name="矩形 118"/>
            <p:cNvSpPr/>
            <p:nvPr/>
          </p:nvSpPr>
          <p:spPr>
            <a:xfrm>
              <a:off x="2122110" y="3906407"/>
              <a:ext cx="1137247"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计算管控服务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20" name="矩形 119"/>
            <p:cNvSpPr/>
            <p:nvPr/>
          </p:nvSpPr>
          <p:spPr>
            <a:xfrm>
              <a:off x="3352849" y="3906407"/>
              <a:ext cx="1144653"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网络管控服务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21" name="矩形 120"/>
            <p:cNvSpPr/>
            <p:nvPr/>
          </p:nvSpPr>
          <p:spPr>
            <a:xfrm>
              <a:off x="1031831" y="3796176"/>
              <a:ext cx="4829971"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000" dirty="0">
                <a:solidFill>
                  <a:srgbClr val="666666"/>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1270254" y="4003965"/>
              <a:ext cx="901066" cy="184565"/>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云管服务</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23" name="矩形 122"/>
            <p:cNvSpPr/>
            <p:nvPr/>
          </p:nvSpPr>
          <p:spPr>
            <a:xfrm>
              <a:off x="4590079" y="3906407"/>
              <a:ext cx="1155910"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存储管控服务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24" name="矩形 123"/>
            <p:cNvSpPr/>
            <p:nvPr/>
          </p:nvSpPr>
          <p:spPr>
            <a:xfrm>
              <a:off x="4185001" y="5143926"/>
              <a:ext cx="1061393" cy="279815"/>
            </a:xfrm>
            <a:prstGeom prst="rect">
              <a:avLst/>
            </a:prstGeom>
            <a:solidFill>
              <a:srgbClr val="0070C0"/>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900" dirty="0">
                  <a:solidFill>
                    <a:schemeClr val="tx2"/>
                  </a:solidFill>
                  <a:latin typeface="微软雅黑" panose="020B0503020204020204" pitchFamily="34" charset="-122"/>
                  <a:ea typeface="微软雅黑" panose="020B0503020204020204" pitchFamily="34" charset="-122"/>
                </a:rPr>
                <a:t>业务平面</a:t>
              </a:r>
              <a:endParaRPr lang="zh-CN" altLang="en-US" sz="900" dirty="0">
                <a:solidFill>
                  <a:schemeClr val="tx2"/>
                </a:solidFill>
                <a:latin typeface="微软雅黑" panose="020B0503020204020204" pitchFamily="34" charset="-122"/>
                <a:ea typeface="微软雅黑" panose="020B0503020204020204" pitchFamily="34" charset="-122"/>
              </a:endParaRPr>
            </a:p>
          </p:txBody>
        </p:sp>
        <p:sp>
          <p:nvSpPr>
            <p:cNvPr id="125" name="矩形 124"/>
            <p:cNvSpPr/>
            <p:nvPr/>
          </p:nvSpPr>
          <p:spPr>
            <a:xfrm>
              <a:off x="6968481" y="3918416"/>
              <a:ext cx="2111780" cy="299391"/>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运维管理服务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26" name="矩形 125"/>
            <p:cNvSpPr/>
            <p:nvPr/>
          </p:nvSpPr>
          <p:spPr>
            <a:xfrm>
              <a:off x="3454521" y="5148041"/>
              <a:ext cx="613204" cy="276847"/>
            </a:xfrm>
            <a:prstGeom prst="rect">
              <a:avLst/>
            </a:prstGeom>
            <a:noFill/>
          </p:spPr>
          <p:txBody>
            <a:bodyPr wrap="square">
              <a:spAutoFit/>
            </a:bodyPr>
            <a:lstStyle/>
            <a:p>
              <a:pPr algn="ctr" defTabSz="913765">
                <a:defRPr/>
              </a:pPr>
              <a:r>
                <a:rPr lang="zh-CN" altLang="en-US" sz="1200" b="1" dirty="0">
                  <a:solidFill>
                    <a:schemeClr val="tx2"/>
                  </a:solidFill>
                  <a:latin typeface="微软雅黑" panose="020B0503020204020204" pitchFamily="34" charset="-122"/>
                  <a:ea typeface="微软雅黑" panose="020B0503020204020204" pitchFamily="34" charset="-122"/>
                </a:rPr>
                <a:t>网络</a:t>
              </a:r>
              <a:endParaRPr lang="zh-CN" altLang="en-US" sz="1200" b="1" dirty="0">
                <a:solidFill>
                  <a:schemeClr val="tx2"/>
                </a:solidFill>
                <a:latin typeface="微软雅黑" panose="020B0503020204020204" pitchFamily="34" charset="-122"/>
                <a:ea typeface="微软雅黑" panose="020B0503020204020204" pitchFamily="34" charset="-122"/>
              </a:endParaRPr>
            </a:p>
          </p:txBody>
        </p:sp>
        <p:sp>
          <p:nvSpPr>
            <p:cNvPr id="127" name="矩形 126"/>
            <p:cNvSpPr/>
            <p:nvPr/>
          </p:nvSpPr>
          <p:spPr>
            <a:xfrm>
              <a:off x="5981595" y="3807920"/>
              <a:ext cx="3227664"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6162217" y="4003965"/>
              <a:ext cx="902121" cy="184565"/>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运维服务</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29" name="矩形 128"/>
            <p:cNvSpPr/>
            <p:nvPr/>
          </p:nvSpPr>
          <p:spPr>
            <a:xfrm>
              <a:off x="831514" y="3732445"/>
              <a:ext cx="8596955" cy="187189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130" name="矩形 129"/>
            <p:cNvSpPr/>
            <p:nvPr/>
          </p:nvSpPr>
          <p:spPr>
            <a:xfrm>
              <a:off x="1024252" y="4728945"/>
              <a:ext cx="6097644" cy="201237"/>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测试</a:t>
              </a:r>
              <a:r>
                <a:rPr lang="en-US" altLang="zh-CN" sz="1200" dirty="0">
                  <a:solidFill>
                    <a:srgbClr val="FFFFFF"/>
                  </a:solidFill>
                  <a:latin typeface="微软雅黑" panose="020B0503020204020204" pitchFamily="34" charset="-122"/>
                  <a:ea typeface="微软雅黑" panose="020B0503020204020204" pitchFamily="34" charset="-122"/>
                </a:rPr>
                <a:t>OS </a:t>
              </a:r>
              <a:r>
                <a:rPr lang="en-US" altLang="zh-CN" sz="1200" dirty="0" err="1">
                  <a:solidFill>
                    <a:srgbClr val="FFFFFF"/>
                  </a:solidFill>
                  <a:latin typeface="微软雅黑" panose="020B0503020204020204" pitchFamily="34" charset="-122"/>
                  <a:ea typeface="微软雅黑" panose="020B0503020204020204" pitchFamily="34" charset="-122"/>
                </a:rPr>
                <a:t>openEuler</a:t>
              </a:r>
              <a:r>
                <a:rPr lang="en-US" altLang="zh-CN" sz="1200" dirty="0">
                  <a:solidFill>
                    <a:srgbClr val="FFFFFF"/>
                  </a:solidFill>
                  <a:latin typeface="微软雅黑" panose="020B0503020204020204" pitchFamily="34" charset="-122"/>
                  <a:ea typeface="微软雅黑" panose="020B0503020204020204" pitchFamily="34" charset="-122"/>
                </a:rPr>
                <a:t>/</a:t>
              </a:r>
              <a:r>
                <a:rPr lang="zh-CN" altLang="en-US" sz="1200" dirty="0">
                  <a:solidFill>
                    <a:srgbClr val="FFFFFF"/>
                  </a:solidFill>
                  <a:latin typeface="微软雅黑" panose="020B0503020204020204" pitchFamily="34" charset="-122"/>
                  <a:ea typeface="微软雅黑" panose="020B0503020204020204" pitchFamily="34" charset="-122"/>
                </a:rPr>
                <a:t>商用</a:t>
              </a:r>
              <a:r>
                <a:rPr lang="en-US" altLang="zh-CN" sz="1200" dirty="0">
                  <a:solidFill>
                    <a:srgbClr val="FFFFFF"/>
                  </a:solidFill>
                  <a:latin typeface="微软雅黑" panose="020B0503020204020204" pitchFamily="34" charset="-122"/>
                  <a:ea typeface="微软雅黑" panose="020B0503020204020204" pitchFamily="34" charset="-122"/>
                </a:rPr>
                <a:t>OS DEBIAN</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35" name="矩形 134"/>
            <p:cNvSpPr/>
            <p:nvPr/>
          </p:nvSpPr>
          <p:spPr>
            <a:xfrm>
              <a:off x="1024251" y="4413067"/>
              <a:ext cx="6097647" cy="230802"/>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200" dirty="0">
                  <a:solidFill>
                    <a:srgbClr val="1D1D1A"/>
                  </a:solidFill>
                  <a:latin typeface="微软雅黑" panose="020B0503020204020204" pitchFamily="34" charset="-122"/>
                  <a:ea typeface="微软雅黑" panose="020B0503020204020204" pitchFamily="34" charset="-122"/>
                </a:rPr>
                <a:t>CANN</a:t>
              </a:r>
              <a:r>
                <a:rPr lang="en-US" altLang="zh-CN" sz="1050" dirty="0">
                  <a:solidFill>
                    <a:srgbClr val="1D1D1A"/>
                  </a:solidFill>
                  <a:latin typeface="微软雅黑" panose="020B0503020204020204" pitchFamily="34" charset="-122"/>
                  <a:ea typeface="微软雅黑" panose="020B0503020204020204" pitchFamily="34" charset="-122"/>
                </a:rPr>
                <a:t>(Compute Architecture for Neural Networks)</a:t>
              </a: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136" name="文本框 135"/>
            <p:cNvSpPr txBox="1"/>
            <p:nvPr/>
          </p:nvSpPr>
          <p:spPr>
            <a:xfrm>
              <a:off x="234606" y="5739698"/>
              <a:ext cx="515586" cy="553694"/>
            </a:xfrm>
            <a:prstGeom prst="rect">
              <a:avLst/>
            </a:prstGeom>
            <a:noFill/>
          </p:spPr>
          <p:txBody>
            <a:bodyPr wrap="square" lIns="0" tIns="0" rIns="0" bIns="0" rtlCol="0">
              <a:spAutoFit/>
            </a:bodyPr>
            <a:lstStyle/>
            <a:p>
              <a:pPr defTabSz="913765">
                <a:defRPr/>
              </a:pPr>
              <a:r>
                <a:rPr kumimoji="1" lang="zh-CN" altLang="en-US" sz="1800" b="1" dirty="0">
                  <a:solidFill>
                    <a:srgbClr val="1D1D1A"/>
                  </a:solidFill>
                  <a:latin typeface="微软雅黑" panose="020B0503020204020204" pitchFamily="34" charset="-122"/>
                  <a:ea typeface="微软雅黑" panose="020B0503020204020204" pitchFamily="34" charset="-122"/>
                </a:rPr>
                <a:t>机房适配</a:t>
              </a:r>
              <a:endParaRPr kumimoji="1" lang="zh-CN" altLang="en-US" sz="1800" b="1" dirty="0">
                <a:solidFill>
                  <a:srgbClr val="1D1D1A"/>
                </a:solidFill>
                <a:latin typeface="微软雅黑" panose="020B0503020204020204" pitchFamily="34" charset="-122"/>
                <a:ea typeface="微软雅黑" panose="020B0503020204020204" pitchFamily="34" charset="-122"/>
              </a:endParaRPr>
            </a:p>
          </p:txBody>
        </p:sp>
        <p:sp>
          <p:nvSpPr>
            <p:cNvPr id="137" name="矩形 136"/>
            <p:cNvSpPr/>
            <p:nvPr/>
          </p:nvSpPr>
          <p:spPr>
            <a:xfrm>
              <a:off x="7205386" y="4406600"/>
              <a:ext cx="2003872" cy="1112655"/>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991" tIns="45695" rIns="53991" bIns="45695" numCol="1" spcCol="0" rtlCol="0" fromWordArt="0" anchor="ctr" anchorCtr="0" forceAA="0" compatLnSpc="1">
              <a:noAutofit/>
            </a:bodyPr>
            <a:lstStyle/>
            <a:p>
              <a:pPr algn="ctr" defTabSz="913765">
                <a:defRPr/>
              </a:pPr>
              <a:r>
                <a:rPr lang="en-US" altLang="zh-CN" sz="1200" b="1" dirty="0">
                  <a:solidFill>
                    <a:srgbClr val="1D1D1A"/>
                  </a:solidFill>
                  <a:latin typeface="微软雅黑" panose="020B0503020204020204" pitchFamily="34" charset="-122"/>
                  <a:ea typeface="微软雅黑" panose="020B0503020204020204" pitchFamily="34" charset="-122"/>
                </a:rPr>
                <a:t>CCAE</a:t>
              </a:r>
              <a:endParaRPr lang="en-US" altLang="zh-CN" sz="1200" b="1" dirty="0">
                <a:solidFill>
                  <a:srgbClr val="1D1D1A"/>
                </a:solidFill>
                <a:latin typeface="微软雅黑" panose="020B0503020204020204" pitchFamily="34" charset="-122"/>
                <a:ea typeface="微软雅黑" panose="020B0503020204020204" pitchFamily="34" charset="-122"/>
              </a:endParaRPr>
            </a:p>
            <a:p>
              <a:pPr algn="ctr" defTabSz="913765">
                <a:defRPr/>
              </a:pPr>
              <a:r>
                <a:rPr lang="zh-CN" altLang="en-US" sz="1000" dirty="0">
                  <a:solidFill>
                    <a:srgbClr val="1D1D1A"/>
                  </a:solidFill>
                  <a:latin typeface="微软雅黑" panose="020B0503020204020204" pitchFamily="34" charset="-122"/>
                  <a:ea typeface="微软雅黑" panose="020B0503020204020204" pitchFamily="34" charset="-122"/>
                </a:rPr>
                <a:t>（</a:t>
              </a:r>
              <a:r>
                <a:rPr lang="en-US" altLang="zh-CN" sz="1000" dirty="0">
                  <a:solidFill>
                    <a:srgbClr val="1D1D1A"/>
                  </a:solidFill>
                  <a:latin typeface="微软雅黑" panose="020B0503020204020204" pitchFamily="34" charset="-122"/>
                  <a:ea typeface="微软雅黑" panose="020B0503020204020204" pitchFamily="34" charset="-122"/>
                </a:rPr>
                <a:t>Cluster Computing Autonomous Engine</a:t>
              </a:r>
              <a:r>
                <a:rPr lang="zh-CN" altLang="en-US" sz="1000" dirty="0">
                  <a:solidFill>
                    <a:srgbClr val="1D1D1A"/>
                  </a:solidFill>
                  <a:latin typeface="微软雅黑" panose="020B0503020204020204" pitchFamily="34" charset="-122"/>
                  <a:ea typeface="微软雅黑" panose="020B0503020204020204" pitchFamily="34" charset="-122"/>
                </a:rPr>
                <a:t>）</a:t>
              </a:r>
              <a:endParaRPr lang="zh-CN" altLang="en-US" sz="1000" dirty="0">
                <a:solidFill>
                  <a:srgbClr val="1D1D1A"/>
                </a:solidFill>
                <a:latin typeface="微软雅黑" panose="020B0503020204020204" pitchFamily="34" charset="-122"/>
                <a:ea typeface="微软雅黑" panose="020B0503020204020204" pitchFamily="34" charset="-122"/>
              </a:endParaRPr>
            </a:p>
          </p:txBody>
        </p:sp>
        <p:sp>
          <p:nvSpPr>
            <p:cNvPr id="138" name="矩形 137"/>
            <p:cNvSpPr/>
            <p:nvPr/>
          </p:nvSpPr>
          <p:spPr>
            <a:xfrm>
              <a:off x="831513" y="5665935"/>
              <a:ext cx="8596955" cy="852943"/>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139" name="矩形 138"/>
            <p:cNvSpPr/>
            <p:nvPr/>
          </p:nvSpPr>
          <p:spPr bwMode="auto">
            <a:xfrm>
              <a:off x="5012762" y="5712057"/>
              <a:ext cx="4196497" cy="323822"/>
            </a:xfrm>
            <a:prstGeom prst="rect">
              <a:avLst/>
            </a:prstGeom>
            <a:solidFill>
              <a:schemeClr val="accent4">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lvl="0" algn="ctr" defTabSz="913765">
                <a:buClrTx/>
                <a:buSzTx/>
                <a:buFontTx/>
                <a:defRPr/>
              </a:pPr>
              <a:r>
                <a:rPr lang="zh-CN" altLang="en-US" sz="1000" b="1" dirty="0">
                  <a:solidFill>
                    <a:schemeClr val="tx1"/>
                  </a:solidFill>
                  <a:latin typeface="微软雅黑" panose="020B0503020204020204" pitchFamily="34" charset="-122"/>
                  <a:ea typeface="微软雅黑" panose="020B0503020204020204" pitchFamily="34" charset="-122"/>
                  <a:sym typeface="+mn-lt"/>
                </a:rPr>
                <a:t>液</a:t>
              </a:r>
              <a:r>
                <a:rPr lang="zh-CN" altLang="en-US" sz="1000" b="1" dirty="0">
                  <a:solidFill>
                    <a:schemeClr val="tx1"/>
                  </a:solidFill>
                  <a:latin typeface="微软雅黑" panose="020B0503020204020204" pitchFamily="34" charset="-122"/>
                  <a:ea typeface="微软雅黑" panose="020B0503020204020204" pitchFamily="34" charset="-122"/>
                  <a:sym typeface="+mn-lt"/>
                </a:rPr>
                <a:t>冷方舱微模块</a:t>
              </a:r>
              <a:endParaRPr lang="zh-CN" altLang="en-US" sz="900" b="1" dirty="0">
                <a:solidFill>
                  <a:schemeClr val="tx1"/>
                </a:solidFill>
                <a:latin typeface="微软雅黑" panose="020B0503020204020204" pitchFamily="34" charset="-122"/>
                <a:ea typeface="微软雅黑" panose="020B0503020204020204" pitchFamily="34" charset="-122"/>
                <a:sym typeface="+mn-lt"/>
              </a:endParaRPr>
            </a:p>
            <a:p>
              <a:pPr lvl="0" algn="ctr" defTabSz="913765">
                <a:buClrTx/>
                <a:buSzTx/>
                <a:buFontTx/>
                <a:defRPr/>
              </a:pPr>
              <a:r>
                <a:rPr lang="zh-CN" altLang="en-US" sz="1000" b="1" dirty="0">
                  <a:solidFill>
                    <a:schemeClr val="tx1"/>
                  </a:solidFill>
                  <a:latin typeface="微软雅黑" panose="020B0503020204020204" pitchFamily="34" charset="-122"/>
                  <a:ea typeface="微软雅黑" panose="020B0503020204020204" pitchFamily="34" charset="-122"/>
                  <a:sym typeface="+mn-lt"/>
                </a:rPr>
                <a:t>风墙 电力模块 母线 风冷柜  </a:t>
              </a:r>
              <a:r>
                <a:rPr lang="zh-CN" altLang="en-US" sz="1000" b="1" dirty="0">
                  <a:solidFill>
                    <a:schemeClr val="tx1"/>
                  </a:solidFill>
                  <a:latin typeface="微软雅黑" panose="020B0503020204020204" pitchFamily="34" charset="-122"/>
                  <a:ea typeface="微软雅黑" panose="020B0503020204020204" pitchFamily="34" charset="-122"/>
                  <a:sym typeface="+mn-lt"/>
                </a:rPr>
                <a:t>CDU </a:t>
              </a:r>
              <a:r>
                <a:rPr lang="zh-CN" altLang="en-US" sz="1000" b="1" dirty="0">
                  <a:solidFill>
                    <a:schemeClr val="tx1"/>
                  </a:solidFill>
                  <a:latin typeface="微软雅黑" panose="020B0503020204020204" pitchFamily="34" charset="-122"/>
                  <a:ea typeface="微软雅黑" panose="020B0503020204020204" pitchFamily="34" charset="-122"/>
                  <a:sym typeface="+mn-lt"/>
                </a:rPr>
                <a:t> 二次管路 光纤布线</a:t>
              </a:r>
              <a:endParaRPr lang="zh-CN" altLang="en-US" sz="1000" b="1" dirty="0">
                <a:solidFill>
                  <a:schemeClr val="tx1"/>
                </a:solidFill>
                <a:latin typeface="微软雅黑" panose="020B0503020204020204" pitchFamily="34" charset="-122"/>
                <a:ea typeface="微软雅黑" panose="020B0503020204020204" pitchFamily="34" charset="-122"/>
                <a:sym typeface="+mn-lt"/>
              </a:endParaRPr>
            </a:p>
          </p:txBody>
        </p:sp>
        <p:sp>
          <p:nvSpPr>
            <p:cNvPr id="140" name="矩形 139"/>
            <p:cNvSpPr/>
            <p:nvPr/>
          </p:nvSpPr>
          <p:spPr bwMode="auto">
            <a:xfrm>
              <a:off x="979920" y="6106143"/>
              <a:ext cx="8229337" cy="371515"/>
            </a:xfrm>
            <a:prstGeom prst="rect">
              <a:avLst/>
            </a:prstGeom>
            <a:solidFill>
              <a:schemeClr val="accent4">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400" b="1" dirty="0">
                  <a:solidFill>
                    <a:schemeClr val="tx1"/>
                  </a:solidFill>
                  <a:latin typeface="微软雅黑" panose="020B0503020204020204" pitchFamily="34" charset="-122"/>
                  <a:ea typeface="微软雅黑" panose="020B0503020204020204" pitchFamily="34" charset="-122"/>
                </a:rPr>
                <a:t>基础配套设施</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ctr" defTabSz="913765">
                <a:defRPr/>
              </a:pPr>
              <a:r>
                <a:rPr lang="zh-CN" altLang="en-US" sz="1100" dirty="0">
                  <a:solidFill>
                    <a:schemeClr val="tx1"/>
                  </a:solidFill>
                  <a:latin typeface="微软雅黑" panose="020B0503020204020204" pitchFamily="34" charset="-122"/>
                  <a:ea typeface="微软雅黑" panose="020B0503020204020204" pitchFamily="34" charset="-122"/>
                  <a:sym typeface="+mn-lt"/>
                </a:rPr>
                <a:t>冷源  一次侧 变压器 柴发等</a:t>
              </a:r>
              <a:endParaRPr lang="zh-CN" altLang="en-US" sz="1100" dirty="0">
                <a:solidFill>
                  <a:schemeClr val="tx1"/>
                </a:solidFill>
                <a:latin typeface="微软雅黑" panose="020B0503020204020204" pitchFamily="34" charset="-122"/>
                <a:ea typeface="微软雅黑" panose="020B0503020204020204" pitchFamily="34" charset="-122"/>
                <a:sym typeface="+mn-lt"/>
              </a:endParaRPr>
            </a:p>
          </p:txBody>
        </p:sp>
        <p:sp>
          <p:nvSpPr>
            <p:cNvPr id="141" name="矩形 140"/>
            <p:cNvSpPr/>
            <p:nvPr/>
          </p:nvSpPr>
          <p:spPr bwMode="auto">
            <a:xfrm>
              <a:off x="977559" y="5707279"/>
              <a:ext cx="3967900" cy="323822"/>
            </a:xfrm>
            <a:prstGeom prst="rect">
              <a:avLst/>
            </a:prstGeom>
            <a:solidFill>
              <a:srgbClr val="D4F1F5"/>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100" b="1" dirty="0">
                  <a:solidFill>
                    <a:srgbClr val="1D1D1A"/>
                  </a:solidFill>
                  <a:latin typeface="微软雅黑" panose="020B0503020204020204" pitchFamily="34" charset="-122"/>
                  <a:ea typeface="微软雅黑" panose="020B0503020204020204" pitchFamily="34" charset="-122"/>
                  <a:sym typeface="+mn-lt"/>
                </a:rPr>
                <a:t>液冷机柜</a:t>
              </a:r>
              <a:endParaRPr lang="en-US" altLang="zh-CN" sz="1100" b="1" dirty="0">
                <a:solidFill>
                  <a:srgbClr val="1D1D1A"/>
                </a:solidFill>
                <a:latin typeface="微软雅黑" panose="020B0503020204020204" pitchFamily="34" charset="-122"/>
                <a:ea typeface="微软雅黑" panose="020B0503020204020204" pitchFamily="34" charset="-122"/>
                <a:sym typeface="+mn-lt"/>
              </a:endParaRPr>
            </a:p>
            <a:p>
              <a:pPr algn="ctr" defTabSz="913765">
                <a:defRPr/>
              </a:pPr>
              <a:r>
                <a:rPr lang="en-US" altLang="zh-CN" sz="1050" dirty="0">
                  <a:solidFill>
                    <a:srgbClr val="C00000"/>
                  </a:solidFill>
                  <a:latin typeface="微软雅黑" panose="020B0503020204020204" pitchFamily="34" charset="-122"/>
                  <a:ea typeface="微软雅黑" panose="020B0503020204020204" pitchFamily="34" charset="-122"/>
                  <a:sym typeface="+mn-lt"/>
                </a:rPr>
                <a:t>Atlas 950 </a:t>
              </a:r>
              <a:r>
                <a:rPr lang="en-US" altLang="zh-CN" sz="1050" dirty="0" err="1">
                  <a:solidFill>
                    <a:srgbClr val="C00000"/>
                  </a:solidFill>
                  <a:latin typeface="微软雅黑" panose="020B0503020204020204" pitchFamily="34" charset="-122"/>
                  <a:ea typeface="微软雅黑" panose="020B0503020204020204" pitchFamily="34" charset="-122"/>
                  <a:sym typeface="+mn-lt"/>
                </a:rPr>
                <a:t>SuperPoD</a:t>
              </a:r>
              <a:endParaRPr lang="zh-CN" altLang="en-US" sz="1050" dirty="0">
                <a:solidFill>
                  <a:srgbClr val="C00000"/>
                </a:solidFill>
                <a:latin typeface="微软雅黑" panose="020B0503020204020204" pitchFamily="34" charset="-122"/>
                <a:ea typeface="微软雅黑" panose="020B0503020204020204" pitchFamily="34" charset="-122"/>
                <a:sym typeface="+mn-lt"/>
              </a:endParaRPr>
            </a:p>
          </p:txBody>
        </p:sp>
        <p:sp>
          <p:nvSpPr>
            <p:cNvPr id="142" name="矩形 141"/>
            <p:cNvSpPr/>
            <p:nvPr/>
          </p:nvSpPr>
          <p:spPr>
            <a:xfrm>
              <a:off x="2456465" y="5138685"/>
              <a:ext cx="767224" cy="290297"/>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900" dirty="0">
                  <a:solidFill>
                    <a:srgbClr val="C00000"/>
                  </a:solidFill>
                  <a:latin typeface="微软雅黑" panose="020B0503020204020204" pitchFamily="34" charset="-122"/>
                  <a:ea typeface="微软雅黑" panose="020B0503020204020204" pitchFamily="34" charset="-122"/>
                </a:rPr>
                <a:t>超节点灵衢总线平面</a:t>
              </a:r>
              <a:endParaRPr lang="zh-CN" altLang="en-US" sz="900" dirty="0">
                <a:solidFill>
                  <a:srgbClr val="C00000"/>
                </a:solidFill>
                <a:latin typeface="微软雅黑" panose="020B0503020204020204" pitchFamily="34" charset="-122"/>
                <a:ea typeface="微软雅黑" panose="020B0503020204020204" pitchFamily="34" charset="-122"/>
              </a:endParaRPr>
            </a:p>
          </p:txBody>
        </p:sp>
        <p:sp>
          <p:nvSpPr>
            <p:cNvPr id="143" name="矩形 142"/>
            <p:cNvSpPr/>
            <p:nvPr/>
          </p:nvSpPr>
          <p:spPr>
            <a:xfrm>
              <a:off x="5345812" y="5140622"/>
              <a:ext cx="973591" cy="286420"/>
            </a:xfrm>
            <a:prstGeom prst="rect">
              <a:avLst/>
            </a:prstGeom>
            <a:solidFill>
              <a:srgbClr val="0070C0"/>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900" dirty="0">
                  <a:solidFill>
                    <a:schemeClr val="tx2"/>
                  </a:solidFill>
                  <a:latin typeface="微软雅黑" panose="020B0503020204020204" pitchFamily="34" charset="-122"/>
                  <a:ea typeface="微软雅黑" panose="020B0503020204020204" pitchFamily="34" charset="-122"/>
                </a:rPr>
                <a:t>管理平面</a:t>
              </a:r>
              <a:endParaRPr lang="zh-CN" altLang="en-US" sz="900" dirty="0">
                <a:solidFill>
                  <a:schemeClr val="tx2"/>
                </a:solidFill>
                <a:latin typeface="微软雅黑" panose="020B0503020204020204" pitchFamily="34" charset="-122"/>
                <a:ea typeface="微软雅黑" panose="020B0503020204020204" pitchFamily="34" charset="-122"/>
              </a:endParaRPr>
            </a:p>
          </p:txBody>
        </p:sp>
        <p:sp>
          <p:nvSpPr>
            <p:cNvPr id="144" name="矩形 143"/>
            <p:cNvSpPr/>
            <p:nvPr/>
          </p:nvSpPr>
          <p:spPr>
            <a:xfrm>
              <a:off x="5916031" y="4460720"/>
              <a:ext cx="771227" cy="141821"/>
            </a:xfrm>
            <a:prstGeom prst="rect">
              <a:avLst/>
            </a:prstGeom>
            <a:solidFill>
              <a:srgbClr val="D4F1F5"/>
            </a:solidFill>
            <a:ln w="12700" cap="flat" cmpd="sng" algn="ctr">
              <a:solidFill>
                <a:srgbClr val="DDDDDD"/>
              </a:solidFill>
              <a:prstDash val="solid"/>
              <a:miter lim="800000"/>
            </a:ln>
            <a:effectLst/>
          </p:spPr>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000" kern="0" dirty="0">
                  <a:solidFill>
                    <a:srgbClr val="1D1D1A"/>
                  </a:solidFill>
                  <a:latin typeface="微软雅黑" panose="020B0503020204020204" pitchFamily="34" charset="-122"/>
                  <a:ea typeface="微软雅黑" panose="020B0503020204020204" pitchFamily="34" charset="-122"/>
                  <a:sym typeface="Arial" panose="020B0604020202020204"/>
                </a:rPr>
                <a:t>HCCL</a:t>
              </a:r>
              <a:endParaRPr lang="zh-CN" altLang="en-US" sz="1000" kern="0" dirty="0">
                <a:solidFill>
                  <a:srgbClr val="1D1D1A"/>
                </a:solidFill>
                <a:latin typeface="微软雅黑" panose="020B0503020204020204" pitchFamily="34" charset="-122"/>
                <a:ea typeface="微软雅黑" panose="020B0503020204020204" pitchFamily="34" charset="-122"/>
                <a:sym typeface="Arial" panose="020B0604020202020204"/>
              </a:endParaRPr>
            </a:p>
          </p:txBody>
        </p:sp>
      </p:grpSp>
      <p:sp>
        <p:nvSpPr>
          <p:cNvPr id="146" name="文本框 145"/>
          <p:cNvSpPr txBox="1"/>
          <p:nvPr>
            <p:custDataLst>
              <p:tags r:id="rId1"/>
            </p:custDataLst>
          </p:nvPr>
        </p:nvSpPr>
        <p:spPr>
          <a:xfrm>
            <a:off x="9495950" y="558566"/>
            <a:ext cx="2699225" cy="5880018"/>
          </a:xfrm>
          <a:prstGeom prst="rect">
            <a:avLst/>
          </a:prstGeom>
          <a:noFill/>
        </p:spPr>
        <p:txBody>
          <a:bodyPr wrap="square" rtlCol="0">
            <a:noAutofit/>
          </a:bodyPr>
          <a:lstStyle/>
          <a:p>
            <a:pPr algn="ctr" defTabSz="913765">
              <a:lnSpc>
                <a:spcPct val="150000"/>
              </a:lnSpc>
              <a:defRPr/>
            </a:pPr>
            <a:r>
              <a:rPr lang="zh-CN" altLang="en-US" sz="1600" b="1" kern="0" dirty="0">
                <a:solidFill>
                  <a:srgbClr val="212121"/>
                </a:solidFill>
                <a:latin typeface="微软雅黑" panose="020B0503020204020204" pitchFamily="34" charset="-122"/>
                <a:ea typeface="微软雅黑" panose="020B0503020204020204" pitchFamily="34" charset="-122"/>
                <a:cs typeface="+mn-ea"/>
                <a:sym typeface="+mn-lt"/>
              </a:rPr>
              <a:t>说明</a:t>
            </a:r>
            <a:endParaRPr lang="en-US" altLang="zh-CN" sz="16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1</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、智算区</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新一代</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950</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训练节点，支持低精度格式和</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1K</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超节点域，本项目</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期</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512</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卡，后扩容至</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1024</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卡</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② 无参数面</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③ 业务</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存储面合一，</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2*200G</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接入字节网络，通过专线使用远端存储</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④管理面接入</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ZJ MGT</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网络</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2</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、存储区</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使用远端存储</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3</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、业务及管理网络</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ZJ</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选型和设计，其中</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S0~S3</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使用华为交换机，其他部分为第三方交换机</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4</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、机房及交付</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华为</a:t>
            </a:r>
            <a:r>
              <a:rPr lang="zh-CN" altLang="en-US" sz="1200" kern="0" dirty="0">
                <a:solidFill>
                  <a:srgbClr val="1D1D1A"/>
                </a:solidFill>
                <a:latin typeface="微软雅黑" panose="020B0503020204020204" pitchFamily="34" charset="-122"/>
                <a:ea typeface="微软雅黑" panose="020B0503020204020204" pitchFamily="34" charset="-122"/>
                <a:cs typeface="+mn-ea"/>
                <a:sym typeface="+mn-lt"/>
              </a:rPr>
              <a:t>提供高密供电、高效散热、快速部署方案</a:t>
            </a:r>
            <a:endParaRPr lang="en-US" altLang="zh-CN" sz="1200" kern="0" dirty="0">
              <a:solidFill>
                <a:srgbClr val="1D1D1A"/>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② 华为负责</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SU</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平面的交付、验证及调优</a:t>
            </a:r>
            <a:endParaRPr lang="en-US" altLang="zh-CN" sz="1200" kern="0" dirty="0">
              <a:solidFill>
                <a:srgbClr val="1D1D1A"/>
              </a:solidFill>
              <a:latin typeface="微软雅黑" panose="020B0503020204020204" pitchFamily="34" charset="-122"/>
              <a:ea typeface="微软雅黑" panose="020B0503020204020204" pitchFamily="34" charset="-122"/>
              <a:cs typeface="+mn-ea"/>
              <a:sym typeface="+mn-lt"/>
            </a:endParaRPr>
          </a:p>
        </p:txBody>
      </p:sp>
      <p:sp>
        <p:nvSpPr>
          <p:cNvPr id="152" name="矩形 151"/>
          <p:cNvSpPr/>
          <p:nvPr/>
        </p:nvSpPr>
        <p:spPr>
          <a:xfrm>
            <a:off x="7091204" y="477920"/>
            <a:ext cx="734651" cy="274881"/>
          </a:xfrm>
          <a:prstGeom prst="rect">
            <a:avLst/>
          </a:prstGeom>
          <a:solidFill>
            <a:srgbClr val="D4F1F5"/>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1D1D1A"/>
                </a:solidFill>
                <a:latin typeface="微软雅黑" panose="020B0503020204020204" pitchFamily="34" charset="-122"/>
                <a:ea typeface="微软雅黑" panose="020B0503020204020204" pitchFamily="34" charset="-122"/>
              </a:rPr>
              <a:t>华为</a:t>
            </a: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155" name="矩形 154"/>
          <p:cNvSpPr/>
          <p:nvPr/>
        </p:nvSpPr>
        <p:spPr>
          <a:xfrm>
            <a:off x="6233616" y="474926"/>
            <a:ext cx="723659" cy="277088"/>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200" dirty="0">
                <a:solidFill>
                  <a:srgbClr val="FFFFFF"/>
                </a:solidFill>
                <a:latin typeface="微软雅黑" panose="020B0503020204020204" pitchFamily="34" charset="-122"/>
                <a:ea typeface="微软雅黑" panose="020B0503020204020204" pitchFamily="34" charset="-122"/>
              </a:rPr>
              <a:t>ZJ</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56" name="矩形 155"/>
          <p:cNvSpPr/>
          <p:nvPr/>
        </p:nvSpPr>
        <p:spPr>
          <a:xfrm>
            <a:off x="7959786" y="485218"/>
            <a:ext cx="734651" cy="266796"/>
          </a:xfrm>
          <a:prstGeom prst="rect">
            <a:avLst/>
          </a:prstGeom>
          <a:solidFill>
            <a:srgbClr val="DDDDDD"/>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zh-CN" altLang="en-US" sz="1200" dirty="0">
                <a:solidFill>
                  <a:srgbClr val="1D1D1A"/>
                </a:solidFill>
                <a:latin typeface="微软雅黑" panose="020B0503020204020204" pitchFamily="34" charset="-122"/>
                <a:ea typeface="微软雅黑" panose="020B0503020204020204" pitchFamily="34" charset="-122"/>
              </a:rPr>
              <a:t>开源</a:t>
            </a:r>
            <a:endParaRPr lang="zh-CN" altLang="en-US" sz="1050" dirty="0">
              <a:solidFill>
                <a:srgbClr val="1D1D1A"/>
              </a:solidFill>
              <a:latin typeface="微软雅黑" panose="020B0503020204020204" pitchFamily="34" charset="-122"/>
              <a:ea typeface="微软雅黑" panose="020B0503020204020204" pitchFamily="34" charset="-122"/>
            </a:endParaRPr>
          </a:p>
        </p:txBody>
      </p:sp>
      <p:sp>
        <p:nvSpPr>
          <p:cNvPr id="167" name="矩形 166"/>
          <p:cNvSpPr/>
          <p:nvPr/>
        </p:nvSpPr>
        <p:spPr>
          <a:xfrm>
            <a:off x="8828368" y="488186"/>
            <a:ext cx="582242" cy="270276"/>
          </a:xfrm>
          <a:prstGeom prst="rect">
            <a:avLst/>
          </a:prstGeom>
          <a:solidFill>
            <a:schemeClr val="accent4">
              <a:lumMod val="20000"/>
              <a:lumOff val="80000"/>
            </a:schemeClr>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9" tIns="45695" rIns="91389" bIns="45695" numCol="1" spcCol="0" rtlCol="0" fromWordArt="0" anchor="ctr" anchorCtr="0" forceAA="0" compatLnSpc="1">
            <a:noAutofit/>
          </a:bodyPr>
          <a:lstStyle/>
          <a:p>
            <a:pPr algn="ctr" defTabSz="913765">
              <a:defRPr/>
            </a:pPr>
            <a:r>
              <a:rPr lang="en-US" altLang="zh-CN" sz="1200" dirty="0">
                <a:solidFill>
                  <a:srgbClr val="1D1D1A"/>
                </a:solidFill>
                <a:latin typeface="微软雅黑" panose="020B0503020204020204" pitchFamily="34" charset="-122"/>
                <a:ea typeface="微软雅黑" panose="020B0503020204020204" pitchFamily="34" charset="-122"/>
              </a:rPr>
              <a:t>KT/</a:t>
            </a:r>
            <a:r>
              <a:rPr lang="zh-CN" altLang="en-US" sz="1200" dirty="0">
                <a:solidFill>
                  <a:srgbClr val="1D1D1A"/>
                </a:solidFill>
                <a:latin typeface="微软雅黑" panose="020B0503020204020204" pitchFamily="34" charset="-122"/>
                <a:ea typeface="微软雅黑" panose="020B0503020204020204" pitchFamily="34" charset="-122"/>
              </a:rPr>
              <a:t>联通</a:t>
            </a:r>
            <a:endParaRPr lang="zh-CN" altLang="en-US" sz="1050" dirty="0">
              <a:solidFill>
                <a:srgbClr val="1D1D1A"/>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bwMode="auto">
          <a:xfrm>
            <a:off x="108744" y="200250"/>
            <a:ext cx="7632700" cy="429073"/>
          </a:xfrm>
          <a:prstGeom prst="rect">
            <a:avLst/>
          </a:prstGeom>
          <a:noFill/>
          <a:ln w="9525">
            <a:noFill/>
            <a:miter lim="800000"/>
          </a:ln>
        </p:spPr>
        <p:txBody>
          <a:bodyPr vert="horz" wrap="square" lIns="91361" tIns="45680" rIns="91361" bIns="45680" numCol="1" anchor="ctr" anchorCtr="0" compatLnSpc="1"/>
          <a:lstStyle/>
          <a:p>
            <a:pPr defTabSz="914400" eaLnBrk="0" fontAlgn="base" hangingPunct="0">
              <a:spcBef>
                <a:spcPct val="0"/>
              </a:spcBef>
              <a:spcAft>
                <a:spcPct val="0"/>
              </a:spcAft>
            </a:pP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项目范围</a:t>
            </a:r>
            <a:r>
              <a:rPr lang="en-US" altLang="zh-CN"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服务</a:t>
            </a:r>
            <a:endPar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p:txBody>
      </p:sp>
      <p:graphicFrame>
        <p:nvGraphicFramePr>
          <p:cNvPr id="13" name="表格 12"/>
          <p:cNvGraphicFramePr>
            <a:graphicFrameLocks noGrp="1"/>
          </p:cNvGraphicFramePr>
          <p:nvPr/>
        </p:nvGraphicFramePr>
        <p:xfrm>
          <a:off x="487534" y="909934"/>
          <a:ext cx="9728200" cy="5040630"/>
        </p:xfrm>
        <a:graphic>
          <a:graphicData uri="http://schemas.openxmlformats.org/drawingml/2006/table">
            <a:tbl>
              <a:tblPr/>
              <a:tblGrid>
                <a:gridCol w="2466340"/>
                <a:gridCol w="7261842"/>
              </a:tblGrid>
              <a:tr h="495954">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zh-CN" altLang="en-US" sz="1400" b="1"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服务类型</a:t>
                      </a:r>
                      <a:endParaRPr kumimoji="0" lang="zh-CN" altLang="en-US" sz="1400" b="1"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40000"/>
                        <a:lumOff val="6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服务描述</a:t>
                      </a:r>
                      <a:endParaRPr kumimoji="0" lang="zh-CN" altLang="en-US" sz="1400" b="1"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40000"/>
                        <a:lumOff val="60000"/>
                      </a:schemeClr>
                    </a:solidFill>
                  </a:tcPr>
                </a:tc>
              </a:tr>
              <a:tr h="130683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集群集成与使能服务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04481" marR="104481" marT="39182" marB="39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湖北科投定制集群系统调优服务-</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Atlas 950_1024</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卡，包含：</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L1L2</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协同、集群算管对接联调、集群健康检查、集合通信测试、可靠性测试、模型训练测试、稳定性测试、集成验收</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04481" marR="104481" marT="39182" marB="39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4230">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lang="en-US" altLang="zh-CN" sz="1400" dirty="0">
                          <a:latin typeface="微软雅黑" panose="020B0503020204020204" pitchFamily="34" charset="-122"/>
                          <a:ea typeface="微软雅黑" panose="020B0503020204020204" pitchFamily="34" charset="-122"/>
                          <a:sym typeface="+mn-ea"/>
                        </a:rPr>
                        <a:t>AI</a:t>
                      </a:r>
                      <a:r>
                        <a:rPr lang="zh-CN" altLang="en-US" sz="1400" dirty="0">
                          <a:latin typeface="微软雅黑" panose="020B0503020204020204" pitchFamily="34" charset="-122"/>
                          <a:ea typeface="微软雅黑" panose="020B0503020204020204" pitchFamily="34" charset="-122"/>
                          <a:sym typeface="+mn-ea"/>
                        </a:rPr>
                        <a:t>计算规划设计与实施服务（训练）</a:t>
                      </a:r>
                      <a:endParaRPr lang="en-US" altLang="zh-CN"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规划设计、工程安装、超节点内链路保障、产品初始化、硬件压测、部署、调测、验收</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8345">
                <a:tc>
                  <a:txBody>
                    <a:bodyPr/>
                    <a:p>
                      <a:pPr marL="0" marR="0" lvl="0" indent="0" algn="ctr" defTabSz="914400" rtl="0" eaLnBrk="1" fontAlgn="ctr" latinLnBrk="0" hangingPunct="1">
                        <a:lnSpc>
                          <a:spcPct val="100000"/>
                        </a:lnSpc>
                        <a:spcBef>
                          <a:spcPct val="0"/>
                        </a:spcBef>
                        <a:spcAft>
                          <a:spcPct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CCAE</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解决方案实施服务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CCAE</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解决方案规划设计、安装部署、资源纳管、系统对接、验收测试</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834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驻场服务</a:t>
                      </a:r>
                      <a:endParaRPr lang="en-US" altLang="zh-CN"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1</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人</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5</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年驻场</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7*24</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中级驻场服务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839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维保服务</a:t>
                      </a:r>
                      <a:endParaRPr lang="en-US" altLang="zh-CN"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5</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年</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+3</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个月金牌</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服务、</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介质保留服务、备件现场保障服务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839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1" lang="zh-CN" altLang="en-US" sz="1400" b="1" dirty="0">
                          <a:solidFill>
                            <a:schemeClr val="tx1"/>
                          </a:solidFill>
                          <a:latin typeface="微软雅黑" panose="020B0503020204020204" pitchFamily="34" charset="-122"/>
                          <a:ea typeface="微软雅黑" panose="020B0503020204020204" pitchFamily="34" charset="-122"/>
                        </a:rPr>
                        <a:t>机房适配</a:t>
                      </a:r>
                      <a:endParaRPr kumimoji="1" lang="zh-CN" altLang="en-US" sz="1400" b="1" dirty="0">
                        <a:solidFill>
                          <a:schemeClr val="tx1"/>
                        </a:solidFill>
                        <a:latin typeface="微软雅黑" panose="020B0503020204020204" pitchFamily="34" charset="-122"/>
                        <a:ea typeface="微软雅黑" panose="020B0503020204020204" pitchFamily="34" charset="-122"/>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集成商租赁运营商机房，运营商委托华为</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CNBG</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团队改造交付</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2" name="对象 1"/>
          <p:cNvGraphicFramePr>
            <a:graphicFrameLocks noChangeAspect="1"/>
          </p:cNvGraphicFramePr>
          <p:nvPr/>
        </p:nvGraphicFramePr>
        <p:xfrm>
          <a:off x="10551601" y="2548296"/>
          <a:ext cx="914400" cy="766763"/>
        </p:xfrm>
        <a:graphic>
          <a:graphicData uri="http://schemas.openxmlformats.org/presentationml/2006/ole">
            <mc:AlternateContent xmlns:mc="http://schemas.openxmlformats.org/markup-compatibility/2006">
              <mc:Choice xmlns:v="urn:schemas-microsoft-com:vml" Requires="v">
                <p:oleObj spid="_x0000_s30744" name="Worksheet" showAsIcon="1" r:id="rId1" imgW="675005" imgH="566420" progId="Excel.Sheet.12">
                  <p:embed/>
                </p:oleObj>
              </mc:Choice>
              <mc:Fallback>
                <p:oleObj name="Worksheet" showAsIcon="1" r:id="rId1" imgW="675005" imgH="566420" progId="Excel.Sheet.12">
                  <p:embed/>
                  <p:pic>
                    <p:nvPicPr>
                      <p:cNvPr id="0" name="图片 30743"/>
                      <p:cNvPicPr/>
                      <p:nvPr/>
                    </p:nvPicPr>
                    <p:blipFill>
                      <a:blip r:embed="rId2"/>
                      <a:stretch>
                        <a:fillRect/>
                      </a:stretch>
                    </p:blipFill>
                    <p:spPr>
                      <a:xfrm>
                        <a:off x="10551601" y="2548296"/>
                        <a:ext cx="914400" cy="766763"/>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bwMode="auto">
          <a:xfrm>
            <a:off x="108744" y="200250"/>
            <a:ext cx="7632700" cy="429073"/>
          </a:xfrm>
          <a:prstGeom prst="rect">
            <a:avLst/>
          </a:prstGeom>
          <a:noFill/>
          <a:ln w="9525">
            <a:noFill/>
            <a:miter lim="800000"/>
          </a:ln>
        </p:spPr>
        <p:txBody>
          <a:bodyPr vert="horz" wrap="square" lIns="91361" tIns="45680" rIns="91361" bIns="45680" numCol="1" anchor="ctr" anchorCtr="0" compatLnSpc="1"/>
          <a:lstStyle/>
          <a:p>
            <a:pPr defTabSz="914400" eaLnBrk="0" fontAlgn="base" hangingPunct="0">
              <a:spcBef>
                <a:spcPct val="0"/>
              </a:spcBef>
              <a:spcAft>
                <a:spcPct val="0"/>
              </a:spcAft>
            </a:pP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项目范围</a:t>
            </a:r>
            <a:r>
              <a:rPr lang="en-US" altLang="zh-CN"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设备</a:t>
            </a:r>
            <a:r>
              <a:rPr lang="en-US" altLang="zh-CN"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-1024</a:t>
            </a:r>
            <a:endPar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p:txBody>
      </p:sp>
      <p:graphicFrame>
        <p:nvGraphicFramePr>
          <p:cNvPr id="6" name="表格 5"/>
          <p:cNvGraphicFramePr>
            <a:graphicFrameLocks noGrp="1"/>
          </p:cNvGraphicFramePr>
          <p:nvPr/>
        </p:nvGraphicFramePr>
        <p:xfrm>
          <a:off x="290051" y="801329"/>
          <a:ext cx="11046411" cy="5439029"/>
        </p:xfrm>
        <a:graphic>
          <a:graphicData uri="http://schemas.openxmlformats.org/drawingml/2006/table">
            <a:tbl>
              <a:tblPr/>
              <a:tblGrid>
                <a:gridCol w="1266467"/>
                <a:gridCol w="1618264"/>
                <a:gridCol w="351797"/>
                <a:gridCol w="1125749"/>
                <a:gridCol w="6684134"/>
              </a:tblGrid>
              <a:tr h="269880">
                <a:tc>
                  <a:txBody>
                    <a:bodyPr/>
                    <a:lstStyle/>
                    <a:p>
                      <a:pPr algn="ctr" fontAlgn="ctr"/>
                      <a:r>
                        <a:rPr lang="zh-CN" altLang="en-US" sz="900" b="1" i="0" u="none" strike="noStrike" dirty="0">
                          <a:effectLst/>
                          <a:latin typeface="+mj-lt"/>
                          <a:ea typeface="微软雅黑" panose="020B0503020204020204" pitchFamily="34" charset="-122"/>
                        </a:rPr>
                        <a:t>设备类型</a:t>
                      </a:r>
                      <a:endParaRPr lang="zh-CN" altLang="en-US" sz="900" b="1" i="0" u="none" strike="noStrike" dirty="0">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900" b="1" i="0" u="none" strike="noStrike" dirty="0">
                          <a:effectLst/>
                          <a:latin typeface="+mj-lt"/>
                          <a:ea typeface="微软雅黑" panose="020B0503020204020204" pitchFamily="34" charset="-122"/>
                        </a:rPr>
                        <a:t>设备型号</a:t>
                      </a:r>
                      <a:endParaRPr lang="zh-CN" altLang="en-US" sz="900" b="1"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900" b="1" i="0" u="none" strike="noStrike">
                          <a:effectLst/>
                          <a:latin typeface="+mj-lt"/>
                          <a:ea typeface="微软雅黑" panose="020B0503020204020204" pitchFamily="34" charset="-122"/>
                        </a:rPr>
                        <a:t>单位</a:t>
                      </a:r>
                      <a:endParaRPr lang="zh-CN" altLang="en-US" sz="900" b="1"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900" b="1" i="0" u="none" strike="noStrike">
                          <a:effectLst/>
                          <a:latin typeface="+mj-lt"/>
                          <a:ea typeface="微软雅黑" panose="020B0503020204020204" pitchFamily="34" charset="-122"/>
                        </a:rPr>
                        <a:t>数量（含备件）</a:t>
                      </a:r>
                      <a:endParaRPr lang="zh-CN" altLang="en-US" sz="900" b="1" i="0" u="none" strike="noStrike">
                        <a:effectLst/>
                        <a:latin typeface="+mj-lt"/>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zh-CN" altLang="en-US" sz="900" b="1" i="0" u="none" strike="noStrike">
                          <a:effectLst/>
                          <a:latin typeface="+mj-lt"/>
                          <a:ea typeface="微软雅黑" panose="020B0503020204020204" pitchFamily="34" charset="-122"/>
                        </a:rPr>
                        <a:t>说明</a:t>
                      </a:r>
                      <a:r>
                        <a:rPr lang="zh-CN" altLang="en-US" sz="900" b="1" i="0" u="none" strike="noStrike">
                          <a:effectLst/>
                          <a:latin typeface="+mj-lt"/>
                          <a:ea typeface="宋体" pitchFamily="2" charset="-122"/>
                        </a:rPr>
                        <a:t>（底色为</a:t>
                      </a:r>
                      <a:r>
                        <a:rPr lang="en-US" altLang="zh-CN" sz="900" b="1" i="0" u="none" strike="noStrike">
                          <a:effectLst/>
                          <a:latin typeface="+mj-lt"/>
                        </a:rPr>
                        <a:t>HW</a:t>
                      </a:r>
                      <a:r>
                        <a:rPr lang="zh-CN" altLang="en-US" sz="900" b="1" i="0" u="none" strike="noStrike">
                          <a:effectLst/>
                          <a:latin typeface="+mj-lt"/>
                          <a:ea typeface="宋体" pitchFamily="2" charset="-122"/>
                        </a:rPr>
                        <a:t>提供）</a:t>
                      </a:r>
                      <a:endParaRPr lang="zh-CN" altLang="en-US" sz="900" b="1"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r>
              <a:tr h="1755280">
                <a:tc>
                  <a:txBody>
                    <a:bodyPr/>
                    <a:lstStyle/>
                    <a:p>
                      <a:pPr algn="ctr" fontAlgn="ctr"/>
                      <a:r>
                        <a:rPr lang="zh-CN" altLang="en-US" sz="900" b="0" i="0" u="none" strike="noStrike" dirty="0">
                          <a:effectLst/>
                          <a:latin typeface="+mj-lt"/>
                        </a:rPr>
                        <a:t>昇腾超节点</a:t>
                      </a:r>
                      <a:endParaRPr lang="zh-CN" altLang="en-US"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sz="900" b="0" i="0" u="none" strike="noStrike">
                          <a:effectLst/>
                          <a:latin typeface="+mj-lt"/>
                        </a:rPr>
                        <a:t>Atlas 950 SuperPoD</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900" b="0" i="0" u="none" strike="noStrike" dirty="0">
                          <a:effectLst/>
                          <a:latin typeface="+mj-lt"/>
                        </a:rPr>
                        <a:t>套</a:t>
                      </a:r>
                      <a:endParaRPr lang="zh-CN" altLang="en-US"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CN" sz="900" b="0" i="0" u="none" strike="noStrike" dirty="0">
                          <a:effectLst/>
                          <a:latin typeface="+mj-lt"/>
                        </a:rPr>
                        <a:t>1</a:t>
                      </a:r>
                      <a:endParaRPr lang="en-US" altLang="zh-CN"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r>
                        <a:rPr lang="en-US" altLang="zh-CN" sz="900" b="0" i="0" u="none" strike="noStrike" dirty="0">
                          <a:effectLst/>
                          <a:latin typeface="+mj-lt"/>
                          <a:ea typeface="微软雅黑" panose="020B0503020204020204" pitchFamily="34" charset="-122"/>
                        </a:rPr>
                        <a:t>512</a:t>
                      </a:r>
                      <a:r>
                        <a:rPr lang="zh-CN" altLang="en-US" sz="900" b="0" i="0" u="none" strike="noStrike" dirty="0">
                          <a:effectLst/>
                          <a:latin typeface="+mj-lt"/>
                          <a:ea typeface="微软雅黑" panose="020B0503020204020204" pitchFamily="34" charset="-122"/>
                        </a:rPr>
                        <a:t>卡</a:t>
                      </a:r>
                      <a:r>
                        <a:rPr lang="en-US" altLang="zh-CN" sz="900" b="0" i="0" u="none" strike="noStrike" dirty="0">
                          <a:effectLst/>
                          <a:latin typeface="+mj-lt"/>
                          <a:ea typeface="微软雅黑" panose="020B0503020204020204" pitchFamily="34" charset="-122"/>
                        </a:rPr>
                        <a:t>AI</a:t>
                      </a:r>
                      <a:r>
                        <a:rPr lang="zh-CN" altLang="en-US" sz="900" b="0" i="0" u="none" strike="noStrike" dirty="0">
                          <a:effectLst/>
                          <a:latin typeface="+mj-lt"/>
                          <a:ea typeface="微软雅黑" panose="020B0503020204020204" pitchFamily="34" charset="-122"/>
                        </a:rPr>
                        <a:t>计算集群配置</a:t>
                      </a:r>
                      <a:r>
                        <a:rPr lang="en-US" altLang="zh-CN" sz="900" b="0" i="0" u="none" strike="noStrike" dirty="0">
                          <a:effectLst/>
                          <a:latin typeface="+mj-lt"/>
                          <a:ea typeface="微软雅黑" panose="020B0503020204020204" pitchFamily="34" charset="-122"/>
                        </a:rPr>
                        <a:t>8</a:t>
                      </a:r>
                      <a:r>
                        <a:rPr lang="zh-CN" altLang="en-US" sz="900" b="0" i="0" u="none" strike="noStrike" dirty="0">
                          <a:effectLst/>
                          <a:latin typeface="+mj-lt"/>
                          <a:ea typeface="微软雅黑" panose="020B0503020204020204" pitchFamily="34" charset="-122"/>
                        </a:rPr>
                        <a:t>个计算柜和</a:t>
                      </a:r>
                      <a:r>
                        <a:rPr lang="en-US" altLang="zh-CN" sz="900" b="0" i="0" u="none" strike="noStrike" dirty="0">
                          <a:effectLst/>
                          <a:latin typeface="+mj-lt"/>
                          <a:ea typeface="微软雅黑" panose="020B0503020204020204" pitchFamily="34" charset="-122"/>
                        </a:rPr>
                        <a:t>4</a:t>
                      </a:r>
                      <a:r>
                        <a:rPr lang="zh-CN" altLang="en-US" sz="900" b="0" i="0" u="none" strike="noStrike" dirty="0">
                          <a:effectLst/>
                          <a:latin typeface="+mj-lt"/>
                          <a:ea typeface="微软雅黑" panose="020B0503020204020204" pitchFamily="34" charset="-122"/>
                        </a:rPr>
                        <a:t>个灵衢柜</a:t>
                      </a:r>
                      <a:br>
                        <a:rPr lang="zh-CN" altLang="en-US" sz="900" b="0" i="0" u="none" strike="noStrike" dirty="0">
                          <a:effectLst/>
                          <a:latin typeface="+mj-lt"/>
                          <a:ea typeface="微软雅黑" panose="020B0503020204020204" pitchFamily="34" charset="-122"/>
                        </a:rPr>
                      </a:br>
                      <a:r>
                        <a:rPr lang="zh-CN" altLang="en-US" sz="900" b="0" i="0" u="none" strike="noStrike" dirty="0">
                          <a:effectLst/>
                          <a:latin typeface="+mj-lt"/>
                          <a:ea typeface="微软雅黑" panose="020B0503020204020204" pitchFamily="34" charset="-122"/>
                        </a:rPr>
                        <a:t>单个计算柜配置如下：</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1</a:t>
                      </a:r>
                      <a:r>
                        <a:rPr lang="zh-CN" altLang="en-US" sz="900" b="0" i="0" u="none" strike="noStrike" dirty="0">
                          <a:effectLst/>
                          <a:latin typeface="+mj-lt"/>
                          <a:ea typeface="微软雅黑" panose="020B0503020204020204" pitchFamily="34" charset="-122"/>
                        </a:rPr>
                        <a:t>、设备形态：整机尺寸≤</a:t>
                      </a:r>
                      <a:r>
                        <a:rPr lang="en-US" altLang="zh-CN" sz="900" b="0" i="0" u="none" strike="noStrike" dirty="0">
                          <a:effectLst/>
                          <a:latin typeface="+mj-lt"/>
                          <a:ea typeface="微软雅黑" panose="020B0503020204020204" pitchFamily="34" charset="-122"/>
                        </a:rPr>
                        <a:t>44OU</a:t>
                      </a:r>
                      <a:r>
                        <a:rPr lang="zh-CN" altLang="en-US" sz="900" b="0" i="0" u="none" strike="noStrike" dirty="0">
                          <a:effectLst/>
                          <a:latin typeface="+mj-lt"/>
                          <a:ea typeface="微软雅黑" panose="020B0503020204020204" pitchFamily="34" charset="-122"/>
                        </a:rPr>
                        <a:t>。</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2</a:t>
                      </a:r>
                      <a:r>
                        <a:rPr lang="zh-CN" altLang="en-US" sz="900" b="0" i="0" u="none" strike="noStrike" dirty="0">
                          <a:effectLst/>
                          <a:latin typeface="+mj-lt"/>
                          <a:ea typeface="微软雅黑" panose="020B0503020204020204" pitchFamily="34" charset="-122"/>
                        </a:rPr>
                        <a:t>、处理器：配置≥</a:t>
                      </a:r>
                      <a:r>
                        <a:rPr lang="en-US" altLang="zh-CN" sz="900" b="0" i="0" u="none" strike="noStrike" dirty="0">
                          <a:effectLst/>
                          <a:latin typeface="+mj-lt"/>
                          <a:ea typeface="微软雅黑" panose="020B0503020204020204" pitchFamily="34" charset="-122"/>
                        </a:rPr>
                        <a:t>16</a:t>
                      </a:r>
                      <a:r>
                        <a:rPr lang="zh-CN" altLang="en-US" sz="900" b="0" i="0" u="none" strike="noStrike" dirty="0">
                          <a:effectLst/>
                          <a:latin typeface="+mj-lt"/>
                          <a:ea typeface="微软雅黑" panose="020B0503020204020204" pitchFamily="34" charset="-122"/>
                        </a:rPr>
                        <a:t>颗 </a:t>
                      </a:r>
                      <a:r>
                        <a:rPr lang="en-US" altLang="zh-CN" sz="900" b="0" i="0" u="none" strike="noStrike" dirty="0">
                          <a:effectLst/>
                          <a:latin typeface="+mj-lt"/>
                          <a:ea typeface="微软雅黑" panose="020B0503020204020204" pitchFamily="34" charset="-122"/>
                        </a:rPr>
                        <a:t>ARM</a:t>
                      </a:r>
                      <a:r>
                        <a:rPr lang="zh-CN" altLang="en-US" sz="900" b="0" i="0" u="none" strike="noStrike" dirty="0">
                          <a:effectLst/>
                          <a:latin typeface="+mj-lt"/>
                          <a:ea typeface="微软雅黑" panose="020B0503020204020204" pitchFamily="34" charset="-122"/>
                        </a:rPr>
                        <a:t>架构国产</a:t>
                      </a:r>
                      <a:r>
                        <a:rPr lang="en-US" altLang="zh-CN" sz="900" b="0" i="0" u="none" strike="noStrike" dirty="0">
                          <a:effectLst/>
                          <a:latin typeface="+mj-lt"/>
                          <a:ea typeface="微软雅黑" panose="020B0503020204020204" pitchFamily="34" charset="-122"/>
                        </a:rPr>
                        <a:t>CPU</a:t>
                      </a:r>
                      <a:r>
                        <a:rPr lang="zh-CN" altLang="en-US" sz="900" b="0" i="0" u="none" strike="noStrike" dirty="0">
                          <a:effectLst/>
                          <a:latin typeface="+mj-lt"/>
                          <a:ea typeface="微软雅黑" panose="020B0503020204020204" pitchFamily="34" charset="-122"/>
                        </a:rPr>
                        <a:t>处理器，单颗</a:t>
                      </a:r>
                      <a:r>
                        <a:rPr lang="en-US" altLang="zh-CN" sz="900" b="0" i="0" u="none" strike="noStrike" dirty="0">
                          <a:effectLst/>
                          <a:latin typeface="+mj-lt"/>
                          <a:ea typeface="微软雅黑" panose="020B0503020204020204" pitchFamily="34" charset="-122"/>
                        </a:rPr>
                        <a:t>CPU</a:t>
                      </a:r>
                      <a:r>
                        <a:rPr lang="zh-CN" altLang="en-US" sz="900" b="0" i="0" u="none" strike="noStrike" dirty="0">
                          <a:effectLst/>
                          <a:latin typeface="+mj-lt"/>
                          <a:ea typeface="微软雅黑" panose="020B0503020204020204" pitchFamily="34" charset="-122"/>
                        </a:rPr>
                        <a:t>核心数≥</a:t>
                      </a:r>
                      <a:r>
                        <a:rPr lang="en-US" altLang="zh-CN" sz="900" b="0" i="0" u="none" strike="noStrike" dirty="0">
                          <a:effectLst/>
                          <a:latin typeface="+mj-lt"/>
                          <a:ea typeface="微软雅黑" panose="020B0503020204020204" pitchFamily="34" charset="-122"/>
                        </a:rPr>
                        <a:t>96</a:t>
                      </a:r>
                      <a:r>
                        <a:rPr lang="zh-CN" altLang="en-US" sz="900" b="0" i="0" u="none" strike="noStrike" dirty="0">
                          <a:effectLst/>
                          <a:latin typeface="+mj-lt"/>
                          <a:ea typeface="微软雅黑" panose="020B0503020204020204" pitchFamily="34" charset="-122"/>
                        </a:rPr>
                        <a:t>核，主频≥</a:t>
                      </a:r>
                      <a:r>
                        <a:rPr lang="en-US" altLang="zh-CN" sz="900" b="0" i="0" u="none" strike="noStrike" dirty="0">
                          <a:effectLst/>
                          <a:latin typeface="+mj-lt"/>
                          <a:ea typeface="微软雅黑" panose="020B0503020204020204" pitchFamily="34" charset="-122"/>
                        </a:rPr>
                        <a:t>2.3GHz</a:t>
                      </a:r>
                      <a:r>
                        <a:rPr lang="zh-CN" altLang="en-US" sz="900" b="0" i="0" u="none" strike="noStrike" dirty="0">
                          <a:effectLst/>
                          <a:latin typeface="+mj-lt"/>
                          <a:ea typeface="微软雅黑" panose="020B0503020204020204" pitchFamily="34" charset="-122"/>
                        </a:rPr>
                        <a:t>。</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3</a:t>
                      </a:r>
                      <a:r>
                        <a:rPr lang="zh-CN" altLang="en-US" sz="900" b="0" i="0" u="none" strike="noStrike" dirty="0">
                          <a:effectLst/>
                          <a:latin typeface="+mj-lt"/>
                          <a:ea typeface="微软雅黑" panose="020B0503020204020204" pitchFamily="34" charset="-122"/>
                        </a:rPr>
                        <a:t>、</a:t>
                      </a:r>
                      <a:r>
                        <a:rPr lang="en-US" altLang="zh-CN" sz="900" b="0" i="0" u="none" strike="noStrike" dirty="0">
                          <a:effectLst/>
                          <a:latin typeface="+mj-lt"/>
                          <a:ea typeface="微软雅黑" panose="020B0503020204020204" pitchFamily="34" charset="-122"/>
                        </a:rPr>
                        <a:t>AI</a:t>
                      </a:r>
                      <a:r>
                        <a:rPr lang="zh-CN" altLang="en-US" sz="900" b="0" i="0" u="none" strike="noStrike" dirty="0">
                          <a:effectLst/>
                          <a:latin typeface="+mj-lt"/>
                          <a:ea typeface="微软雅黑" panose="020B0503020204020204" pitchFamily="34" charset="-122"/>
                        </a:rPr>
                        <a:t>处理器：配置≥</a:t>
                      </a:r>
                      <a:r>
                        <a:rPr lang="en-US" altLang="zh-CN" sz="900" b="0" i="0" u="none" strike="noStrike" dirty="0">
                          <a:effectLst/>
                          <a:latin typeface="+mj-lt"/>
                          <a:ea typeface="微软雅黑" panose="020B0503020204020204" pitchFamily="34" charset="-122"/>
                        </a:rPr>
                        <a:t>64</a:t>
                      </a:r>
                      <a:r>
                        <a:rPr lang="zh-CN" altLang="en-US" sz="900" b="0" i="0" u="none" strike="noStrike" dirty="0">
                          <a:effectLst/>
                          <a:latin typeface="+mj-lt"/>
                          <a:ea typeface="微软雅黑" panose="020B0503020204020204" pitchFamily="34" charset="-122"/>
                        </a:rPr>
                        <a:t>个昇腾</a:t>
                      </a:r>
                      <a:r>
                        <a:rPr lang="en-US" altLang="zh-CN" sz="900" b="0" i="0" u="none" strike="noStrike" dirty="0">
                          <a:effectLst/>
                          <a:latin typeface="+mj-lt"/>
                          <a:ea typeface="微软雅黑" panose="020B0503020204020204" pitchFamily="34" charset="-122"/>
                        </a:rPr>
                        <a:t>950DT AI</a:t>
                      </a:r>
                      <a:r>
                        <a:rPr lang="zh-CN" altLang="en-US" sz="900" b="0" i="0" u="none" strike="noStrike" dirty="0">
                          <a:effectLst/>
                          <a:latin typeface="+mj-lt"/>
                          <a:ea typeface="微软雅黑" panose="020B0503020204020204" pitchFamily="34" charset="-122"/>
                        </a:rPr>
                        <a:t>处理器，单个</a:t>
                      </a:r>
                      <a:r>
                        <a:rPr lang="en-US" altLang="zh-CN" sz="900" b="0" i="0" u="none" strike="noStrike" dirty="0">
                          <a:effectLst/>
                          <a:latin typeface="+mj-lt"/>
                          <a:ea typeface="微软雅黑" panose="020B0503020204020204" pitchFamily="34" charset="-122"/>
                        </a:rPr>
                        <a:t>AI</a:t>
                      </a:r>
                      <a:r>
                        <a:rPr lang="zh-CN" altLang="en-US" sz="900" b="0" i="0" u="none" strike="noStrike" dirty="0">
                          <a:effectLst/>
                          <a:latin typeface="+mj-lt"/>
                          <a:ea typeface="微软雅黑" panose="020B0503020204020204" pitchFamily="34" charset="-122"/>
                        </a:rPr>
                        <a:t>处理器配置</a:t>
                      </a:r>
                      <a:r>
                        <a:rPr lang="en-US" altLang="zh-CN" sz="900" b="0" i="0" u="none" strike="noStrike" dirty="0">
                          <a:effectLst/>
                          <a:latin typeface="+mj-lt"/>
                          <a:ea typeface="微软雅黑" panose="020B0503020204020204" pitchFamily="34" charset="-122"/>
                        </a:rPr>
                        <a:t>HBM</a:t>
                      </a:r>
                      <a:r>
                        <a:rPr lang="zh-CN" altLang="en-US" sz="900" b="0" i="0" u="none" strike="noStrike" dirty="0">
                          <a:effectLst/>
                          <a:latin typeface="+mj-lt"/>
                          <a:ea typeface="微软雅黑" panose="020B0503020204020204" pitchFamily="34" charset="-122"/>
                        </a:rPr>
                        <a:t>显存≥</a:t>
                      </a:r>
                      <a:r>
                        <a:rPr lang="en-US" altLang="zh-CN" sz="900" b="0" i="0" u="none" strike="noStrike" dirty="0">
                          <a:effectLst/>
                          <a:latin typeface="+mj-lt"/>
                          <a:ea typeface="微软雅黑" panose="020B0503020204020204" pitchFamily="34" charset="-122"/>
                        </a:rPr>
                        <a:t>96GB</a:t>
                      </a:r>
                      <a:r>
                        <a:rPr lang="zh-CN" altLang="en-US" sz="900" b="0" i="0" u="none" strike="noStrike" dirty="0">
                          <a:effectLst/>
                          <a:latin typeface="+mj-lt"/>
                          <a:ea typeface="微软雅黑" panose="020B0503020204020204" pitchFamily="34" charset="-122"/>
                        </a:rPr>
                        <a:t>。</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4</a:t>
                      </a:r>
                      <a:r>
                        <a:rPr lang="zh-CN" altLang="en-US" sz="900" b="0" i="0" u="none" strike="noStrike" dirty="0">
                          <a:effectLst/>
                          <a:latin typeface="+mj-lt"/>
                          <a:ea typeface="微软雅黑" panose="020B0503020204020204" pitchFamily="34" charset="-122"/>
                        </a:rPr>
                        <a:t>、内存：配置≥</a:t>
                      </a:r>
                      <a:r>
                        <a:rPr lang="en-US" altLang="zh-CN" sz="900" b="0" i="0" u="none" strike="noStrike" dirty="0">
                          <a:effectLst/>
                          <a:latin typeface="+mj-lt"/>
                          <a:ea typeface="微软雅黑" panose="020B0503020204020204" pitchFamily="34" charset="-122"/>
                        </a:rPr>
                        <a:t>192*96GB </a:t>
                      </a:r>
                      <a:r>
                        <a:rPr lang="zh-CN" altLang="en-US" sz="900" b="0" i="0" u="none" strike="noStrike" dirty="0">
                          <a:effectLst/>
                          <a:latin typeface="+mj-lt"/>
                          <a:ea typeface="微软雅黑" panose="020B0503020204020204" pitchFamily="34" charset="-122"/>
                        </a:rPr>
                        <a:t>内存，配置≥</a:t>
                      </a:r>
                      <a:r>
                        <a:rPr lang="en-US" altLang="zh-CN" sz="900" b="0" i="0" u="none" strike="noStrike" dirty="0">
                          <a:effectLst/>
                          <a:latin typeface="+mj-lt"/>
                          <a:ea typeface="微软雅黑" panose="020B0503020204020204" pitchFamily="34" charset="-122"/>
                        </a:rPr>
                        <a:t>24</a:t>
                      </a:r>
                      <a:r>
                        <a:rPr lang="zh-CN" altLang="en-US" sz="900" b="0" i="0" u="none" strike="noStrike" dirty="0">
                          <a:effectLst/>
                          <a:latin typeface="+mj-lt"/>
                          <a:ea typeface="微软雅黑" panose="020B0503020204020204" pitchFamily="34" charset="-122"/>
                        </a:rPr>
                        <a:t>个</a:t>
                      </a:r>
                      <a:r>
                        <a:rPr lang="en-US" altLang="zh-CN" sz="900" b="0" i="0" u="none" strike="noStrike" dirty="0">
                          <a:effectLst/>
                          <a:latin typeface="+mj-lt"/>
                          <a:ea typeface="微软雅黑" panose="020B0503020204020204" pitchFamily="34" charset="-122"/>
                        </a:rPr>
                        <a:t>DDR</a:t>
                      </a:r>
                      <a:r>
                        <a:rPr lang="zh-CN" altLang="en-US" sz="900" b="0" i="0" u="none" strike="noStrike" dirty="0">
                          <a:effectLst/>
                          <a:latin typeface="+mj-lt"/>
                          <a:ea typeface="微软雅黑" panose="020B0503020204020204" pitchFamily="34" charset="-122"/>
                        </a:rPr>
                        <a:t>内存插槽，最大内存传输速率≥</a:t>
                      </a:r>
                      <a:r>
                        <a:rPr lang="en-US" altLang="zh-CN" sz="900" b="0" i="0" u="none" strike="noStrike" dirty="0">
                          <a:effectLst/>
                          <a:latin typeface="+mj-lt"/>
                          <a:ea typeface="微软雅黑" panose="020B0503020204020204" pitchFamily="34" charset="-122"/>
                        </a:rPr>
                        <a:t>6400MT/s</a:t>
                      </a:r>
                      <a:r>
                        <a:rPr lang="zh-CN" altLang="en-US" sz="900" b="0" i="0" u="none" strike="noStrike" dirty="0">
                          <a:effectLst/>
                          <a:latin typeface="+mj-lt"/>
                          <a:ea typeface="微软雅黑" panose="020B0503020204020204" pitchFamily="34" charset="-122"/>
                        </a:rPr>
                        <a:t>。</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5</a:t>
                      </a:r>
                      <a:r>
                        <a:rPr lang="zh-CN" altLang="en-US" sz="900" b="0" i="0" u="none" strike="noStrike" dirty="0">
                          <a:effectLst/>
                          <a:latin typeface="+mj-lt"/>
                          <a:ea typeface="微软雅黑" panose="020B0503020204020204" pitchFamily="34" charset="-122"/>
                        </a:rPr>
                        <a:t>、硬盘：配置≥</a:t>
                      </a:r>
                      <a:r>
                        <a:rPr lang="en-US" altLang="zh-CN" sz="900" b="0" i="0" u="none" strike="noStrike" dirty="0">
                          <a:effectLst/>
                          <a:latin typeface="+mj-lt"/>
                          <a:ea typeface="微软雅黑" panose="020B0503020204020204" pitchFamily="34" charset="-122"/>
                        </a:rPr>
                        <a:t>32*3.84TB </a:t>
                      </a:r>
                      <a:r>
                        <a:rPr lang="en-US" altLang="zh-CN" sz="900" b="0" i="0" u="none" strike="noStrike" dirty="0" err="1">
                          <a:effectLst/>
                          <a:latin typeface="+mj-lt"/>
                          <a:ea typeface="微软雅黑" panose="020B0503020204020204" pitchFamily="34" charset="-122"/>
                        </a:rPr>
                        <a:t>NVMe</a:t>
                      </a:r>
                      <a:r>
                        <a:rPr lang="en-US" altLang="zh-CN" sz="900" b="0" i="0" u="none" strike="noStrike" dirty="0">
                          <a:effectLst/>
                          <a:latin typeface="+mj-lt"/>
                          <a:ea typeface="微软雅黑" panose="020B0503020204020204" pitchFamily="34" charset="-122"/>
                        </a:rPr>
                        <a:t> SSD</a:t>
                      </a:r>
                      <a:r>
                        <a:rPr lang="zh-CN" altLang="en-US" sz="900" b="0" i="0" u="none" strike="noStrike" dirty="0">
                          <a:effectLst/>
                          <a:latin typeface="+mj-lt"/>
                          <a:ea typeface="微软雅黑" panose="020B0503020204020204" pitchFamily="34" charset="-122"/>
                        </a:rPr>
                        <a:t>硬盘。</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6</a:t>
                      </a:r>
                      <a:r>
                        <a:rPr lang="zh-CN" altLang="en-US" sz="900" b="0" i="0" u="none" strike="noStrike" dirty="0">
                          <a:effectLst/>
                          <a:latin typeface="+mj-lt"/>
                          <a:ea typeface="微软雅黑" panose="020B0503020204020204" pitchFamily="34" charset="-122"/>
                        </a:rPr>
                        <a:t>、参数面（</a:t>
                      </a:r>
                      <a:r>
                        <a:rPr lang="en-US" altLang="zh-CN" sz="900" b="0" i="0" u="none" strike="noStrike" dirty="0">
                          <a:effectLst/>
                          <a:latin typeface="+mj-lt"/>
                          <a:ea typeface="微软雅黑" panose="020B0503020204020204" pitchFamily="34" charset="-122"/>
                        </a:rPr>
                        <a:t>SO</a:t>
                      </a:r>
                      <a:r>
                        <a:rPr lang="zh-CN" altLang="en-US" sz="900" b="0" i="0" u="none" strike="noStrike" dirty="0">
                          <a:effectLst/>
                          <a:latin typeface="+mj-lt"/>
                          <a:ea typeface="微软雅黑" panose="020B0503020204020204" pitchFamily="34" charset="-122"/>
                        </a:rPr>
                        <a:t>）网卡：配置≥</a:t>
                      </a:r>
                      <a:r>
                        <a:rPr lang="en-US" altLang="zh-CN" sz="900" b="0" i="0" u="none" strike="noStrike" dirty="0">
                          <a:effectLst/>
                          <a:latin typeface="+mj-lt"/>
                          <a:ea typeface="微软雅黑" panose="020B0503020204020204" pitchFamily="34" charset="-122"/>
                        </a:rPr>
                        <a:t>32*800GE</a:t>
                      </a:r>
                      <a:r>
                        <a:rPr lang="zh-CN" altLang="en-US" sz="900" b="0" i="0" u="none" strike="noStrike" dirty="0">
                          <a:effectLst/>
                          <a:latin typeface="+mj-lt"/>
                          <a:ea typeface="微软雅黑" panose="020B0503020204020204" pitchFamily="34" charset="-122"/>
                        </a:rPr>
                        <a:t>光口。</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7</a:t>
                      </a:r>
                      <a:r>
                        <a:rPr lang="zh-CN" altLang="en-US" sz="900" b="0" i="0" u="none" strike="noStrike" dirty="0">
                          <a:effectLst/>
                          <a:latin typeface="+mj-lt"/>
                          <a:ea typeface="微软雅黑" panose="020B0503020204020204" pitchFamily="34" charset="-122"/>
                        </a:rPr>
                        <a:t>、</a:t>
                      </a:r>
                      <a:r>
                        <a:rPr lang="en-US" altLang="zh-CN" sz="900" b="0" i="0" u="none" strike="noStrike" dirty="0">
                          <a:effectLst/>
                          <a:latin typeface="+mj-lt"/>
                          <a:ea typeface="微软雅黑" panose="020B0503020204020204" pitchFamily="34" charset="-122"/>
                        </a:rPr>
                        <a:t>CPU</a:t>
                      </a:r>
                      <a:r>
                        <a:rPr lang="zh-CN" altLang="en-US" sz="900" b="0" i="0" u="none" strike="noStrike" dirty="0">
                          <a:effectLst/>
                          <a:latin typeface="+mj-lt"/>
                          <a:ea typeface="微软雅黑" panose="020B0503020204020204" pitchFamily="34" charset="-122"/>
                        </a:rPr>
                        <a:t>（存储面）网卡：配置</a:t>
                      </a:r>
                      <a:r>
                        <a:rPr lang="en-US" altLang="zh-CN" sz="900" b="0" i="0" u="none" strike="noStrike" dirty="0">
                          <a:effectLst/>
                          <a:latin typeface="+mj-lt"/>
                          <a:ea typeface="微软雅黑" panose="020B0503020204020204" pitchFamily="34" charset="-122"/>
                        </a:rPr>
                        <a:t>8*2*200G</a:t>
                      </a:r>
                      <a:r>
                        <a:rPr lang="zh-CN" altLang="en-US" sz="900" b="0" i="0" u="none" strike="noStrike" dirty="0">
                          <a:effectLst/>
                          <a:latin typeface="+mj-lt"/>
                          <a:ea typeface="微软雅黑" panose="020B0503020204020204" pitchFamily="34" charset="-122"/>
                        </a:rPr>
                        <a:t>光口（含配套的光模块）。</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8</a:t>
                      </a:r>
                      <a:r>
                        <a:rPr lang="zh-CN" altLang="en-US" sz="900" b="0" i="0" u="none" strike="noStrike" dirty="0">
                          <a:effectLst/>
                          <a:latin typeface="+mj-lt"/>
                          <a:ea typeface="微软雅黑" panose="020B0503020204020204" pitchFamily="34" charset="-122"/>
                        </a:rPr>
                        <a:t>、电源：配置≥</a:t>
                      </a:r>
                      <a:r>
                        <a:rPr lang="en-US" altLang="zh-CN" sz="900" b="0" i="0" u="none" strike="noStrike" dirty="0">
                          <a:effectLst/>
                          <a:latin typeface="+mj-lt"/>
                          <a:ea typeface="微软雅黑" panose="020B0503020204020204" pitchFamily="34" charset="-122"/>
                        </a:rPr>
                        <a:t>18</a:t>
                      </a:r>
                      <a:r>
                        <a:rPr lang="zh-CN" altLang="en-US" sz="900" b="0" i="0" u="none" strike="noStrike" dirty="0">
                          <a:effectLst/>
                          <a:latin typeface="+mj-lt"/>
                          <a:ea typeface="微软雅黑" panose="020B0503020204020204" pitchFamily="34" charset="-122"/>
                        </a:rPr>
                        <a:t>个热插拔</a:t>
                      </a:r>
                      <a:r>
                        <a:rPr lang="en-US" altLang="zh-CN" sz="900" b="0" i="0" u="none" strike="noStrike" dirty="0">
                          <a:effectLst/>
                          <a:latin typeface="+mj-lt"/>
                          <a:ea typeface="微软雅黑" panose="020B0503020204020204" pitchFamily="34" charset="-122"/>
                        </a:rPr>
                        <a:t>6.0 kW</a:t>
                      </a:r>
                      <a:r>
                        <a:rPr lang="zh-CN" altLang="en-US" sz="900" b="0" i="0" u="none" strike="noStrike" dirty="0">
                          <a:effectLst/>
                          <a:latin typeface="+mj-lt"/>
                          <a:ea typeface="微软雅黑" panose="020B0503020204020204" pitchFamily="34" charset="-122"/>
                        </a:rPr>
                        <a:t>电源模块，支持</a:t>
                      </a:r>
                      <a:r>
                        <a:rPr lang="en-US" altLang="zh-CN" sz="900" b="0" i="0" u="none" strike="noStrike" dirty="0">
                          <a:effectLst/>
                          <a:latin typeface="+mj-lt"/>
                          <a:ea typeface="微软雅黑" panose="020B0503020204020204" pitchFamily="34" charset="-122"/>
                        </a:rPr>
                        <a:t>N+1</a:t>
                      </a:r>
                      <a:r>
                        <a:rPr lang="zh-CN" altLang="en-US" sz="900" b="0" i="0" u="none" strike="noStrike" dirty="0">
                          <a:effectLst/>
                          <a:latin typeface="+mj-lt"/>
                          <a:ea typeface="微软雅黑" panose="020B0503020204020204" pitchFamily="34" charset="-122"/>
                        </a:rPr>
                        <a:t>冗余。</a:t>
                      </a:r>
                      <a:br>
                        <a:rPr lang="zh-CN" altLang="en-US" sz="900" b="0" i="0" u="none" strike="noStrike" dirty="0">
                          <a:effectLst/>
                          <a:latin typeface="+mj-lt"/>
                          <a:ea typeface="微软雅黑" panose="020B0503020204020204" pitchFamily="34" charset="-122"/>
                        </a:rPr>
                      </a:br>
                      <a:r>
                        <a:rPr lang="zh-CN" altLang="en-US" sz="900" b="0" i="0" u="none" strike="noStrike" dirty="0">
                          <a:effectLst/>
                          <a:latin typeface="+mj-lt"/>
                          <a:ea typeface="微软雅黑" panose="020B0503020204020204" pitchFamily="34" charset="-122"/>
                        </a:rPr>
                        <a:t>单个灵衢柜配置如下：</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1</a:t>
                      </a:r>
                      <a:r>
                        <a:rPr lang="zh-CN" altLang="en-US" sz="900" b="0" i="0" u="none" strike="noStrike" dirty="0">
                          <a:effectLst/>
                          <a:latin typeface="+mj-lt"/>
                          <a:ea typeface="微软雅黑" panose="020B0503020204020204" pitchFamily="34" charset="-122"/>
                        </a:rPr>
                        <a:t>、 </a:t>
                      </a:r>
                      <a:r>
                        <a:rPr lang="en-US" altLang="zh-CN" sz="900" b="0" i="0" u="none" strike="noStrike" dirty="0">
                          <a:effectLst/>
                          <a:latin typeface="+mj-lt"/>
                          <a:ea typeface="微软雅黑" panose="020B0503020204020204" pitchFamily="34" charset="-122"/>
                        </a:rPr>
                        <a:t>4</a:t>
                      </a:r>
                      <a:r>
                        <a:rPr lang="zh-CN" altLang="en-US" sz="900" b="0" i="0" u="none" strike="noStrike" dirty="0">
                          <a:effectLst/>
                          <a:latin typeface="+mj-lt"/>
                          <a:ea typeface="微软雅黑" panose="020B0503020204020204" pitchFamily="34" charset="-122"/>
                        </a:rPr>
                        <a:t>个灵衢设备，每个灵衢设备</a:t>
                      </a:r>
                      <a:r>
                        <a:rPr lang="en-US" altLang="zh-CN" sz="900" b="0" i="0" u="none" strike="noStrike" dirty="0">
                          <a:effectLst/>
                          <a:latin typeface="+mj-lt"/>
                          <a:ea typeface="微软雅黑" panose="020B0503020204020204" pitchFamily="34" charset="-122"/>
                        </a:rPr>
                        <a:t>128</a:t>
                      </a:r>
                      <a:r>
                        <a:rPr lang="zh-CN" altLang="en-US" sz="900" b="0" i="0" u="none" strike="noStrike" dirty="0">
                          <a:effectLst/>
                          <a:latin typeface="+mj-lt"/>
                          <a:ea typeface="微软雅黑" panose="020B0503020204020204" pitchFamily="34" charset="-122"/>
                        </a:rPr>
                        <a:t>个</a:t>
                      </a:r>
                      <a:r>
                        <a:rPr lang="en-US" altLang="zh-CN" sz="900" b="0" i="0" u="none" strike="noStrike" dirty="0">
                          <a:effectLst/>
                          <a:latin typeface="+mj-lt"/>
                          <a:ea typeface="微软雅黑" panose="020B0503020204020204" pitchFamily="34" charset="-122"/>
                        </a:rPr>
                        <a:t>800G</a:t>
                      </a:r>
                      <a:r>
                        <a:rPr lang="zh-CN" altLang="en-US" sz="900" b="0" i="0" u="none" strike="noStrike" dirty="0">
                          <a:effectLst/>
                          <a:latin typeface="+mj-lt"/>
                          <a:ea typeface="微软雅黑" panose="020B0503020204020204" pitchFamily="34" charset="-122"/>
                        </a:rPr>
                        <a:t>端口。</a:t>
                      </a:r>
                      <a:br>
                        <a:rPr lang="zh-CN" altLang="en-US" sz="900" b="0" i="0" u="none" strike="noStrike" dirty="0">
                          <a:effectLst/>
                          <a:latin typeface="+mj-lt"/>
                          <a:ea typeface="微软雅黑" panose="020B0503020204020204" pitchFamily="34" charset="-122"/>
                        </a:rPr>
                      </a:br>
                      <a:r>
                        <a:rPr lang="en-US" altLang="zh-CN" sz="900" b="0" i="0" u="none" strike="noStrike" dirty="0">
                          <a:effectLst/>
                          <a:latin typeface="+mj-lt"/>
                          <a:ea typeface="微软雅黑" panose="020B0503020204020204" pitchFamily="34" charset="-122"/>
                        </a:rPr>
                        <a:t>2</a:t>
                      </a:r>
                      <a:r>
                        <a:rPr lang="zh-CN" altLang="en-US" sz="900" b="0" i="0" u="none" strike="noStrike" dirty="0">
                          <a:effectLst/>
                          <a:latin typeface="+mj-lt"/>
                          <a:ea typeface="微软雅黑" panose="020B0503020204020204" pitchFamily="34" charset="-122"/>
                        </a:rPr>
                        <a:t>、 电源：配置≥</a:t>
                      </a:r>
                      <a:r>
                        <a:rPr lang="en-US" altLang="zh-CN" sz="900" b="0" i="0" u="none" strike="noStrike" dirty="0">
                          <a:effectLst/>
                          <a:latin typeface="+mj-lt"/>
                          <a:ea typeface="微软雅黑" panose="020B0503020204020204" pitchFamily="34" charset="-122"/>
                        </a:rPr>
                        <a:t>6</a:t>
                      </a:r>
                      <a:r>
                        <a:rPr lang="zh-CN" altLang="en-US" sz="900" b="0" i="0" u="none" strike="noStrike" dirty="0">
                          <a:effectLst/>
                          <a:latin typeface="+mj-lt"/>
                          <a:ea typeface="微软雅黑" panose="020B0503020204020204" pitchFamily="34" charset="-122"/>
                        </a:rPr>
                        <a:t>个热插拔</a:t>
                      </a:r>
                      <a:r>
                        <a:rPr lang="en-US" altLang="zh-CN" sz="900" b="0" i="0" u="none" strike="noStrike" dirty="0">
                          <a:effectLst/>
                          <a:latin typeface="+mj-lt"/>
                          <a:ea typeface="微软雅黑" panose="020B0503020204020204" pitchFamily="34" charset="-122"/>
                        </a:rPr>
                        <a:t>6.0 kW</a:t>
                      </a:r>
                      <a:r>
                        <a:rPr lang="zh-CN" altLang="en-US" sz="900" b="0" i="0" u="none" strike="noStrike" dirty="0">
                          <a:effectLst/>
                          <a:latin typeface="+mj-lt"/>
                          <a:ea typeface="微软雅黑" panose="020B0503020204020204" pitchFamily="34" charset="-122"/>
                        </a:rPr>
                        <a:t>电源模块，支持</a:t>
                      </a:r>
                      <a:r>
                        <a:rPr lang="en-US" altLang="zh-CN" sz="900" b="0" i="0" u="none" strike="noStrike" dirty="0">
                          <a:effectLst/>
                          <a:latin typeface="+mj-lt"/>
                          <a:ea typeface="微软雅黑" panose="020B0503020204020204" pitchFamily="34" charset="-122"/>
                        </a:rPr>
                        <a:t>N+1</a:t>
                      </a:r>
                      <a:r>
                        <a:rPr lang="zh-CN" altLang="en-US" sz="900" b="0" i="0" u="none" strike="noStrike" dirty="0">
                          <a:effectLst/>
                          <a:latin typeface="+mj-lt"/>
                          <a:ea typeface="微软雅黑" panose="020B0503020204020204" pitchFamily="34" charset="-122"/>
                        </a:rPr>
                        <a:t>冗余。</a:t>
                      </a:r>
                      <a:endParaRPr lang="zh-CN" altLang="en-US" sz="900" b="0" i="0" u="none" strike="noStrike" dirty="0">
                        <a:effectLst/>
                        <a:latin typeface="+mj-lt"/>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r>
              <a:tr h="149398">
                <a:tc>
                  <a:txBody>
                    <a:bodyPr/>
                    <a:lstStyle/>
                    <a:p>
                      <a:pPr algn="ctr" fontAlgn="ctr"/>
                      <a:r>
                        <a:rPr lang="zh-CN" altLang="en-US" sz="900" b="0" i="0" u="none" strike="noStrike">
                          <a:effectLst/>
                          <a:latin typeface="+mj-lt"/>
                        </a:rPr>
                        <a:t>运维节点</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sz="900" b="0" i="0" u="none" strike="noStrike">
                          <a:effectLst/>
                          <a:latin typeface="+mj-lt"/>
                        </a:rPr>
                        <a:t>R220K V2</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900" b="0" i="0" u="none" strike="noStrike">
                          <a:effectLst/>
                          <a:latin typeface="+mj-lt"/>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CN" sz="900" b="0" i="0" u="none" strike="noStrike">
                          <a:effectLst/>
                          <a:latin typeface="+mj-lt"/>
                        </a:rPr>
                        <a:t>3</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r>
                        <a:rPr lang="zh-CN" altLang="en-US" sz="900" b="0" i="0" u="none" strike="noStrike">
                          <a:effectLst/>
                          <a:latin typeface="+mj-lt"/>
                        </a:rPr>
                        <a:t>单节点</a:t>
                      </a:r>
                      <a:r>
                        <a:rPr lang="en-US" sz="900" b="0" i="0" u="none" strike="noStrike">
                          <a:effectLst/>
                          <a:latin typeface="+mj-lt"/>
                        </a:rPr>
                        <a:t>CPU≥48C，</a:t>
                      </a:r>
                      <a:r>
                        <a:rPr lang="zh-CN" altLang="en-US" sz="900" b="0" i="0" u="none" strike="noStrike">
                          <a:effectLst/>
                          <a:latin typeface="+mj-lt"/>
                        </a:rPr>
                        <a:t>主频≥</a:t>
                      </a:r>
                      <a:r>
                        <a:rPr lang="en-US" altLang="zh-CN" sz="900" b="0" i="0" u="none" strike="noStrike">
                          <a:effectLst/>
                          <a:latin typeface="+mj-lt"/>
                        </a:rPr>
                        <a:t>26</a:t>
                      </a:r>
                      <a:r>
                        <a:rPr lang="en-US" sz="900" b="0" i="0" u="none" strike="noStrike">
                          <a:effectLst/>
                          <a:latin typeface="+mj-lt"/>
                        </a:rPr>
                        <a:t>GHz，</a:t>
                      </a:r>
                      <a:r>
                        <a:rPr lang="zh-CN" altLang="en-US" sz="900" b="0" i="0" u="none" strike="noStrike">
                          <a:effectLst/>
                          <a:latin typeface="+mj-lt"/>
                        </a:rPr>
                        <a:t>内存≥</a:t>
                      </a:r>
                      <a:r>
                        <a:rPr lang="en-US" altLang="zh-CN" sz="900" b="0" i="0" u="none" strike="noStrike">
                          <a:effectLst/>
                          <a:latin typeface="+mj-lt"/>
                        </a:rPr>
                        <a:t>256</a:t>
                      </a:r>
                      <a:r>
                        <a:rPr lang="en-US" sz="900" b="0" i="0" u="none" strike="noStrike">
                          <a:effectLst/>
                          <a:latin typeface="+mj-lt"/>
                        </a:rPr>
                        <a:t>GB，≥6*3.84T SATA SSD，≥1*200GE</a:t>
                      </a:r>
                      <a:r>
                        <a:rPr lang="zh-CN" altLang="en-US" sz="900" b="0" i="0" u="none" strike="noStrike">
                          <a:effectLst/>
                          <a:latin typeface="+mj-lt"/>
                        </a:rPr>
                        <a:t>网卡</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r>
              <a:tr h="146056">
                <a:tc>
                  <a:txBody>
                    <a:bodyPr/>
                    <a:lstStyle/>
                    <a:p>
                      <a:pPr algn="ctr" fontAlgn="ctr"/>
                      <a:r>
                        <a:rPr lang="en-US" sz="900" b="0" i="0" u="none" strike="noStrike" dirty="0">
                          <a:effectLst/>
                          <a:latin typeface="+mj-lt"/>
                        </a:rPr>
                        <a:t>DCI</a:t>
                      </a:r>
                      <a:r>
                        <a:rPr lang="zh-CN" altLang="en-US" sz="900" b="0" i="0" u="none" strike="noStrike" dirty="0">
                          <a:effectLst/>
                          <a:latin typeface="+mj-lt"/>
                          <a:ea typeface="微软雅黑" panose="020B0503020204020204" pitchFamily="34" charset="-122"/>
                        </a:rPr>
                        <a:t>交换机</a:t>
                      </a:r>
                      <a:endParaRPr lang="zh-CN" altLang="en-US" sz="900" b="0" i="0" u="none" strike="noStrike" dirty="0">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LS-12500R-2XL</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4</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a:effectLst/>
                          <a:latin typeface="+mj-lt"/>
                          <a:ea typeface="微软雅黑" panose="020B0503020204020204" pitchFamily="34" charset="-122"/>
                        </a:rPr>
                        <a:t>用于</a:t>
                      </a:r>
                      <a:r>
                        <a:rPr lang="en-US" altLang="zh-CN" sz="900" b="0" i="0" u="none" strike="noStrike">
                          <a:effectLst/>
                          <a:latin typeface="+mj-lt"/>
                        </a:rPr>
                        <a:t>DCN</a:t>
                      </a:r>
                      <a:r>
                        <a:rPr lang="zh-CN" altLang="en-US" sz="900" b="0" i="0" u="none" strike="noStrike">
                          <a:effectLst/>
                          <a:latin typeface="+mj-lt"/>
                          <a:ea typeface="微软雅黑" panose="020B0503020204020204" pitchFamily="34" charset="-122"/>
                        </a:rPr>
                        <a:t>业务面网络和</a:t>
                      </a:r>
                      <a:r>
                        <a:rPr lang="en-US" altLang="zh-CN" sz="900" b="0" i="0" u="none" strike="noStrike">
                          <a:effectLst/>
                          <a:latin typeface="+mj-lt"/>
                        </a:rPr>
                        <a:t>ONT</a:t>
                      </a:r>
                      <a:r>
                        <a:rPr lang="zh-CN" altLang="en-US" sz="900" b="0" i="0" u="none" strike="noStrike">
                          <a:effectLst/>
                          <a:latin typeface="+mj-lt"/>
                          <a:ea typeface="微软雅黑" panose="020B0503020204020204" pitchFamily="34" charset="-122"/>
                        </a:rPr>
                        <a:t>连接</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46056">
                <a:tc>
                  <a:txBody>
                    <a:bodyPr/>
                    <a:lstStyle/>
                    <a:p>
                      <a:pPr algn="ctr" fontAlgn="ctr"/>
                      <a:r>
                        <a:rPr lang="zh-CN" altLang="en-US" sz="900" b="0" i="0" u="none" strike="noStrike">
                          <a:effectLst/>
                          <a:latin typeface="+mj-lt"/>
                          <a:ea typeface="微软雅黑" panose="020B0503020204020204" pitchFamily="34" charset="-122"/>
                        </a:rPr>
                        <a:t>业务面</a:t>
                      </a:r>
                      <a:r>
                        <a:rPr lang="en-US" sz="900" b="0" i="0" u="none" strike="noStrike">
                          <a:effectLst/>
                          <a:latin typeface="+mj-lt"/>
                        </a:rPr>
                        <a:t>DCN</a:t>
                      </a:r>
                      <a:r>
                        <a:rPr lang="zh-CN" altLang="en-US" sz="900" b="0" i="0" u="none" strike="noStrike">
                          <a:effectLst/>
                          <a:latin typeface="+mj-lt"/>
                          <a:ea typeface="微软雅黑" panose="020B0503020204020204" pitchFamily="34" charset="-122"/>
                        </a:rPr>
                        <a:t>网络</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CE</a:t>
                      </a:r>
                      <a:r>
                        <a:rPr lang="zh-CN" altLang="en-US" sz="900" b="0" i="0" u="none" strike="noStrike">
                          <a:effectLst/>
                          <a:latin typeface="+mj-lt"/>
                          <a:ea typeface="微软雅黑" panose="020B0503020204020204" pitchFamily="34" charset="-122"/>
                        </a:rPr>
                        <a:t>交换机</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36</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effectLst/>
                          <a:latin typeface="+mj-lt"/>
                        </a:rPr>
                        <a:t>S3</a:t>
                      </a:r>
                      <a:r>
                        <a:rPr lang="en-US" sz="900" b="0" i="0" u="none" strike="noStrike">
                          <a:effectLst/>
                          <a:latin typeface="+mj-lt"/>
                          <a:ea typeface="微软雅黑" panose="020B0503020204020204" pitchFamily="34" charset="-122"/>
                        </a:rPr>
                        <a:t>、</a:t>
                      </a:r>
                      <a:r>
                        <a:rPr lang="en-US" sz="900" b="0" i="0" u="none" strike="noStrike">
                          <a:effectLst/>
                          <a:latin typeface="+mj-lt"/>
                        </a:rPr>
                        <a:t>S2</a:t>
                      </a:r>
                      <a:r>
                        <a:rPr lang="en-US" sz="900" b="0" i="0" u="none" strike="noStrike">
                          <a:effectLst/>
                          <a:latin typeface="+mj-lt"/>
                          <a:ea typeface="微软雅黑" panose="020B0503020204020204" pitchFamily="34" charset="-122"/>
                        </a:rPr>
                        <a:t>、</a:t>
                      </a:r>
                      <a:r>
                        <a:rPr lang="en-US" sz="900" b="0" i="0" u="none" strike="noStrike">
                          <a:effectLst/>
                          <a:latin typeface="+mj-lt"/>
                        </a:rPr>
                        <a:t>S1</a:t>
                      </a:r>
                      <a:r>
                        <a:rPr lang="en-US" sz="900" b="0" i="0" u="none" strike="noStrike">
                          <a:effectLst/>
                          <a:latin typeface="+mj-lt"/>
                          <a:ea typeface="微软雅黑" panose="020B0503020204020204" pitchFamily="34" charset="-122"/>
                        </a:rPr>
                        <a:t>：</a:t>
                      </a:r>
                      <a:r>
                        <a:rPr lang="en-US" sz="900" b="0" i="0" u="none" strike="noStrike">
                          <a:effectLst/>
                          <a:latin typeface="+mj-lt"/>
                        </a:rPr>
                        <a:t>CE9875-64EO 27</a:t>
                      </a:r>
                      <a:r>
                        <a:rPr lang="zh-CN" altLang="en-US" sz="900" b="0" i="0" u="none" strike="noStrike">
                          <a:effectLst/>
                          <a:latin typeface="+mj-lt"/>
                          <a:ea typeface="微软雅黑" panose="020B0503020204020204" pitchFamily="34" charset="-122"/>
                        </a:rPr>
                        <a:t>台，</a:t>
                      </a:r>
                      <a:r>
                        <a:rPr lang="en-US" sz="900" b="0" i="0" u="none" strike="noStrike">
                          <a:effectLst/>
                          <a:latin typeface="+mj-lt"/>
                        </a:rPr>
                        <a:t>S0</a:t>
                      </a:r>
                      <a:r>
                        <a:rPr lang="en-US" sz="900" b="0" i="0" u="none" strike="noStrike">
                          <a:effectLst/>
                          <a:latin typeface="+mj-lt"/>
                          <a:ea typeface="微软雅黑" panose="020B0503020204020204" pitchFamily="34" charset="-122"/>
                        </a:rPr>
                        <a:t>：</a:t>
                      </a:r>
                      <a:r>
                        <a:rPr lang="en-US" sz="900" b="0" i="0" u="none" strike="noStrike">
                          <a:effectLst/>
                          <a:latin typeface="+mj-lt"/>
                        </a:rPr>
                        <a:t>CE8885-48BQ8EO 9</a:t>
                      </a:r>
                      <a:r>
                        <a:rPr lang="zh-CN" altLang="en-US" sz="900" b="0" i="0" u="none" strike="noStrike">
                          <a:effectLst/>
                          <a:latin typeface="+mj-lt"/>
                          <a:ea typeface="微软雅黑" panose="020B0503020204020204" pitchFamily="34" charset="-122"/>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35022">
                <a:tc>
                  <a:txBody>
                    <a:bodyPr/>
                    <a:lstStyle/>
                    <a:p>
                      <a:pPr algn="ctr" fontAlgn="ctr"/>
                      <a:r>
                        <a:rPr lang="en-US" sz="900" b="0" i="0" u="none" strike="noStrike">
                          <a:effectLst/>
                          <a:latin typeface="+mj-lt"/>
                        </a:rPr>
                        <a:t>Tracker</a:t>
                      </a:r>
                      <a:r>
                        <a:rPr lang="zh-CN" altLang="en-US" sz="900" b="0" i="0" u="none" strike="noStrike">
                          <a:effectLst/>
                          <a:latin typeface="+mj-lt"/>
                          <a:ea typeface="微软雅黑" panose="020B0503020204020204" pitchFamily="34" charset="-122"/>
                        </a:rPr>
                        <a:t>交换机</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en-US" sz="900" b="0" i="0" u="none" strike="noStrike">
                          <a:effectLst/>
                          <a:latin typeface="+mj-lt"/>
                        </a:rPr>
                        <a:t>B5010</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zh-CN" altLang="en-US" sz="900" b="0" i="0" u="none" strike="noStrike">
                          <a:effectLst/>
                          <a:latin typeface="+mj-lt"/>
                          <a:ea typeface="微软雅黑" panose="020B0503020204020204" pitchFamily="34" charset="-122"/>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en-US" altLang="zh-CN" sz="900" b="0" i="0" u="none" strike="noStrike">
                          <a:effectLst/>
                          <a:latin typeface="+mj-lt"/>
                        </a:rPr>
                        <a:t>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l" fontAlgn="ctr"/>
                      <a:r>
                        <a:rPr lang="en-US" sz="900" b="0" i="0" u="none" strike="noStrike">
                          <a:effectLst/>
                          <a:latin typeface="+mj-lt"/>
                        </a:rPr>
                        <a:t>TrackerS0</a:t>
                      </a:r>
                      <a:r>
                        <a:rPr lang="zh-CN" altLang="en-US" sz="900" b="0" i="0" u="none" strike="noStrike">
                          <a:effectLst/>
                          <a:latin typeface="+mj-lt"/>
                          <a:ea typeface="微软雅黑" panose="020B0503020204020204" pitchFamily="34" charset="-122"/>
                        </a:rPr>
                        <a:t>交换机</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r>
              <a:tr h="270043">
                <a:tc>
                  <a:txBody>
                    <a:bodyPr/>
                    <a:lstStyle/>
                    <a:p>
                      <a:pPr algn="ctr" fontAlgn="ctr"/>
                      <a:r>
                        <a:rPr lang="zh-CN" altLang="en-US" sz="900" b="0" i="0" u="none" strike="noStrike">
                          <a:effectLst/>
                          <a:latin typeface="+mj-lt"/>
                          <a:ea typeface="微软雅黑" panose="020B0503020204020204" pitchFamily="34" charset="-122"/>
                        </a:rPr>
                        <a:t>业务面光跳线</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LC-LC-SM-D2.0-Push-Pull-Boot</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根</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882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effectLst/>
                          <a:latin typeface="+mj-lt"/>
                        </a:rPr>
                        <a:t>DCI-S3</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:32</a:t>
                      </a:r>
                      <a:r>
                        <a:rPr lang="zh-CN" altLang="en-US" sz="900" b="0" i="0" u="none" strike="noStrike">
                          <a:effectLst/>
                          <a:latin typeface="+mj-lt"/>
                          <a:ea typeface="微软雅黑" panose="020B0503020204020204" pitchFamily="34" charset="-122"/>
                        </a:rPr>
                        <a:t>，</a:t>
                      </a:r>
                      <a:r>
                        <a:rPr lang="en-US" sz="900" b="0" i="0" u="none" strike="noStrike">
                          <a:effectLst/>
                          <a:latin typeface="+mj-lt"/>
                        </a:rPr>
                        <a:t>S3-S2</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 280</a:t>
                      </a:r>
                      <a:r>
                        <a:rPr lang="zh-CN" altLang="en-US" sz="900" b="0" i="0" u="none" strike="noStrike">
                          <a:effectLst/>
                          <a:latin typeface="+mj-lt"/>
                          <a:ea typeface="微软雅黑" panose="020B0503020204020204" pitchFamily="34" charset="-122"/>
                        </a:rPr>
                        <a:t>，</a:t>
                      </a:r>
                      <a:r>
                        <a:rPr lang="en-US" sz="900" b="0" i="0" u="none" strike="noStrike">
                          <a:effectLst/>
                          <a:latin typeface="+mj-lt"/>
                        </a:rPr>
                        <a:t>S2-S1</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 408</a:t>
                      </a:r>
                      <a:r>
                        <a:rPr lang="zh-CN" altLang="en-US" sz="900" b="0" i="0" u="none" strike="noStrike">
                          <a:effectLst/>
                          <a:latin typeface="+mj-lt"/>
                          <a:ea typeface="微软雅黑" panose="020B0503020204020204" pitchFamily="34" charset="-122"/>
                        </a:rPr>
                        <a:t>，</a:t>
                      </a:r>
                      <a:r>
                        <a:rPr lang="en-US" sz="900" b="0" i="0" u="none" strike="noStrike">
                          <a:effectLst/>
                          <a:latin typeface="+mj-lt"/>
                        </a:rPr>
                        <a:t>S1-S0</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 144,</a:t>
                      </a:r>
                      <a:r>
                        <a:rPr lang="en-US" sz="900" b="0" i="0" u="none" strike="noStrike">
                          <a:effectLst/>
                          <a:latin typeface="+mj-lt"/>
                        </a:rPr>
                        <a:t>S1-TrackerS0</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:18</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3991">
                <a:tc>
                  <a:txBody>
                    <a:bodyPr/>
                    <a:lstStyle/>
                    <a:p>
                      <a:pPr algn="ctr" fontAlgn="ctr"/>
                      <a:r>
                        <a:rPr lang="en-US" sz="900" b="0" i="0" u="none" strike="noStrike" dirty="0">
                          <a:effectLst/>
                          <a:latin typeface="+mj-lt"/>
                        </a:rPr>
                        <a:t>AOC</a:t>
                      </a:r>
                      <a:r>
                        <a:rPr lang="zh-CN" altLang="en-US" sz="900" b="0" i="0" u="none" strike="noStrike" dirty="0">
                          <a:effectLst/>
                          <a:latin typeface="+mj-lt"/>
                          <a:ea typeface="微软雅黑" panose="020B0503020204020204" pitchFamily="34" charset="-122"/>
                        </a:rPr>
                        <a:t>线缆</a:t>
                      </a:r>
                      <a:endParaRPr lang="zh-CN" altLang="en-US" sz="900" b="0" i="0" u="none" strike="noStrike" dirty="0">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200G-AOC-QSFP</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根</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272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effectLst/>
                          <a:latin typeface="+mj-lt"/>
                        </a:rPr>
                        <a:t>S0-CTRAY</a:t>
                      </a:r>
                      <a:r>
                        <a:rPr lang="zh-CN" altLang="en-US" sz="900" b="0" i="0" u="none" strike="noStrike">
                          <a:effectLst/>
                          <a:latin typeface="+mj-lt"/>
                          <a:ea typeface="微软雅黑" panose="020B0503020204020204" pitchFamily="34" charset="-122"/>
                        </a:rPr>
                        <a:t>互联线缆</a:t>
                      </a:r>
                      <a:r>
                        <a:rPr lang="zh-CN" altLang="en-US" sz="900" b="0" i="0" u="none" strike="noStrike">
                          <a:effectLst/>
                          <a:latin typeface="+mj-lt"/>
                        </a:rPr>
                        <a:t> </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35022">
                <a:tc>
                  <a:txBody>
                    <a:bodyPr/>
                    <a:lstStyle/>
                    <a:p>
                      <a:pPr algn="ctr" fontAlgn="ctr"/>
                      <a:r>
                        <a:rPr lang="zh-CN" altLang="en-US" sz="900" b="0" i="0" u="none" strike="noStrike" dirty="0">
                          <a:effectLst/>
                          <a:latin typeface="+mj-lt"/>
                          <a:ea typeface="微软雅黑" panose="020B0503020204020204" pitchFamily="34" charset="-122"/>
                        </a:rPr>
                        <a:t>业务面</a:t>
                      </a:r>
                      <a:r>
                        <a:rPr lang="en-US" altLang="zh-CN" sz="900" b="0" i="0" u="none" strike="noStrike" dirty="0">
                          <a:effectLst/>
                          <a:latin typeface="+mj-lt"/>
                        </a:rPr>
                        <a:t>400GE</a:t>
                      </a:r>
                      <a:r>
                        <a:rPr lang="zh-CN" altLang="en-US" sz="900" b="0" i="0" u="none" strike="noStrike" dirty="0">
                          <a:effectLst/>
                          <a:latin typeface="+mj-lt"/>
                          <a:ea typeface="微软雅黑" panose="020B0503020204020204" pitchFamily="34" charset="-122"/>
                        </a:rPr>
                        <a:t>光模块</a:t>
                      </a:r>
                      <a:endParaRPr lang="zh-CN" altLang="en-US" sz="900" b="0" i="0" u="none" strike="noStrike" dirty="0">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en-US" sz="900" b="0" i="0" u="none" strike="noStrike" dirty="0">
                          <a:effectLst/>
                          <a:latin typeface="+mj-lt"/>
                        </a:rPr>
                        <a:t>400G-QSFP-DD-FR4</a:t>
                      </a:r>
                      <a:endParaRPr lang="en-US"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900" b="0" i="0" u="none" strike="noStrike">
                          <a:effectLst/>
                          <a:latin typeface="+mj-lt"/>
                          <a:ea typeface="微软雅黑" panose="020B0503020204020204" pitchFamily="34" charset="-122"/>
                        </a:rPr>
                        <a:t>个</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r>
                        <a:rPr lang="en-US" altLang="zh-CN" sz="900" b="0" i="0" u="none" strike="noStrike" dirty="0">
                          <a:effectLst/>
                          <a:latin typeface="+mj-lt"/>
                        </a:rPr>
                        <a:t>36</a:t>
                      </a:r>
                      <a:endParaRPr lang="en-US" altLang="zh-CN"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r>
                        <a:rPr lang="en-US" sz="900" b="0" i="0" u="none" strike="noStrike" dirty="0">
                          <a:effectLst/>
                          <a:latin typeface="+mj-lt"/>
                        </a:rPr>
                        <a:t>DCI-S3, DCI</a:t>
                      </a:r>
                      <a:r>
                        <a:rPr lang="zh-CN" altLang="en-US" sz="900" b="0" i="0" u="none" strike="noStrike" dirty="0">
                          <a:effectLst/>
                          <a:latin typeface="+mj-lt"/>
                          <a:ea typeface="微软雅黑" panose="020B0503020204020204" pitchFamily="34" charset="-122"/>
                        </a:rPr>
                        <a:t>侧光模块</a:t>
                      </a:r>
                      <a:endParaRPr lang="zh-CN" altLang="en-US"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r>
              <a:tr h="270043">
                <a:tc>
                  <a:txBody>
                    <a:bodyPr/>
                    <a:lstStyle/>
                    <a:p>
                      <a:pPr algn="ctr" fontAlgn="ctr"/>
                      <a:r>
                        <a:rPr lang="zh-CN" altLang="en-US" sz="900" b="0" i="0" u="none" strike="noStrike">
                          <a:effectLst/>
                          <a:latin typeface="+mj-lt"/>
                          <a:ea typeface="微软雅黑" panose="020B0503020204020204" pitchFamily="34" charset="-122"/>
                        </a:rPr>
                        <a:t>业务面</a:t>
                      </a:r>
                      <a:r>
                        <a:rPr lang="en-US" altLang="zh-CN" sz="900" b="0" i="0" u="none" strike="noStrike">
                          <a:effectLst/>
                          <a:latin typeface="+mj-lt"/>
                        </a:rPr>
                        <a:t>800GE</a:t>
                      </a:r>
                      <a:r>
                        <a:rPr lang="zh-CN" altLang="en-US" sz="900" b="0" i="0" u="none" strike="noStrike">
                          <a:effectLst/>
                          <a:latin typeface="+mj-lt"/>
                          <a:ea typeface="微软雅黑" panose="020B0503020204020204" pitchFamily="34" charset="-122"/>
                        </a:rPr>
                        <a:t>光模块</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sz="900" b="0" i="0" u="none" strike="noStrike">
                          <a:effectLst/>
                          <a:latin typeface="+mj-lt"/>
                        </a:rPr>
                        <a:t>800G-OSFP-2*FR4</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900" b="0" i="0" u="none" strike="noStrike">
                          <a:effectLst/>
                          <a:latin typeface="+mj-lt"/>
                          <a:ea typeface="微软雅黑" panose="020B0503020204020204" pitchFamily="34" charset="-122"/>
                        </a:rPr>
                        <a:t>个</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CN" sz="900" b="0" i="0" u="none" strike="noStrike">
                          <a:effectLst/>
                          <a:latin typeface="+mj-lt"/>
                        </a:rPr>
                        <a:t>892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r>
                        <a:rPr lang="en-US" sz="900" b="0" i="0" u="none" strike="noStrike">
                          <a:effectLst/>
                          <a:latin typeface="+mj-lt"/>
                        </a:rPr>
                        <a:t>DCI-S3 S3</a:t>
                      </a:r>
                      <a:r>
                        <a:rPr lang="zh-CN" altLang="en-US" sz="900" b="0" i="0" u="none" strike="noStrike">
                          <a:effectLst/>
                          <a:latin typeface="+mj-lt"/>
                          <a:ea typeface="宋体" pitchFamily="2" charset="-122"/>
                        </a:rPr>
                        <a:t>侧光模块</a:t>
                      </a:r>
                      <a:r>
                        <a:rPr lang="en-US" altLang="zh-CN" sz="900" b="0" i="0" u="none" strike="noStrike">
                          <a:effectLst/>
                          <a:latin typeface="+mj-lt"/>
                        </a:rPr>
                        <a:t>:36</a:t>
                      </a:r>
                      <a:r>
                        <a:rPr lang="zh-CN" altLang="en-US" sz="900" b="0" i="0" u="none" strike="noStrike">
                          <a:effectLst/>
                          <a:latin typeface="+mj-lt"/>
                          <a:ea typeface="宋体" pitchFamily="2" charset="-122"/>
                        </a:rPr>
                        <a:t>，</a:t>
                      </a:r>
                      <a:r>
                        <a:rPr lang="en-US" sz="900" b="0" i="0" u="none" strike="noStrike">
                          <a:effectLst/>
                          <a:latin typeface="+mj-lt"/>
                        </a:rPr>
                        <a:t>S3-S2</a:t>
                      </a:r>
                      <a:r>
                        <a:rPr lang="zh-CN" altLang="en-US" sz="900" b="0" i="0" u="none" strike="noStrike">
                          <a:effectLst/>
                          <a:latin typeface="+mj-lt"/>
                          <a:ea typeface="宋体" pitchFamily="2" charset="-122"/>
                        </a:rPr>
                        <a:t>互联光模块</a:t>
                      </a:r>
                      <a:r>
                        <a:rPr lang="zh-CN" altLang="en-US" sz="900" b="0" i="0" u="none" strike="noStrike">
                          <a:effectLst/>
                          <a:latin typeface="+mj-lt"/>
                        </a:rPr>
                        <a:t> </a:t>
                      </a:r>
                      <a:r>
                        <a:rPr lang="en-US" sz="900" b="0" i="0" u="none" strike="noStrike">
                          <a:effectLst/>
                          <a:latin typeface="+mj-lt"/>
                        </a:rPr>
                        <a:t>S2</a:t>
                      </a:r>
                      <a:r>
                        <a:rPr lang="zh-CN" altLang="en-US" sz="900" b="0" i="0" u="none" strike="noStrike">
                          <a:effectLst/>
                          <a:latin typeface="+mj-lt"/>
                          <a:ea typeface="宋体" pitchFamily="2" charset="-122"/>
                        </a:rPr>
                        <a:t>侧</a:t>
                      </a:r>
                      <a:r>
                        <a:rPr lang="en-US" altLang="zh-CN" sz="900" b="0" i="0" u="none" strike="noStrike">
                          <a:effectLst/>
                          <a:latin typeface="+mj-lt"/>
                        </a:rPr>
                        <a:t>:136</a:t>
                      </a:r>
                      <a:r>
                        <a:rPr lang="zh-CN" altLang="en-US" sz="900" b="0" i="0" u="none" strike="noStrike">
                          <a:effectLst/>
                          <a:latin typeface="+mj-lt"/>
                          <a:ea typeface="宋体" pitchFamily="2" charset="-122"/>
                        </a:rPr>
                        <a:t>，</a:t>
                      </a:r>
                      <a:r>
                        <a:rPr lang="en-US" sz="900" b="0" i="0" u="none" strike="noStrike">
                          <a:effectLst/>
                          <a:latin typeface="+mj-lt"/>
                        </a:rPr>
                        <a:t>S3-S2</a:t>
                      </a:r>
                      <a:r>
                        <a:rPr lang="zh-CN" altLang="en-US" sz="900" b="0" i="0" u="none" strike="noStrike">
                          <a:effectLst/>
                          <a:latin typeface="+mj-lt"/>
                          <a:ea typeface="宋体" pitchFamily="2" charset="-122"/>
                        </a:rPr>
                        <a:t>互联光模块</a:t>
                      </a:r>
                      <a:r>
                        <a:rPr lang="zh-CN" altLang="en-US" sz="900" b="0" i="0" u="none" strike="noStrike">
                          <a:effectLst/>
                          <a:latin typeface="+mj-lt"/>
                        </a:rPr>
                        <a:t> </a:t>
                      </a:r>
                      <a:r>
                        <a:rPr lang="en-US" sz="900" b="0" i="0" u="none" strike="noStrike">
                          <a:effectLst/>
                          <a:latin typeface="+mj-lt"/>
                        </a:rPr>
                        <a:t>S3</a:t>
                      </a:r>
                      <a:r>
                        <a:rPr lang="zh-CN" altLang="en-US" sz="900" b="0" i="0" u="none" strike="noStrike">
                          <a:effectLst/>
                          <a:latin typeface="+mj-lt"/>
                          <a:ea typeface="宋体" pitchFamily="2" charset="-122"/>
                        </a:rPr>
                        <a:t>侧</a:t>
                      </a:r>
                      <a:r>
                        <a:rPr lang="en-US" altLang="zh-CN" sz="900" b="0" i="0" u="none" strike="noStrike">
                          <a:effectLst/>
                          <a:latin typeface="+mj-lt"/>
                        </a:rPr>
                        <a:t>:132</a:t>
                      </a:r>
                      <a:r>
                        <a:rPr lang="zh-CN" altLang="en-US" sz="900" b="0" i="0" u="none" strike="noStrike">
                          <a:effectLst/>
                          <a:latin typeface="+mj-lt"/>
                          <a:ea typeface="宋体" pitchFamily="2" charset="-122"/>
                        </a:rPr>
                        <a:t>，</a:t>
                      </a:r>
                      <a:r>
                        <a:rPr lang="en-US" sz="900" b="0" i="0" u="none" strike="noStrike">
                          <a:effectLst/>
                          <a:latin typeface="+mj-lt"/>
                        </a:rPr>
                        <a:t>S2-S1,S2-CS1, S2</a:t>
                      </a:r>
                      <a:r>
                        <a:rPr lang="zh-CN" altLang="en-US" sz="900" b="0" i="0" u="none" strike="noStrike">
                          <a:effectLst/>
                          <a:latin typeface="+mj-lt"/>
                          <a:ea typeface="宋体" pitchFamily="2" charset="-122"/>
                        </a:rPr>
                        <a:t>侧光模块</a:t>
                      </a:r>
                      <a:r>
                        <a:rPr lang="en-US" altLang="zh-CN" sz="900" b="0" i="0" u="none" strike="noStrike">
                          <a:effectLst/>
                          <a:latin typeface="+mj-lt"/>
                        </a:rPr>
                        <a:t>:202</a:t>
                      </a:r>
                      <a:r>
                        <a:rPr lang="zh-CN" altLang="en-US" sz="900" b="0" i="0" u="none" strike="noStrike">
                          <a:effectLst/>
                          <a:latin typeface="+mj-lt"/>
                          <a:ea typeface="宋体" pitchFamily="2" charset="-122"/>
                        </a:rPr>
                        <a:t>，</a:t>
                      </a:r>
                      <a:r>
                        <a:rPr lang="en-US" sz="900" b="0" i="0" u="none" strike="noStrike">
                          <a:effectLst/>
                          <a:latin typeface="+mj-lt"/>
                        </a:rPr>
                        <a:t>S2-S1,S2-CS1, S1 CS1</a:t>
                      </a:r>
                      <a:r>
                        <a:rPr lang="zh-CN" altLang="en-US" sz="900" b="0" i="0" u="none" strike="noStrike">
                          <a:effectLst/>
                          <a:latin typeface="+mj-lt"/>
                          <a:ea typeface="宋体" pitchFamily="2" charset="-122"/>
                        </a:rPr>
                        <a:t>侧光模块</a:t>
                      </a:r>
                      <a:r>
                        <a:rPr lang="en-US" altLang="zh-CN" sz="900" b="0" i="0" u="none" strike="noStrike">
                          <a:effectLst/>
                          <a:latin typeface="+mj-lt"/>
                        </a:rPr>
                        <a:t>: 202</a:t>
                      </a:r>
                      <a:r>
                        <a:rPr lang="zh-CN" altLang="en-US" sz="900" b="0" i="0" u="none" strike="noStrike">
                          <a:effectLst/>
                          <a:latin typeface="+mj-lt"/>
                          <a:ea typeface="宋体" pitchFamily="2" charset="-122"/>
                        </a:rPr>
                        <a:t>，</a:t>
                      </a:r>
                      <a:r>
                        <a:rPr lang="en-US" sz="900" b="0" i="0" u="none" strike="noStrike">
                          <a:effectLst/>
                          <a:latin typeface="+mj-lt"/>
                        </a:rPr>
                        <a:t>S1-S0</a:t>
                      </a:r>
                      <a:r>
                        <a:rPr lang="zh-CN" altLang="en-US" sz="900" b="0" i="0" u="none" strike="noStrike">
                          <a:effectLst/>
                          <a:latin typeface="+mj-lt"/>
                          <a:ea typeface="宋体" pitchFamily="2" charset="-122"/>
                        </a:rPr>
                        <a:t>互联光模块</a:t>
                      </a:r>
                      <a:r>
                        <a:rPr lang="en-US" altLang="zh-CN" sz="900" b="0" i="0" u="none" strike="noStrike">
                          <a:effectLst/>
                          <a:latin typeface="+mj-lt"/>
                        </a:rPr>
                        <a:t>:152, </a:t>
                      </a:r>
                      <a:r>
                        <a:rPr lang="en-US" sz="900" b="0" i="0" u="none" strike="noStrike">
                          <a:effectLst/>
                          <a:latin typeface="+mj-lt"/>
                        </a:rPr>
                        <a:t>S1-TrackerS0</a:t>
                      </a:r>
                      <a:r>
                        <a:rPr lang="zh-CN" altLang="en-US" sz="900" b="0" i="0" u="none" strike="noStrike">
                          <a:effectLst/>
                          <a:latin typeface="+mj-lt"/>
                          <a:ea typeface="宋体" pitchFamily="2" charset="-122"/>
                        </a:rPr>
                        <a:t>互联光模块：</a:t>
                      </a:r>
                      <a:r>
                        <a:rPr lang="en-US" altLang="zh-CN" sz="900" b="0" i="0" u="none" strike="noStrike">
                          <a:effectLst/>
                          <a:latin typeface="+mj-lt"/>
                        </a:rPr>
                        <a:t>32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r>
              <a:tr h="810129">
                <a:tc>
                  <a:txBody>
                    <a:bodyPr/>
                    <a:lstStyle/>
                    <a:p>
                      <a:pPr algn="ctr" fontAlgn="ctr"/>
                      <a:r>
                        <a:rPr lang="zh-CN" altLang="en-US" sz="900" b="0" i="0" u="none" strike="noStrike">
                          <a:effectLst/>
                          <a:latin typeface="+mj-lt"/>
                          <a:ea typeface="微软雅黑" panose="020B0503020204020204" pitchFamily="34" charset="-122"/>
                        </a:rPr>
                        <a:t>管理面交换机</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①H3C-S9820-8C</a:t>
                      </a:r>
                      <a:br>
                        <a:rPr lang="en-US" sz="900" b="0" i="0" u="none" strike="noStrike">
                          <a:effectLst/>
                          <a:latin typeface="+mj-lt"/>
                        </a:rPr>
                      </a:br>
                      <a:r>
                        <a:rPr lang="en-US" sz="900" b="0" i="0" u="none" strike="noStrike">
                          <a:effectLst/>
                          <a:latin typeface="+mj-lt"/>
                        </a:rPr>
                        <a:t>②RG-S6510-48VS8CQ(V2.0)/DCS-7050SX3-48YC8-F</a:t>
                      </a:r>
                      <a:br>
                        <a:rPr lang="en-US" sz="900" b="0" i="0" u="none" strike="noStrike">
                          <a:effectLst/>
                          <a:latin typeface="+mj-lt"/>
                        </a:rPr>
                      </a:br>
                      <a:r>
                        <a:rPr lang="en-US" sz="900" b="0" i="0" u="none" strike="noStrike">
                          <a:effectLst/>
                          <a:latin typeface="+mj-lt"/>
                        </a:rPr>
                        <a:t>③LS-5590-48T4XC-EI-H3</a:t>
                      </a:r>
                      <a:br>
                        <a:rPr lang="en-US" sz="900" b="0" i="0" u="none" strike="noStrike">
                          <a:effectLst/>
                          <a:latin typeface="+mj-lt"/>
                        </a:rPr>
                      </a:br>
                      <a:r>
                        <a:rPr lang="en-US" sz="900" b="0" i="0" u="none" strike="noStrike">
                          <a:effectLst/>
                          <a:latin typeface="+mj-lt"/>
                        </a:rPr>
                        <a:t>④Vertiv_ACS8048DAC</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台</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46</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effectLst/>
                          <a:latin typeface="+mj-lt"/>
                          <a:ea typeface="微软雅黑" panose="020B0503020204020204" pitchFamily="34" charset="-122"/>
                        </a:rPr>
                        <a:t>①</a:t>
                      </a:r>
                      <a:r>
                        <a:rPr lang="en-US" sz="900" b="0" i="0" u="none" strike="noStrike" dirty="0">
                          <a:effectLst/>
                          <a:latin typeface="+mj-lt"/>
                        </a:rPr>
                        <a:t>MDCI</a:t>
                      </a:r>
                      <a:r>
                        <a:rPr lang="en-US" sz="900" b="0" i="0" u="none" strike="noStrike" dirty="0">
                          <a:effectLst/>
                          <a:latin typeface="+mj-lt"/>
                          <a:ea typeface="微软雅黑" panose="020B0503020204020204" pitchFamily="34" charset="-122"/>
                        </a:rPr>
                        <a:t>、</a:t>
                      </a:r>
                      <a:r>
                        <a:rPr lang="en-US" sz="900" b="0" i="0" u="none" strike="noStrike" dirty="0">
                          <a:effectLst/>
                          <a:latin typeface="+mj-lt"/>
                        </a:rPr>
                        <a:t>MS3</a:t>
                      </a:r>
                      <a:r>
                        <a:rPr lang="en-US" sz="900" b="0" i="0" u="none" strike="noStrike" dirty="0">
                          <a:effectLst/>
                          <a:latin typeface="+mj-lt"/>
                          <a:ea typeface="微软雅黑" panose="020B0503020204020204" pitchFamily="34" charset="-122"/>
                        </a:rPr>
                        <a:t>、</a:t>
                      </a:r>
                      <a:r>
                        <a:rPr lang="en-US" sz="900" b="0" i="0" u="none" strike="noStrike" dirty="0">
                          <a:effectLst/>
                          <a:latin typeface="+mj-lt"/>
                        </a:rPr>
                        <a:t>MS2</a:t>
                      </a:r>
                      <a:r>
                        <a:rPr lang="en-US" sz="900" b="0" i="0" u="none" strike="noStrike" dirty="0">
                          <a:effectLst/>
                          <a:latin typeface="+mj-lt"/>
                          <a:ea typeface="微软雅黑" panose="020B0503020204020204" pitchFamily="34" charset="-122"/>
                        </a:rPr>
                        <a:t>、</a:t>
                      </a:r>
                      <a:r>
                        <a:rPr lang="en-US" sz="900" b="0" i="0" u="none" strike="noStrike" dirty="0">
                          <a:effectLst/>
                          <a:latin typeface="+mj-lt"/>
                        </a:rPr>
                        <a:t>BS2: 9</a:t>
                      </a:r>
                      <a:br>
                        <a:rPr lang="en-US" sz="900" b="0" i="0" u="none" strike="noStrike" dirty="0">
                          <a:effectLst/>
                          <a:latin typeface="+mj-lt"/>
                        </a:rPr>
                      </a:br>
                      <a:r>
                        <a:rPr lang="en-US" sz="900" b="0" i="0" u="none" strike="noStrike" dirty="0">
                          <a:effectLst/>
                          <a:latin typeface="+mj-lt"/>
                          <a:ea typeface="微软雅黑" panose="020B0503020204020204" pitchFamily="34" charset="-122"/>
                        </a:rPr>
                        <a:t>②</a:t>
                      </a:r>
                      <a:r>
                        <a:rPr lang="en-US" sz="900" b="0" i="0" u="none" strike="noStrike" dirty="0">
                          <a:effectLst/>
                          <a:latin typeface="+mj-lt"/>
                        </a:rPr>
                        <a:t>MS1</a:t>
                      </a:r>
                      <a:r>
                        <a:rPr lang="en-US" sz="900" b="0" i="0" u="none" strike="noStrike" dirty="0">
                          <a:effectLst/>
                          <a:latin typeface="+mj-lt"/>
                          <a:ea typeface="微软雅黑" panose="020B0503020204020204" pitchFamily="34" charset="-122"/>
                        </a:rPr>
                        <a:t>、</a:t>
                      </a:r>
                      <a:r>
                        <a:rPr lang="en-US" sz="900" b="0" i="0" u="none" strike="noStrike" dirty="0">
                          <a:effectLst/>
                          <a:latin typeface="+mj-lt"/>
                        </a:rPr>
                        <a:t>BS1: 5</a:t>
                      </a:r>
                      <a:br>
                        <a:rPr lang="en-US" sz="900" b="0" i="0" u="none" strike="noStrike" dirty="0">
                          <a:effectLst/>
                          <a:latin typeface="+mj-lt"/>
                        </a:rPr>
                      </a:br>
                      <a:r>
                        <a:rPr lang="en-US" sz="900" b="0" i="0" u="none" strike="noStrike" dirty="0">
                          <a:effectLst/>
                          <a:latin typeface="+mj-lt"/>
                          <a:ea typeface="微软雅黑" panose="020B0503020204020204" pitchFamily="34" charset="-122"/>
                        </a:rPr>
                        <a:t>③</a:t>
                      </a:r>
                      <a:r>
                        <a:rPr lang="en-US" sz="900" b="0" i="0" u="none" strike="noStrike" dirty="0">
                          <a:effectLst/>
                          <a:latin typeface="+mj-lt"/>
                        </a:rPr>
                        <a:t>MS0</a:t>
                      </a:r>
                      <a:r>
                        <a:rPr lang="en-US" sz="900" b="0" i="0" u="none" strike="noStrike" dirty="0">
                          <a:effectLst/>
                          <a:latin typeface="+mj-lt"/>
                          <a:ea typeface="微软雅黑" panose="020B0503020204020204" pitchFamily="34" charset="-122"/>
                        </a:rPr>
                        <a:t>、</a:t>
                      </a:r>
                      <a:r>
                        <a:rPr lang="en-US" sz="900" b="0" i="0" u="none" strike="noStrike" dirty="0">
                          <a:effectLst/>
                          <a:latin typeface="+mj-lt"/>
                        </a:rPr>
                        <a:t>BS0: 26</a:t>
                      </a:r>
                      <a:br>
                        <a:rPr lang="en-US" sz="900" b="0" i="0" u="none" strike="noStrike" dirty="0">
                          <a:effectLst/>
                          <a:latin typeface="+mj-lt"/>
                        </a:rPr>
                      </a:br>
                      <a:r>
                        <a:rPr lang="en-US" sz="900" b="0" i="0" u="none" strike="noStrike" dirty="0">
                          <a:effectLst/>
                          <a:latin typeface="+mj-lt"/>
                          <a:ea typeface="微软雅黑" panose="020B0503020204020204" pitchFamily="34" charset="-122"/>
                        </a:rPr>
                        <a:t>④</a:t>
                      </a:r>
                      <a:r>
                        <a:rPr lang="en-US" sz="900" b="0" i="0" u="none" strike="noStrike" dirty="0">
                          <a:effectLst/>
                          <a:latin typeface="+mj-lt"/>
                        </a:rPr>
                        <a:t>Conserver: 6</a:t>
                      </a:r>
                      <a:endParaRPr lang="en-US"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49398">
                <a:tc>
                  <a:txBody>
                    <a:bodyPr/>
                    <a:lstStyle/>
                    <a:p>
                      <a:pPr algn="ctr" fontAlgn="ctr"/>
                      <a:r>
                        <a:rPr lang="zh-CN" altLang="en-US" sz="900" b="0" i="0" u="none" strike="noStrike">
                          <a:effectLst/>
                          <a:latin typeface="+mj-lt"/>
                          <a:ea typeface="微软雅黑" panose="020B0503020204020204" pitchFamily="34" charset="-122"/>
                        </a:rPr>
                        <a:t>管理面线缆</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CAT5E</a:t>
                      </a:r>
                      <a:r>
                        <a:rPr lang="zh-CN" altLang="en-US" sz="900" b="0" i="0" u="none" strike="noStrike">
                          <a:effectLst/>
                          <a:latin typeface="+mj-lt"/>
                          <a:ea typeface="微软雅黑" panose="020B0503020204020204" pitchFamily="34" charset="-122"/>
                        </a:rPr>
                        <a:t>网线</a:t>
                      </a:r>
                      <a:r>
                        <a:rPr lang="en-US" altLang="zh-CN" sz="900" b="0" i="0" u="none" strike="noStrike">
                          <a:effectLst/>
                          <a:latin typeface="+mj-lt"/>
                        </a:rPr>
                        <a:t>-50</a:t>
                      </a:r>
                      <a:r>
                        <a:rPr lang="en-US" sz="900" b="0" i="0" u="none" strike="noStrike">
                          <a:effectLst/>
                          <a:latin typeface="+mj-lt"/>
                        </a:rPr>
                        <a:t>M</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根</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1224</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effectLst/>
                          <a:latin typeface="+mj-lt"/>
                        </a:rPr>
                        <a:t>BS0-SVR</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:640</a:t>
                      </a:r>
                      <a:r>
                        <a:rPr lang="zh-CN" altLang="en-US" sz="900" b="0" i="0" u="none" strike="noStrike">
                          <a:effectLst/>
                          <a:latin typeface="+mj-lt"/>
                          <a:ea typeface="微软雅黑" panose="020B0503020204020204" pitchFamily="34" charset="-122"/>
                        </a:rPr>
                        <a:t>，</a:t>
                      </a:r>
                      <a:r>
                        <a:rPr lang="en-US" sz="900" b="0" i="0" u="none" strike="noStrike">
                          <a:effectLst/>
                          <a:latin typeface="+mj-lt"/>
                        </a:rPr>
                        <a:t>MS0-Switch</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:320</a:t>
                      </a:r>
                      <a:r>
                        <a:rPr lang="zh-CN" altLang="en-US" sz="900" b="0" i="0" u="none" strike="noStrike">
                          <a:effectLst/>
                          <a:latin typeface="+mj-lt"/>
                          <a:ea typeface="微软雅黑" panose="020B0503020204020204" pitchFamily="34" charset="-122"/>
                        </a:rPr>
                        <a:t>，</a:t>
                      </a:r>
                      <a:r>
                        <a:rPr lang="en-US" sz="900" b="0" i="0" u="none" strike="noStrike">
                          <a:effectLst/>
                          <a:latin typeface="+mj-lt"/>
                        </a:rPr>
                        <a:t>Conserver-Switch</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:264</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5065">
                <a:tc>
                  <a:txBody>
                    <a:bodyPr/>
                    <a:lstStyle/>
                    <a:p>
                      <a:pPr algn="ctr" fontAlgn="ctr"/>
                      <a:r>
                        <a:rPr lang="zh-CN" altLang="en-US" sz="900" b="0" i="0" u="none" strike="noStrike">
                          <a:effectLst/>
                          <a:latin typeface="+mj-lt"/>
                          <a:ea typeface="微软雅黑" panose="020B0503020204020204" pitchFamily="34" charset="-122"/>
                        </a:rPr>
                        <a:t>管理面光跳线</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LC-LC-SM-D2.0-Push-Pull-Boot</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根</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137</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900" b="0" i="0" u="none" strike="noStrike">
                          <a:effectLst/>
                          <a:latin typeface="+mj-lt"/>
                        </a:rPr>
                        <a:t>DCI-MDCI</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:9</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DCI</a:t>
                      </a:r>
                      <a:r>
                        <a:rPr lang="zh-CN" altLang="en-US" sz="900" b="0" i="0" u="none" strike="noStrike">
                          <a:effectLst/>
                          <a:latin typeface="+mj-lt"/>
                          <a:ea typeface="微软雅黑" panose="020B0503020204020204" pitchFamily="34" charset="-122"/>
                        </a:rPr>
                        <a:t>到运营商传输互联线缆：</a:t>
                      </a:r>
                      <a:r>
                        <a:rPr lang="en-US" altLang="zh-CN" sz="900" b="0" i="0" u="none" strike="noStrike">
                          <a:effectLst/>
                          <a:latin typeface="+mj-lt"/>
                        </a:rPr>
                        <a:t>9</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MDCI</a:t>
                      </a:r>
                      <a:r>
                        <a:rPr lang="zh-CN" altLang="en-US" sz="900" b="0" i="0" u="none" strike="noStrike">
                          <a:effectLst/>
                          <a:latin typeface="+mj-lt"/>
                          <a:ea typeface="微软雅黑" panose="020B0503020204020204" pitchFamily="34" charset="-122"/>
                        </a:rPr>
                        <a:t>到运营商传输互联线缆：</a:t>
                      </a:r>
                      <a:r>
                        <a:rPr lang="en-US" altLang="zh-CN" sz="900" b="0" i="0" u="none" strike="noStrike">
                          <a:effectLst/>
                          <a:latin typeface="+mj-lt"/>
                        </a:rPr>
                        <a:t>3</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MDCI-MS3</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6</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MS3-MS2,MS3-BS2</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6</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MS2-MS1</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4</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BS2-BS1</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4</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MS1-MS0</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16</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BS1-BS0</a:t>
                      </a:r>
                      <a:r>
                        <a:rPr lang="zh-CN" altLang="en-US" sz="900" b="0" i="0" u="none" strike="noStrike">
                          <a:effectLst/>
                          <a:latin typeface="+mj-lt"/>
                          <a:ea typeface="微软雅黑" panose="020B0503020204020204" pitchFamily="34" charset="-122"/>
                        </a:rPr>
                        <a:t>互联线缆：</a:t>
                      </a:r>
                      <a:r>
                        <a:rPr lang="en-US" altLang="zh-CN" sz="900" b="0" i="0" u="none" strike="noStrike">
                          <a:effectLst/>
                          <a:latin typeface="+mj-lt"/>
                        </a:rPr>
                        <a:t>32</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MS0-</a:t>
                      </a:r>
                      <a:r>
                        <a:rPr lang="zh-CN" altLang="en-US" sz="900" b="0" i="0" u="none" strike="noStrike">
                          <a:effectLst/>
                          <a:latin typeface="+mj-lt"/>
                          <a:ea typeface="微软雅黑" panose="020B0503020204020204" pitchFamily="34" charset="-122"/>
                        </a:rPr>
                        <a:t>交换板：</a:t>
                      </a:r>
                      <a:r>
                        <a:rPr lang="en-US" altLang="zh-CN" sz="900" b="0" i="0" u="none" strike="noStrike">
                          <a:effectLst/>
                          <a:latin typeface="+mj-lt"/>
                        </a:rPr>
                        <a:t>16</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BS0-</a:t>
                      </a:r>
                      <a:r>
                        <a:rPr lang="zh-CN" altLang="en-US" sz="900" b="0" i="0" u="none" strike="noStrike">
                          <a:effectLst/>
                          <a:latin typeface="+mj-lt"/>
                          <a:ea typeface="微软雅黑" panose="020B0503020204020204" pitchFamily="34" charset="-122"/>
                        </a:rPr>
                        <a:t>交换板：</a:t>
                      </a:r>
                      <a:r>
                        <a:rPr lang="en-US" altLang="zh-CN" sz="900" b="0" i="0" u="none" strike="noStrike">
                          <a:effectLst/>
                          <a:latin typeface="+mj-lt"/>
                        </a:rPr>
                        <a:t>32</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5065">
                <a:tc>
                  <a:txBody>
                    <a:bodyPr/>
                    <a:lstStyle/>
                    <a:p>
                      <a:pPr algn="ctr" fontAlgn="ctr"/>
                      <a:r>
                        <a:rPr lang="zh-CN" altLang="en-US" sz="900" b="0" i="0" u="none" strike="noStrike">
                          <a:effectLst/>
                          <a:latin typeface="+mj-lt"/>
                          <a:ea typeface="微软雅黑" panose="020B0503020204020204" pitchFamily="34" charset="-122"/>
                        </a:rPr>
                        <a:t>管理面</a:t>
                      </a:r>
                      <a:r>
                        <a:rPr lang="en-US" altLang="zh-CN" sz="900" b="0" i="0" u="none" strike="noStrike">
                          <a:effectLst/>
                          <a:latin typeface="+mj-lt"/>
                        </a:rPr>
                        <a:t>100GE</a:t>
                      </a:r>
                      <a:r>
                        <a:rPr lang="zh-CN" altLang="en-US" sz="900" b="0" i="0" u="none" strike="noStrike">
                          <a:effectLst/>
                          <a:latin typeface="+mj-lt"/>
                          <a:ea typeface="微软雅黑" panose="020B0503020204020204" pitchFamily="34" charset="-122"/>
                        </a:rPr>
                        <a:t>光模块</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①100G-CWDM4-QSFP</a:t>
                      </a:r>
                      <a:br>
                        <a:rPr lang="en-US" sz="900" b="0" i="0" u="none" strike="noStrike">
                          <a:effectLst/>
                          <a:latin typeface="+mj-lt"/>
                        </a:rPr>
                      </a:br>
                      <a:r>
                        <a:rPr lang="en-US" sz="900" b="0" i="0" u="none" strike="noStrike">
                          <a:effectLst/>
                          <a:latin typeface="+mj-lt"/>
                        </a:rPr>
                        <a:t>②100G-QSFP28-LR4</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个</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56</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900" b="0" i="0" u="none" strike="noStrike">
                          <a:effectLst/>
                          <a:latin typeface="+mj-lt"/>
                          <a:ea typeface="微软雅黑" panose="020B0503020204020204" pitchFamily="34" charset="-122"/>
                        </a:rPr>
                        <a:t>①</a:t>
                      </a:r>
                      <a:r>
                        <a:rPr lang="en-US" altLang="zh-CN" sz="900" b="0" i="0" u="none" strike="noStrike">
                          <a:effectLst/>
                          <a:latin typeface="+mj-lt"/>
                        </a:rPr>
                        <a:t>DCI-MDCI, DCI</a:t>
                      </a:r>
                      <a:r>
                        <a:rPr lang="zh-CN" altLang="en-US" sz="900" b="0" i="0" u="none" strike="noStrike">
                          <a:effectLst/>
                          <a:latin typeface="+mj-lt"/>
                          <a:ea typeface="微软雅黑" panose="020B0503020204020204" pitchFamily="34" charset="-122"/>
                        </a:rPr>
                        <a:t>侧光模块：</a:t>
                      </a:r>
                      <a:r>
                        <a:rPr lang="en-US" altLang="zh-CN" sz="900" b="0" i="0" u="none" strike="noStrike">
                          <a:effectLst/>
                          <a:latin typeface="+mj-lt"/>
                        </a:rPr>
                        <a:t>9</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DCI-MDCI, MDCI</a:t>
                      </a:r>
                      <a:r>
                        <a:rPr lang="zh-CN" altLang="en-US" sz="900" b="0" i="0" u="none" strike="noStrike">
                          <a:effectLst/>
                          <a:latin typeface="+mj-lt"/>
                          <a:ea typeface="微软雅黑" panose="020B0503020204020204" pitchFamily="34" charset="-122"/>
                        </a:rPr>
                        <a:t>侧光模块：</a:t>
                      </a:r>
                      <a:r>
                        <a:rPr lang="en-US" altLang="zh-CN" sz="900" b="0" i="0" u="none" strike="noStrike">
                          <a:effectLst/>
                          <a:latin typeface="+mj-lt"/>
                        </a:rPr>
                        <a:t>9</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MDCI-MS3</a:t>
                      </a:r>
                      <a:r>
                        <a:rPr lang="zh-CN" altLang="en-US" sz="900" b="0" i="0" u="none" strike="noStrike">
                          <a:effectLst/>
                          <a:latin typeface="+mj-lt"/>
                          <a:ea typeface="微软雅黑" panose="020B0503020204020204" pitchFamily="34" charset="-122"/>
                        </a:rPr>
                        <a:t>互联光模块：</a:t>
                      </a:r>
                      <a:r>
                        <a:rPr lang="en-US" altLang="zh-CN" sz="900" b="0" i="0" u="none" strike="noStrike">
                          <a:effectLst/>
                          <a:latin typeface="+mj-lt"/>
                        </a:rPr>
                        <a:t>10</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MS3-MS2,MS3-BS2</a:t>
                      </a:r>
                      <a:r>
                        <a:rPr lang="zh-CN" altLang="en-US" sz="900" b="0" i="0" u="none" strike="noStrike">
                          <a:effectLst/>
                          <a:latin typeface="+mj-lt"/>
                          <a:ea typeface="微软雅黑" panose="020B0503020204020204" pitchFamily="34" charset="-122"/>
                        </a:rPr>
                        <a:t>互联光模块：</a:t>
                      </a:r>
                      <a:r>
                        <a:rPr lang="en-US" altLang="zh-CN" sz="900" b="0" i="0" u="none" strike="noStrike">
                          <a:effectLst/>
                          <a:latin typeface="+mj-lt"/>
                        </a:rPr>
                        <a:t>8</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MS2-MS1</a:t>
                      </a:r>
                      <a:r>
                        <a:rPr lang="zh-CN" altLang="en-US" sz="900" b="0" i="0" u="none" strike="noStrike">
                          <a:effectLst/>
                          <a:latin typeface="+mj-lt"/>
                          <a:ea typeface="微软雅黑" panose="020B0503020204020204" pitchFamily="34" charset="-122"/>
                        </a:rPr>
                        <a:t>互联光模块：</a:t>
                      </a:r>
                      <a:r>
                        <a:rPr lang="en-US" altLang="zh-CN" sz="900" b="0" i="0" u="none" strike="noStrike">
                          <a:effectLst/>
                          <a:latin typeface="+mj-lt"/>
                        </a:rPr>
                        <a:t>8</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BS2-BS1</a:t>
                      </a:r>
                      <a:r>
                        <a:rPr lang="zh-CN" altLang="en-US" sz="900" b="0" i="0" u="none" strike="noStrike">
                          <a:effectLst/>
                          <a:latin typeface="+mj-lt"/>
                          <a:ea typeface="微软雅黑" panose="020B0503020204020204" pitchFamily="34" charset="-122"/>
                        </a:rPr>
                        <a:t>互联光模块：</a:t>
                      </a:r>
                      <a:r>
                        <a:rPr lang="en-US" altLang="zh-CN" sz="900" b="0" i="0" u="none" strike="noStrike">
                          <a:effectLst/>
                          <a:latin typeface="+mj-lt"/>
                        </a:rPr>
                        <a:t>8</a:t>
                      </a:r>
                      <a:br>
                        <a:rPr lang="en-US" altLang="zh-CN" sz="900" b="0" i="0" u="none" strike="noStrike">
                          <a:effectLst/>
                          <a:latin typeface="+mj-lt"/>
                        </a:rPr>
                      </a:br>
                      <a:r>
                        <a:rPr lang="zh-CN" altLang="en-US" sz="900" b="0" i="0" u="none" strike="noStrike">
                          <a:effectLst/>
                          <a:latin typeface="+mj-lt"/>
                          <a:ea typeface="微软雅黑" panose="020B0503020204020204" pitchFamily="34" charset="-122"/>
                        </a:rPr>
                        <a:t>②</a:t>
                      </a:r>
                      <a:r>
                        <a:rPr lang="en-US" altLang="zh-CN" sz="900" b="0" i="0" u="none" strike="noStrike">
                          <a:effectLst/>
                          <a:latin typeface="+mj-lt"/>
                        </a:rPr>
                        <a:t>DCI</a:t>
                      </a:r>
                      <a:r>
                        <a:rPr lang="zh-CN" altLang="en-US" sz="900" b="0" i="0" u="none" strike="noStrike">
                          <a:effectLst/>
                          <a:latin typeface="+mj-lt"/>
                          <a:ea typeface="微软雅黑" panose="020B0503020204020204" pitchFamily="34" charset="-122"/>
                        </a:rPr>
                        <a:t>到运营商传输，</a:t>
                      </a:r>
                      <a:r>
                        <a:rPr lang="en-US" altLang="zh-CN" sz="900" b="0" i="0" u="none" strike="noStrike">
                          <a:effectLst/>
                          <a:latin typeface="+mj-lt"/>
                        </a:rPr>
                        <a:t>DCI</a:t>
                      </a:r>
                      <a:r>
                        <a:rPr lang="zh-CN" altLang="en-US" sz="900" b="0" i="0" u="none" strike="noStrike">
                          <a:effectLst/>
                          <a:latin typeface="+mj-lt"/>
                          <a:ea typeface="微软雅黑" panose="020B0503020204020204" pitchFamily="34" charset="-122"/>
                        </a:rPr>
                        <a:t>侧光模块：</a:t>
                      </a:r>
                      <a:r>
                        <a:rPr lang="en-US" altLang="zh-CN" sz="900" b="0" i="0" u="none" strike="noStrike">
                          <a:effectLst/>
                          <a:latin typeface="+mj-lt"/>
                        </a:rPr>
                        <a:t>10</a:t>
                      </a:r>
                      <a:r>
                        <a:rPr lang="zh-CN" altLang="en-US" sz="900" b="0" i="0" u="none" strike="noStrike">
                          <a:effectLst/>
                          <a:latin typeface="+mj-lt"/>
                          <a:ea typeface="微软雅黑" panose="020B0503020204020204" pitchFamily="34" charset="-122"/>
                        </a:rPr>
                        <a:t>，</a:t>
                      </a:r>
                      <a:r>
                        <a:rPr lang="en-US" altLang="zh-CN" sz="900" b="0" i="0" u="none" strike="noStrike">
                          <a:effectLst/>
                          <a:latin typeface="+mj-lt"/>
                        </a:rPr>
                        <a:t>MDCI</a:t>
                      </a:r>
                      <a:r>
                        <a:rPr lang="zh-CN" altLang="en-US" sz="900" b="0" i="0" u="none" strike="noStrike">
                          <a:effectLst/>
                          <a:latin typeface="+mj-lt"/>
                          <a:ea typeface="微软雅黑" panose="020B0503020204020204" pitchFamily="34" charset="-122"/>
                        </a:rPr>
                        <a:t>到运营商传输，</a:t>
                      </a:r>
                      <a:r>
                        <a:rPr lang="en-US" altLang="zh-CN" sz="900" b="0" i="0" u="none" strike="noStrike">
                          <a:effectLst/>
                          <a:latin typeface="+mj-lt"/>
                        </a:rPr>
                        <a:t>MDCI</a:t>
                      </a:r>
                      <a:r>
                        <a:rPr lang="zh-CN" altLang="en-US" sz="900" b="0" i="0" u="none" strike="noStrike">
                          <a:effectLst/>
                          <a:latin typeface="+mj-lt"/>
                          <a:ea typeface="微软雅黑" panose="020B0503020204020204" pitchFamily="34" charset="-122"/>
                        </a:rPr>
                        <a:t>侧光模块：</a:t>
                      </a:r>
                      <a:r>
                        <a:rPr lang="en-US" altLang="zh-CN" sz="900" b="0" i="0" u="none" strike="noStrike">
                          <a:effectLst/>
                          <a:latin typeface="+mj-lt"/>
                        </a:rPr>
                        <a:t>3</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49398">
                <a:tc>
                  <a:txBody>
                    <a:bodyPr/>
                    <a:lstStyle/>
                    <a:p>
                      <a:pPr algn="ctr" fontAlgn="ctr"/>
                      <a:r>
                        <a:rPr lang="zh-CN" altLang="en-US" sz="900" b="0" i="0" u="none" strike="noStrike">
                          <a:effectLst/>
                          <a:latin typeface="+mj-lt"/>
                          <a:ea typeface="微软雅黑" panose="020B0503020204020204" pitchFamily="34" charset="-122"/>
                        </a:rPr>
                        <a:t>管理面</a:t>
                      </a:r>
                      <a:r>
                        <a:rPr lang="en-US" altLang="zh-CN" sz="900" b="0" i="0" u="none" strike="noStrike">
                          <a:effectLst/>
                          <a:latin typeface="+mj-lt"/>
                        </a:rPr>
                        <a:t>10GE</a:t>
                      </a:r>
                      <a:r>
                        <a:rPr lang="zh-CN" altLang="en-US" sz="900" b="0" i="0" u="none" strike="noStrike">
                          <a:effectLst/>
                          <a:latin typeface="+mj-lt"/>
                          <a:ea typeface="微软雅黑" panose="020B0503020204020204" pitchFamily="34" charset="-122"/>
                        </a:rPr>
                        <a:t>光模块</a:t>
                      </a:r>
                      <a:endParaRPr lang="zh-CN" altLang="en-US" sz="900" b="0" i="0" u="none" strike="noStrike">
                        <a:effectLst/>
                        <a:latin typeface="+mj-lt"/>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900" b="0" i="0" u="none" strike="noStrike">
                          <a:effectLst/>
                          <a:latin typeface="+mj-lt"/>
                        </a:rPr>
                        <a:t>10G-LR</a:t>
                      </a:r>
                      <a:endParaRPr 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900" b="0" i="0" u="none" strike="noStrike">
                          <a:effectLst/>
                          <a:latin typeface="+mj-lt"/>
                          <a:ea typeface="微软雅黑" panose="020B0503020204020204" pitchFamily="34" charset="-122"/>
                        </a:rPr>
                        <a:t>个</a:t>
                      </a:r>
                      <a:endParaRPr lang="zh-CN" altLang="en-US"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a:effectLst/>
                          <a:latin typeface="+mj-lt"/>
                        </a:rPr>
                        <a:t>136</a:t>
                      </a:r>
                      <a:endParaRPr lang="en-US" altLang="zh-CN" sz="900" b="0" i="0" u="none" strike="noStrike">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altLang="zh-CN" sz="900" b="0" i="0" u="none" strike="noStrike" dirty="0">
                          <a:effectLst/>
                          <a:latin typeface="+mj-lt"/>
                        </a:rPr>
                        <a:t>MS1-MS0</a:t>
                      </a:r>
                      <a:r>
                        <a:rPr lang="zh-CN" altLang="en-US" sz="900" b="0" i="0" u="none" strike="noStrike" dirty="0">
                          <a:effectLst/>
                          <a:latin typeface="+mj-lt"/>
                          <a:ea typeface="微软雅黑" panose="020B0503020204020204" pitchFamily="34" charset="-122"/>
                        </a:rPr>
                        <a:t>互联光模块：</a:t>
                      </a:r>
                      <a:r>
                        <a:rPr lang="en-US" altLang="zh-CN" sz="900" b="0" i="0" u="none" strike="noStrike" dirty="0">
                          <a:effectLst/>
                          <a:latin typeface="+mj-lt"/>
                        </a:rPr>
                        <a:t>36</a:t>
                      </a:r>
                      <a:r>
                        <a:rPr lang="zh-CN" altLang="en-US" sz="900" b="0" i="0" u="none" strike="noStrike" dirty="0">
                          <a:effectLst/>
                          <a:latin typeface="+mj-lt"/>
                          <a:ea typeface="微软雅黑" panose="020B0503020204020204" pitchFamily="34" charset="-122"/>
                        </a:rPr>
                        <a:t>，</a:t>
                      </a:r>
                      <a:r>
                        <a:rPr lang="en-US" altLang="zh-CN" sz="900" b="0" i="0" u="none" strike="noStrike" dirty="0">
                          <a:effectLst/>
                          <a:latin typeface="+mj-lt"/>
                        </a:rPr>
                        <a:t>BS1-BS0</a:t>
                      </a:r>
                      <a:r>
                        <a:rPr lang="zh-CN" altLang="en-US" sz="900" b="0" i="0" u="none" strike="noStrike" dirty="0">
                          <a:effectLst/>
                          <a:latin typeface="+mj-lt"/>
                          <a:ea typeface="微软雅黑" panose="020B0503020204020204" pitchFamily="34" charset="-122"/>
                        </a:rPr>
                        <a:t>互联光模块：</a:t>
                      </a:r>
                      <a:r>
                        <a:rPr lang="en-US" altLang="zh-CN" sz="900" b="0" i="0" u="none" strike="noStrike" dirty="0">
                          <a:effectLst/>
                          <a:latin typeface="+mj-lt"/>
                        </a:rPr>
                        <a:t>68</a:t>
                      </a:r>
                      <a:r>
                        <a:rPr lang="zh-CN" altLang="en-US" sz="900" b="0" i="0" u="none" strike="noStrike" dirty="0">
                          <a:effectLst/>
                          <a:latin typeface="+mj-lt"/>
                          <a:ea typeface="微软雅黑" panose="020B0503020204020204" pitchFamily="34" charset="-122"/>
                        </a:rPr>
                        <a:t>，</a:t>
                      </a:r>
                      <a:r>
                        <a:rPr lang="en-US" altLang="zh-CN" sz="900" b="0" i="0" u="none" strike="noStrike" dirty="0">
                          <a:effectLst/>
                          <a:latin typeface="+mj-lt"/>
                        </a:rPr>
                        <a:t>MS0-</a:t>
                      </a:r>
                      <a:r>
                        <a:rPr lang="zh-CN" altLang="en-US" sz="900" b="0" i="0" u="none" strike="noStrike" dirty="0">
                          <a:effectLst/>
                          <a:latin typeface="+mj-lt"/>
                          <a:ea typeface="微软雅黑" panose="020B0503020204020204" pitchFamily="34" charset="-122"/>
                        </a:rPr>
                        <a:t>交换板：</a:t>
                      </a:r>
                      <a:r>
                        <a:rPr lang="en-US" altLang="zh-CN" sz="900" b="0" i="0" u="none" strike="noStrike" dirty="0">
                          <a:effectLst/>
                          <a:latin typeface="+mj-lt"/>
                        </a:rPr>
                        <a:t>32</a:t>
                      </a:r>
                      <a:endParaRPr lang="en-US" altLang="zh-CN" sz="900" b="0" i="0" u="none" strike="noStrike" dirty="0">
                        <a:effectLst/>
                        <a:latin typeface="+mj-lt"/>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bwMode="auto">
          <a:xfrm>
            <a:off x="108744" y="200250"/>
            <a:ext cx="7632700" cy="429073"/>
          </a:xfrm>
          <a:prstGeom prst="rect">
            <a:avLst/>
          </a:prstGeom>
          <a:noFill/>
          <a:ln w="9525">
            <a:noFill/>
            <a:miter lim="800000"/>
          </a:ln>
        </p:spPr>
        <p:txBody>
          <a:bodyPr vert="horz" wrap="square" lIns="91361" tIns="45680" rIns="91361" bIns="45680" numCol="1" anchor="ctr" anchorCtr="0" compatLnSpc="1"/>
          <a:lstStyle/>
          <a:p>
            <a:pPr defTabSz="914400" eaLnBrk="0" fontAlgn="base" hangingPunct="0">
              <a:spcBef>
                <a:spcPct val="0"/>
              </a:spcBef>
              <a:spcAft>
                <a:spcPct val="0"/>
              </a:spcAft>
            </a:pP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项目范围</a:t>
            </a:r>
            <a:r>
              <a:rPr lang="en-US" altLang="zh-CN"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设备</a:t>
            </a:r>
            <a:r>
              <a:rPr lang="en-US" altLang="zh-CN"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-16K</a:t>
            </a:r>
            <a:r>
              <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rPr>
              <a:t>卡</a:t>
            </a:r>
            <a:endParaRPr lang="zh-CN" altLang="en-US" sz="2800" b="1" dirty="0">
              <a:solidFill>
                <a:srgbClr val="C00000"/>
              </a:solidFill>
              <a:latin typeface="微软雅黑" panose="020B0503020204020204" pitchFamily="34" charset="-122"/>
              <a:ea typeface="微软雅黑" panose="020B0503020204020204" pitchFamily="34" charset="-122"/>
              <a:cs typeface="Arial" panose="02080604020202020204" pitchFamily="34" charset="0"/>
              <a:sym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159025" y="917089"/>
            <a:ext cx="11608905" cy="53418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idx="4294967295"/>
          </p:nvPr>
        </p:nvSpPr>
        <p:spPr>
          <a:xfrm>
            <a:off x="0" y="155575"/>
            <a:ext cx="8066088" cy="4286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责任矩阵</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p:cNvSpPr txBox="1"/>
          <p:nvPr/>
        </p:nvSpPr>
        <p:spPr>
          <a:xfrm>
            <a:off x="9920313" y="1141653"/>
            <a:ext cx="1999614" cy="1401281"/>
          </a:xfrm>
          <a:prstGeom prst="rect">
            <a:avLst/>
          </a:prstGeom>
          <a:noFill/>
        </p:spPr>
        <p:txBody>
          <a:bodyPr wrap="square" lIns="0" tIns="0" rIns="0" bIns="0" rtlCol="0">
            <a:spAutoFit/>
          </a:bodyPr>
          <a:lstStyle/>
          <a:p>
            <a:pPr algn="l">
              <a:lnSpc>
                <a:spcPct val="150000"/>
              </a:lnSpc>
            </a:pPr>
            <a:r>
              <a:rPr kumimoji="1" lang="zh-CN" altLang="en-US" dirty="0">
                <a:solidFill>
                  <a:srgbClr val="000000"/>
                </a:solidFill>
                <a:highlight>
                  <a:srgbClr val="FFFF00"/>
                </a:highlight>
                <a:latin typeface="微软雅黑" panose="020B0503020204020204" pitchFamily="34" charset="-122"/>
                <a:ea typeface="微软雅黑" panose="020B0503020204020204" pitchFamily="34" charset="-122"/>
              </a:rPr>
              <a:t>注意事项：</a:t>
            </a:r>
            <a:endParaRPr kumimoji="1" lang="en-US" altLang="zh-CN" dirty="0">
              <a:solidFill>
                <a:srgbClr val="000000"/>
              </a:solidFill>
              <a:highlight>
                <a:srgbClr val="FFFF00"/>
              </a:highlight>
              <a:latin typeface="微软雅黑" panose="020B0503020204020204" pitchFamily="34" charset="-122"/>
              <a:ea typeface="微软雅黑" panose="020B0503020204020204" pitchFamily="34" charset="-122"/>
            </a:endParaRPr>
          </a:p>
          <a:p>
            <a:pPr algn="l">
              <a:lnSpc>
                <a:spcPct val="150000"/>
              </a:lnSpc>
            </a:pPr>
            <a:r>
              <a:rPr kumimoji="1" lang="zh-CN" altLang="en-US" sz="1100" dirty="0">
                <a:solidFill>
                  <a:srgbClr val="000000"/>
                </a:solidFill>
                <a:latin typeface="微软雅黑" panose="020B0503020204020204" pitchFamily="34" charset="-122"/>
                <a:ea typeface="微软雅黑" panose="020B0503020204020204" pitchFamily="34" charset="-122"/>
              </a:rPr>
              <a:t>对于责任矩阵分工，存在较高风险或争议的任务条目，需要重点给出应对措施，并纳入后续的风险、假设中。</a:t>
            </a:r>
            <a:endParaRPr kumimoji="1" lang="en-US" altLang="zh-CN" sz="1100" dirty="0">
              <a:solidFill>
                <a:srgbClr val="000000"/>
              </a:solidFill>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10587062" y="5130877"/>
          <a:ext cx="914400" cy="787400"/>
        </p:xfrm>
        <a:graphic>
          <a:graphicData uri="http://schemas.openxmlformats.org/presentationml/2006/ole">
            <mc:AlternateContent xmlns:mc="http://schemas.openxmlformats.org/markup-compatibility/2006">
              <mc:Choice xmlns:v="urn:schemas-microsoft-com:vml" Requires="v">
                <p:oleObj spid="_x0000_s13475" name="Worksheet" showAsIcon="1" r:id="rId1" imgW="1371600" imgH="1181100" progId="Excel.Sheet.12">
                  <p:embed/>
                </p:oleObj>
              </mc:Choice>
              <mc:Fallback>
                <p:oleObj name="Worksheet" showAsIcon="1" r:id="rId1" imgW="1371600" imgH="1181100" progId="Excel.Sheet.12">
                  <p:embed/>
                  <p:pic>
                    <p:nvPicPr>
                      <p:cNvPr id="0" name="图片 13442"/>
                      <p:cNvPicPr/>
                      <p:nvPr/>
                    </p:nvPicPr>
                    <p:blipFill>
                      <a:blip r:embed="rId2"/>
                      <a:stretch>
                        <a:fillRect/>
                      </a:stretch>
                    </p:blipFill>
                    <p:spPr>
                      <a:xfrm>
                        <a:off x="10587062" y="5130877"/>
                        <a:ext cx="914400" cy="787400"/>
                      </a:xfrm>
                      <a:prstGeom prst="rect">
                        <a:avLst/>
                      </a:prstGeom>
                    </p:spPr>
                  </p:pic>
                </p:oleObj>
              </mc:Fallback>
            </mc:AlternateContent>
          </a:graphicData>
        </a:graphic>
      </p:graphicFrame>
      <p:graphicFrame>
        <p:nvGraphicFramePr>
          <p:cNvPr id="8" name="表格 7"/>
          <p:cNvGraphicFramePr>
            <a:graphicFrameLocks noGrp="1"/>
          </p:cNvGraphicFramePr>
          <p:nvPr/>
        </p:nvGraphicFramePr>
        <p:xfrm>
          <a:off x="139148" y="829917"/>
          <a:ext cx="9611360" cy="5485130"/>
        </p:xfrm>
        <a:graphic>
          <a:graphicData uri="http://schemas.openxmlformats.org/drawingml/2006/table">
            <a:tbl>
              <a:tblPr/>
              <a:tblGrid>
                <a:gridCol w="720587"/>
                <a:gridCol w="2531824"/>
                <a:gridCol w="919533"/>
                <a:gridCol w="920194"/>
                <a:gridCol w="918873"/>
                <a:gridCol w="3600128"/>
              </a:tblGrid>
              <a:tr h="202094">
                <a:tc rowSpan="2">
                  <a:txBody>
                    <a:bodyPr/>
                    <a:lstStyle/>
                    <a:p>
                      <a:pPr algn="ctr" fontAlgn="ctr"/>
                      <a:r>
                        <a:rPr lang="en-US" sz="900" b="1" i="0" u="none" strike="noStrike">
                          <a:solidFill>
                            <a:srgbClr val="FFFFFF"/>
                          </a:solidFill>
                          <a:effectLst/>
                          <a:latin typeface="等线" panose="02010600030101010101" pitchFamily="2" charset="-122"/>
                          <a:ea typeface="等线" panose="02010600030101010101" pitchFamily="2" charset="-122"/>
                        </a:rPr>
                        <a:t>S/N</a:t>
                      </a:r>
                      <a:endParaRPr 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rowSpan="2">
                  <a:txBody>
                    <a:bodyPr/>
                    <a:lstStyle/>
                    <a:p>
                      <a:pPr algn="ctr" fontAlgn="ctr"/>
                      <a:r>
                        <a:rPr lang="en-US" sz="900" b="1" i="0" u="none" strike="noStrike">
                          <a:solidFill>
                            <a:srgbClr val="FFFFFF"/>
                          </a:solidFill>
                          <a:effectLst/>
                          <a:latin typeface="等线" panose="02010600030101010101" pitchFamily="2" charset="-122"/>
                          <a:ea typeface="等线" panose="02010600030101010101" pitchFamily="2" charset="-122"/>
                        </a:rPr>
                        <a:t>Tasks Description</a:t>
                      </a:r>
                      <a:endParaRPr 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gridSpan="3">
                  <a:txBody>
                    <a:bodyPr/>
                    <a:lstStyle/>
                    <a:p>
                      <a:pPr algn="ctr" fontAlgn="ctr"/>
                      <a:r>
                        <a:rPr lang="en-US" sz="1100" b="1" i="0" u="none" strike="noStrike">
                          <a:solidFill>
                            <a:srgbClr val="FFFFFF"/>
                          </a:solidFill>
                          <a:effectLst/>
                          <a:latin typeface="等线" panose="02010600030101010101" pitchFamily="2" charset="-122"/>
                          <a:ea typeface="等线" panose="02010600030101010101" pitchFamily="2" charset="-122"/>
                        </a:rPr>
                        <a:t>Responsible Parties</a:t>
                      </a:r>
                      <a:endParaRPr lang="en-US" sz="11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hMerge="1">
                  <a:tcPr/>
                </a:tc>
                <a:tc hMerge="1">
                  <a:tcPr/>
                </a:tc>
                <a:tc rowSpan="2">
                  <a:txBody>
                    <a:bodyPr/>
                    <a:lstStyle/>
                    <a:p>
                      <a:pPr algn="l" fontAlgn="ctr"/>
                      <a:r>
                        <a:rPr lang="zh-CN" altLang="en-US" sz="900" b="1" i="0" u="none" strike="noStrike">
                          <a:solidFill>
                            <a:srgbClr val="FFFFFF"/>
                          </a:solidFill>
                          <a:effectLst/>
                          <a:latin typeface="等线" panose="02010600030101010101" pitchFamily="2" charset="-122"/>
                          <a:ea typeface="等线" panose="02010600030101010101" pitchFamily="2" charset="-122"/>
                        </a:rPr>
                        <a:t>备注</a:t>
                      </a:r>
                      <a:endParaRPr lang="zh-CN" alt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r>
              <a:tr h="339519">
                <a:tc vMerge="1">
                  <a:tcPr/>
                </a:tc>
                <a:tc vMerge="1">
                  <a:tcPr/>
                </a:tc>
                <a:tc>
                  <a:txBody>
                    <a:bodyPr/>
                    <a:lstStyle/>
                    <a:p>
                      <a:pPr algn="ctr" fontAlgn="ctr"/>
                      <a:r>
                        <a:rPr lang="zh-CN" altLang="en-US" sz="900" b="1" i="0" u="none" strike="noStrike">
                          <a:solidFill>
                            <a:srgbClr val="FFFFFF"/>
                          </a:solidFill>
                          <a:effectLst/>
                          <a:latin typeface="等线" panose="02010600030101010101" pitchFamily="2" charset="-122"/>
                          <a:ea typeface="等线" panose="02010600030101010101" pitchFamily="2" charset="-122"/>
                        </a:rPr>
                        <a:t>最终用户（</a:t>
                      </a:r>
                      <a:r>
                        <a:rPr lang="en-US" altLang="zh-CN" sz="900" b="1" i="0" u="none" strike="noStrike">
                          <a:solidFill>
                            <a:srgbClr val="FFFFFF"/>
                          </a:solidFill>
                          <a:effectLst/>
                          <a:latin typeface="等线" panose="02010600030101010101" pitchFamily="2" charset="-122"/>
                          <a:ea typeface="等线" panose="02010600030101010101" pitchFamily="2" charset="-122"/>
                        </a:rPr>
                        <a:t>ZJ</a:t>
                      </a:r>
                      <a:r>
                        <a:rPr lang="zh-CN" altLang="en-US" sz="900" b="1" i="0" u="none" strike="noStrike">
                          <a:solidFill>
                            <a:srgbClr val="FFFFFF"/>
                          </a:solidFill>
                          <a:effectLst/>
                          <a:latin typeface="等线" panose="02010600030101010101" pitchFamily="2" charset="-122"/>
                          <a:ea typeface="等线" panose="02010600030101010101" pitchFamily="2" charset="-122"/>
                        </a:rPr>
                        <a:t>）</a:t>
                      </a:r>
                      <a:endParaRPr lang="zh-CN" alt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zh-CN" altLang="en-US" sz="900" b="1" i="0" u="none" strike="noStrike">
                          <a:solidFill>
                            <a:srgbClr val="FFFFFF"/>
                          </a:solidFill>
                          <a:effectLst/>
                          <a:latin typeface="等线" panose="02010600030101010101" pitchFamily="2" charset="-122"/>
                          <a:ea typeface="等线" panose="02010600030101010101" pitchFamily="2" charset="-122"/>
                        </a:rPr>
                        <a:t>业主（</a:t>
                      </a:r>
                      <a:r>
                        <a:rPr lang="en-US" sz="900" b="1" i="0" u="none" strike="noStrike">
                          <a:solidFill>
                            <a:srgbClr val="FFFFFF"/>
                          </a:solidFill>
                          <a:effectLst/>
                          <a:latin typeface="等线" panose="02010600030101010101" pitchFamily="2" charset="-122"/>
                          <a:ea typeface="等线" panose="02010600030101010101" pitchFamily="2" charset="-122"/>
                        </a:rPr>
                        <a:t>KT）</a:t>
                      </a:r>
                      <a:endParaRPr 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zh-CN" altLang="en-US" sz="900" b="1" i="0" u="none" strike="noStrike">
                          <a:solidFill>
                            <a:srgbClr val="FFFFFF"/>
                          </a:solidFill>
                          <a:effectLst/>
                          <a:latin typeface="等线" panose="02010600030101010101" pitchFamily="2" charset="-122"/>
                          <a:ea typeface="等线" panose="02010600030101010101" pitchFamily="2" charset="-122"/>
                        </a:rPr>
                        <a:t>华为</a:t>
                      </a:r>
                      <a:endParaRPr lang="zh-CN" altLang="en-US" sz="900" b="1" i="0" u="none" strike="noStrike">
                        <a:solidFill>
                          <a:srgbClr val="FFFFFF"/>
                        </a:solidFill>
                        <a:effectLst/>
                        <a:latin typeface="等线" panose="02010600030101010101" pitchFamily="2" charset="-122"/>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vMerge="1">
                  <a:tcPr/>
                </a:tc>
              </a:tr>
              <a:tr h="585064">
                <a:tc>
                  <a:txBody>
                    <a:bodyPr/>
                    <a:lstStyle/>
                    <a:p>
                      <a:pPr algn="ctr" fontAlgn="ctr"/>
                      <a:r>
                        <a:rPr lang="en-US" altLang="zh-CN" sz="1000" b="1" i="0" u="none" strike="noStrike" dirty="0">
                          <a:solidFill>
                            <a:srgbClr val="000000"/>
                          </a:solidFill>
                          <a:effectLst/>
                          <a:latin typeface="微软雅黑"/>
                          <a:ea typeface="等线" panose="02010600030101010101" pitchFamily="2" charset="-122"/>
                        </a:rPr>
                        <a:t>1</a:t>
                      </a:r>
                      <a:endParaRPr lang="en-US" altLang="zh-CN" sz="1000" b="1" i="0" u="none" strike="noStrike" dirty="0">
                        <a:solidFill>
                          <a:srgbClr val="000000"/>
                        </a:solidFill>
                        <a:effectLst/>
                        <a:latin typeface="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000" b="1" i="0" u="none" strike="noStrike" dirty="0">
                          <a:solidFill>
                            <a:srgbClr val="000000"/>
                          </a:solidFill>
                          <a:effectLst/>
                          <a:latin typeface=" 微软雅黑"/>
                          <a:ea typeface="等线" panose="02010600030101010101" pitchFamily="2" charset="-122"/>
                        </a:rPr>
                        <a:t>L1</a:t>
                      </a:r>
                      <a:r>
                        <a:rPr lang="zh-CN" altLang="en-US" sz="1000" b="1" i="0" u="none" strike="noStrike" dirty="0">
                          <a:solidFill>
                            <a:srgbClr val="000000"/>
                          </a:solidFill>
                          <a:effectLst/>
                          <a:latin typeface=" 微软雅黑"/>
                          <a:ea typeface="等线" panose="02010600030101010101" pitchFamily="2" charset="-122"/>
                        </a:rPr>
                        <a:t>液冷机房改造</a:t>
                      </a:r>
                      <a:endParaRPr lang="zh-CN" altLang="en-US" sz="1000" b="1"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 微软雅黑"/>
                          <a:ea typeface="等线" panose="02010600030101010101" pitchFamily="2" charset="-122"/>
                        </a:rPr>
                        <a:t>S</a:t>
                      </a:r>
                      <a:endParaRPr lang="en-US" sz="1000" b="1"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 微软雅黑"/>
                          <a:ea typeface="等线" panose="02010600030101010101" pitchFamily="2" charset="-122"/>
                        </a:rPr>
                        <a:t>S</a:t>
                      </a:r>
                      <a:endParaRPr lang="en-US" sz="1000" b="1"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 微软雅黑"/>
                          <a:ea typeface="等线" panose="02010600030101010101" pitchFamily="2" charset="-122"/>
                        </a:rPr>
                        <a:t>R*</a:t>
                      </a:r>
                      <a:endParaRPr lang="en-US" sz="1000" b="1"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1" i="0" u="none" strike="noStrike" dirty="0">
                          <a:solidFill>
                            <a:srgbClr val="000000"/>
                          </a:solidFill>
                          <a:effectLst/>
                          <a:latin typeface=" 微软雅黑"/>
                          <a:ea typeface="等线" panose="02010600030101010101" pitchFamily="2" charset="-122"/>
                        </a:rPr>
                        <a:t>集成商租赁运营商机房，运营商委托华为</a:t>
                      </a:r>
                      <a:r>
                        <a:rPr lang="en-US" altLang="zh-CN" sz="1000" b="1" i="0" u="none" strike="noStrike" dirty="0">
                          <a:solidFill>
                            <a:srgbClr val="000000"/>
                          </a:solidFill>
                          <a:effectLst/>
                          <a:latin typeface=" 微软雅黑"/>
                          <a:ea typeface="等线" panose="02010600030101010101" pitchFamily="2" charset="-122"/>
                        </a:rPr>
                        <a:t>CNBG</a:t>
                      </a:r>
                      <a:r>
                        <a:rPr lang="zh-CN" altLang="en-US" sz="1000" b="1" i="0" u="none" strike="noStrike" dirty="0">
                          <a:solidFill>
                            <a:srgbClr val="000000"/>
                          </a:solidFill>
                          <a:effectLst/>
                          <a:latin typeface=" 微软雅黑"/>
                          <a:ea typeface="等线" panose="02010600030101010101" pitchFamily="2" charset="-122"/>
                        </a:rPr>
                        <a:t>做</a:t>
                      </a:r>
                      <a:r>
                        <a:rPr lang="en-US" altLang="zh-CN" sz="1000" b="1" i="0" u="none" strike="noStrike" dirty="0">
                          <a:solidFill>
                            <a:srgbClr val="000000"/>
                          </a:solidFill>
                          <a:effectLst/>
                          <a:latin typeface=" 微软雅黑"/>
                          <a:ea typeface="等线" panose="02010600030101010101" pitchFamily="2" charset="-122"/>
                        </a:rPr>
                        <a:t>L1</a:t>
                      </a:r>
                      <a:r>
                        <a:rPr lang="zh-CN" altLang="en-US" sz="1000" b="1" i="0" u="none" strike="noStrike" dirty="0">
                          <a:solidFill>
                            <a:srgbClr val="000000"/>
                          </a:solidFill>
                          <a:effectLst/>
                          <a:latin typeface=" 微软雅黑"/>
                          <a:ea typeface="等线" panose="02010600030101010101" pitchFamily="2" charset="-122"/>
                        </a:rPr>
                        <a:t>改造（</a:t>
                      </a:r>
                      <a:r>
                        <a:rPr lang="en-US" altLang="zh-CN" sz="1000" b="1" i="0" u="none" strike="noStrike" dirty="0">
                          <a:solidFill>
                            <a:srgbClr val="000000"/>
                          </a:solidFill>
                          <a:effectLst/>
                          <a:latin typeface=" 微软雅黑"/>
                          <a:ea typeface="等线" panose="02010600030101010101" pitchFamily="2" charset="-122"/>
                        </a:rPr>
                        <a:t>L2</a:t>
                      </a:r>
                      <a:r>
                        <a:rPr lang="zh-CN" altLang="en-US" sz="1000" b="1" i="0" u="none" strike="noStrike" dirty="0">
                          <a:solidFill>
                            <a:srgbClr val="000000"/>
                          </a:solidFill>
                          <a:effectLst/>
                          <a:latin typeface=" 微软雅黑"/>
                          <a:ea typeface="等线" panose="02010600030101010101" pitchFamily="2" charset="-122"/>
                        </a:rPr>
                        <a:t>提资）</a:t>
                      </a:r>
                      <a:endParaRPr lang="zh-CN" altLang="en-US" sz="1000" b="1"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69759">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2</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液冷设备运输与入场</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ClrTx/>
                        <a:buSzTx/>
                        <a:buFontTx/>
                      </a:pPr>
                      <a:r>
                        <a:rPr lang="en-US" sz="1000" b="0" i="0" u="none" strike="noStrike" dirty="0">
                          <a:solidFill>
                            <a:srgbClr val="000000"/>
                          </a:solidFill>
                          <a:effectLst/>
                          <a:latin typeface=" 微软雅黑"/>
                          <a:ea typeface="等线" panose="02010600030101010101" pitchFamily="2" charset="-122"/>
                        </a:rPr>
                        <a:t>R</a:t>
                      </a:r>
                      <a:endParaRPr 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　渠道</a:t>
                      </a:r>
                      <a:endParaRPr lang="en-US" altLang="zh-CN"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0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3</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设备安装上架</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泛指机架类设备（风冷交换机、服务器等）</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9378">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4</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液冷设备管路对接、电路对接</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ClrTx/>
                        <a:buSzTx/>
                        <a:buFontTx/>
                      </a:pPr>
                      <a:r>
                        <a:rPr lang="en-US" sz="1000" b="0" i="0" u="none" strike="noStrike" dirty="0">
                          <a:solidFill>
                            <a:srgbClr val="000000"/>
                          </a:solidFill>
                          <a:effectLst/>
                          <a:latin typeface=" 微软雅黑"/>
                          <a:ea typeface="等线" panose="02010600030101010101" pitchFamily="2" charset="-122"/>
                        </a:rPr>
                        <a:t>R</a:t>
                      </a:r>
                      <a:endParaRPr 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　</a:t>
                      </a:r>
                      <a:r>
                        <a:rPr lang="en-US" altLang="zh-CN" sz="1000" b="0" i="0" u="none" strike="noStrike">
                          <a:solidFill>
                            <a:srgbClr val="000000"/>
                          </a:solidFill>
                          <a:effectLst/>
                          <a:latin typeface=" 微软雅黑"/>
                          <a:ea typeface="等线" panose="02010600030101010101" pitchFamily="2" charset="-122"/>
                        </a:rPr>
                        <a:t>ASP</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9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5</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液冷机柜保压、通水、上电</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　</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604">
                <a:tc>
                  <a:txBody>
                    <a:bodyPr/>
                    <a:lstStyle/>
                    <a:p>
                      <a:pPr algn="ctr" fontAlgn="ctr"/>
                      <a:r>
                        <a:rPr lang="en-US" altLang="zh-CN" sz="1000" b="1" i="0" u="none" strike="noStrike">
                          <a:solidFill>
                            <a:srgbClr val="000000"/>
                          </a:solidFill>
                          <a:effectLst/>
                          <a:latin typeface=" 微软雅黑"/>
                          <a:ea typeface="等线" panose="02010600030101010101" pitchFamily="2" charset="-122"/>
                        </a:rPr>
                        <a:t>6</a:t>
                      </a:r>
                      <a:endParaRPr lang="en-US" altLang="zh-CN" sz="1000" b="1"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1" i="0" u="none" strike="noStrike" dirty="0">
                          <a:solidFill>
                            <a:srgbClr val="000000"/>
                          </a:solidFill>
                          <a:effectLst/>
                          <a:latin typeface=" 微软雅黑"/>
                          <a:ea typeface="等线" panose="02010600030101010101" pitchFamily="2" charset="-122"/>
                        </a:rPr>
                        <a:t>综合布线</a:t>
                      </a:r>
                      <a:endParaRPr lang="zh-CN" altLang="en-US" sz="1000" b="1"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1">
                          <a:solidFill>
                            <a:srgbClr val="000000"/>
                          </a:solidFill>
                          <a:effectLst/>
                          <a:latin typeface=" 微软雅黑"/>
                          <a:ea typeface="等线" panose="02010600030101010101" pitchFamily="2" charset="-122"/>
                          <a:sym typeface="+mn-ea"/>
                        </a:rPr>
                        <a:t>R</a:t>
                      </a:r>
                      <a:endParaRPr lang="en-US" altLang="zh-CN" sz="1000" b="1" i="0" u="none" strike="noStrike">
                        <a:solidFill>
                          <a:srgbClr val="000000"/>
                        </a:solidFill>
                        <a:effectLst/>
                        <a:latin typeface=" 微软雅黑"/>
                        <a:ea typeface="等线" panose="02010600030101010101" pitchFamily="2" charset="-122"/>
                        <a:sym typeface="+mn-ea"/>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 微软雅黑"/>
                          <a:ea typeface="等线" panose="02010600030101010101" pitchFamily="2" charset="-122"/>
                        </a:rPr>
                        <a:t>R</a:t>
                      </a:r>
                      <a:endParaRPr lang="en-US" sz="1000" b="1"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a:solidFill>
                            <a:srgbClr val="000000"/>
                          </a:solidFill>
                          <a:effectLst/>
                          <a:latin typeface=" 微软雅黑"/>
                          <a:ea typeface="等线" panose="02010600030101010101" pitchFamily="2" charset="-122"/>
                        </a:rPr>
                        <a:t>S</a:t>
                      </a:r>
                      <a:endParaRPr lang="en-US" altLang="zh-CN" sz="1000" b="1"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kumimoji="1" lang="en-US" altLang="zh-CN" sz="1000" b="1" dirty="0">
                          <a:sym typeface="+mn-ea"/>
                        </a:rPr>
                        <a:t>ZJ</a:t>
                      </a:r>
                      <a:r>
                        <a:rPr kumimoji="1" lang="zh-CN" altLang="en-US" sz="1000" b="1" dirty="0">
                          <a:sym typeface="+mn-ea"/>
                        </a:rPr>
                        <a:t>规划组网</a:t>
                      </a:r>
                      <a:r>
                        <a:rPr kumimoji="1" lang="en-US" altLang="zh-CN" sz="1000" b="1" dirty="0">
                          <a:sym typeface="+mn-ea"/>
                        </a:rPr>
                        <a:t>&amp;</a:t>
                      </a:r>
                      <a:r>
                        <a:rPr kumimoji="1" lang="zh-CN" altLang="en-US" sz="1000" b="1" dirty="0">
                          <a:sym typeface="+mn-ea"/>
                        </a:rPr>
                        <a:t>水平布线端接</a:t>
                      </a:r>
                      <a:endParaRPr kumimoji="1" lang="zh-CN" altLang="en-US" sz="1000" b="1" dirty="0">
                        <a:sym typeface="+mn-ea"/>
                      </a:endParaRPr>
                    </a:p>
                    <a:p>
                      <a:pPr algn="l" fontAlgn="ctr"/>
                      <a:r>
                        <a:rPr kumimoji="1" lang="en-US" altLang="zh-CN" sz="1000" b="1" dirty="0">
                          <a:sym typeface="+mn-ea"/>
                        </a:rPr>
                        <a:t>KT </a:t>
                      </a:r>
                      <a:r>
                        <a:rPr kumimoji="1" lang="zh-CN" altLang="en-US" sz="1000" b="1" dirty="0">
                          <a:sym typeface="+mn-ea"/>
                        </a:rPr>
                        <a:t>负责</a:t>
                      </a:r>
                      <a:r>
                        <a:rPr kumimoji="1" lang="en-US" altLang="zh-CN" sz="1000" b="1" dirty="0">
                          <a:sym typeface="+mn-ea"/>
                        </a:rPr>
                        <a:t>MS0/BS0-Server</a:t>
                      </a:r>
                      <a:r>
                        <a:rPr kumimoji="1" lang="zh-CN" altLang="en-US" sz="1000" b="1" dirty="0">
                          <a:sym typeface="+mn-ea"/>
                        </a:rPr>
                        <a:t>布线端接</a:t>
                      </a:r>
                      <a:endParaRPr lang="en-US" altLang="zh-CN" sz="1000" b="1"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7334">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7</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整网规划设计（</a:t>
                      </a:r>
                      <a:r>
                        <a:rPr lang="en-US" altLang="zh-CN" sz="1000" b="0" i="0" u="none" strike="noStrike">
                          <a:solidFill>
                            <a:srgbClr val="000000"/>
                          </a:solidFill>
                          <a:effectLst/>
                          <a:latin typeface=" 微软雅黑"/>
                          <a:ea typeface="等线" panose="02010600030101010101" pitchFamily="2" charset="-122"/>
                        </a:rPr>
                        <a:t>IP</a:t>
                      </a:r>
                      <a:r>
                        <a:rPr lang="zh-CN" altLang="en-US" sz="1000" b="0" i="0" u="none" strike="noStrike">
                          <a:solidFill>
                            <a:srgbClr val="000000"/>
                          </a:solidFill>
                          <a:effectLst/>
                          <a:latin typeface=" 微软雅黑"/>
                          <a:ea typeface="等线" panose="02010600030101010101" pitchFamily="2" charset="-122"/>
                        </a:rPr>
                        <a:t>地址、端接等）</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华为提供集群内部规划</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0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8</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部署服务器调试</a:t>
                      </a:r>
                      <a:r>
                        <a:rPr lang="en-US" altLang="zh-CN" sz="1000" b="0" i="0" u="none" strike="noStrike" dirty="0">
                          <a:solidFill>
                            <a:srgbClr val="000000"/>
                          </a:solidFill>
                          <a:effectLst/>
                          <a:latin typeface=" 微软雅黑"/>
                          <a:ea typeface="等线" panose="02010600030101010101" pitchFamily="2" charset="-122"/>
                        </a:rPr>
                        <a:t>(2</a:t>
                      </a:r>
                      <a:r>
                        <a:rPr lang="zh-CN" altLang="en-US" sz="1000" b="0" i="0" u="none" strike="noStrike" dirty="0">
                          <a:solidFill>
                            <a:srgbClr val="000000"/>
                          </a:solidFill>
                          <a:effectLst/>
                          <a:latin typeface=" 微软雅黑"/>
                          <a:ea typeface="等线" panose="02010600030101010101" pitchFamily="2" charset="-122"/>
                        </a:rPr>
                        <a:t>台风冷）</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a:solidFill>
                            <a:srgbClr val="000000"/>
                          </a:solidFill>
                          <a:effectLst/>
                          <a:latin typeface=" 微软雅黑"/>
                          <a:ea typeface="等线" panose="02010600030101010101" pitchFamily="2" charset="-122"/>
                          <a:sym typeface="+mn-ea"/>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通用服务器（</a:t>
                      </a:r>
                      <a:r>
                        <a:rPr lang="en-US" altLang="zh-CN" sz="1000" b="0" i="0" u="none" strike="noStrike">
                          <a:solidFill>
                            <a:srgbClr val="000000"/>
                          </a:solidFill>
                          <a:effectLst/>
                          <a:latin typeface=" 微软雅黑"/>
                          <a:ea typeface="等线" panose="02010600030101010101" pitchFamily="2" charset="-122"/>
                        </a:rPr>
                        <a:t>X86</a:t>
                      </a:r>
                      <a:r>
                        <a:rPr lang="zh-CN" altLang="en-US" sz="1000" b="0" i="0" u="none" strike="noStrike">
                          <a:solidFill>
                            <a:srgbClr val="000000"/>
                          </a:solidFill>
                          <a:effectLst/>
                          <a:latin typeface=" 微软雅黑"/>
                          <a:ea typeface="等线" panose="02010600030101010101" pitchFamily="2" charset="-122"/>
                        </a:rPr>
                        <a:t>）</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845">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9</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业务面交换机调试、网络验证</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 微软雅黑"/>
                          <a:ea typeface="等线" panose="02010600030101010101" pitchFamily="2" charset="-122"/>
                        </a:rPr>
                        <a:t>S</a:t>
                      </a:r>
                      <a:endParaRPr 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1F2329"/>
                          </a:solidFill>
                          <a:effectLst/>
                          <a:latin typeface=" 微软雅黑"/>
                          <a:ea typeface="等线" panose="02010600030101010101" pitchFamily="2" charset="-122"/>
                        </a:rPr>
                        <a:t>字节部分由</a:t>
                      </a:r>
                      <a:r>
                        <a:rPr lang="en-US" altLang="zh-CN" sz="1000" b="0" i="0" u="none" strike="noStrike">
                          <a:solidFill>
                            <a:srgbClr val="1F2329"/>
                          </a:solidFill>
                          <a:effectLst/>
                          <a:latin typeface=" 微软雅黑"/>
                          <a:ea typeface="等线" panose="02010600030101010101" pitchFamily="2" charset="-122"/>
                        </a:rPr>
                        <a:t>ZJ</a:t>
                      </a:r>
                      <a:r>
                        <a:rPr lang="zh-CN" altLang="en-US" sz="1000" b="0" i="0" u="none" strike="noStrike">
                          <a:solidFill>
                            <a:srgbClr val="1F2329"/>
                          </a:solidFill>
                          <a:effectLst/>
                          <a:latin typeface=" 微软雅黑"/>
                          <a:ea typeface="等线" panose="02010600030101010101" pitchFamily="2" charset="-122"/>
                        </a:rPr>
                        <a:t>负责配置下发，</a:t>
                      </a:r>
                      <a:r>
                        <a:rPr lang="en-US" altLang="zh-CN" sz="1000" b="0" i="0" u="none" strike="noStrike">
                          <a:solidFill>
                            <a:srgbClr val="1F2329"/>
                          </a:solidFill>
                          <a:effectLst/>
                          <a:latin typeface=" 微软雅黑"/>
                          <a:ea typeface="等线" panose="02010600030101010101" pitchFamily="2" charset="-122"/>
                        </a:rPr>
                        <a:t>HW</a:t>
                      </a:r>
                      <a:r>
                        <a:rPr lang="zh-CN" altLang="en-US" sz="1000" b="0" i="0" u="none" strike="noStrike">
                          <a:solidFill>
                            <a:srgbClr val="1F2329"/>
                          </a:solidFill>
                          <a:effectLst/>
                          <a:latin typeface=" 微软雅黑"/>
                          <a:ea typeface="等线" panose="02010600030101010101" pitchFamily="2" charset="-122"/>
                        </a:rPr>
                        <a:t>部分</a:t>
                      </a:r>
                      <a:r>
                        <a:rPr lang="en-US" altLang="zh-CN" sz="1000" b="0" i="0" u="none" strike="noStrike">
                          <a:solidFill>
                            <a:srgbClr val="1F2329"/>
                          </a:solidFill>
                          <a:effectLst/>
                          <a:latin typeface=" 微软雅黑"/>
                          <a:ea typeface="等线" panose="02010600030101010101" pitchFamily="2" charset="-122"/>
                        </a:rPr>
                        <a:t>IP</a:t>
                      </a:r>
                      <a:r>
                        <a:rPr lang="zh-CN" altLang="en-US" sz="1000" b="0" i="0" u="none" strike="noStrike">
                          <a:solidFill>
                            <a:srgbClr val="1F2329"/>
                          </a:solidFill>
                          <a:effectLst/>
                          <a:latin typeface=" 微软雅黑"/>
                          <a:ea typeface="等线" panose="02010600030101010101" pitchFamily="2" charset="-122"/>
                        </a:rPr>
                        <a:t>的初始配置是</a:t>
                      </a:r>
                      <a:r>
                        <a:rPr lang="en-US" altLang="zh-CN" sz="1000" b="0" i="0" u="none" strike="noStrike">
                          <a:solidFill>
                            <a:srgbClr val="1F2329"/>
                          </a:solidFill>
                          <a:effectLst/>
                          <a:latin typeface=" 微软雅黑"/>
                          <a:ea typeface="等线" panose="02010600030101010101" pitchFamily="2" charset="-122"/>
                        </a:rPr>
                        <a:t>HW</a:t>
                      </a:r>
                      <a:r>
                        <a:rPr lang="zh-CN" altLang="en-US" sz="1000" b="0" i="0" u="none" strike="noStrike">
                          <a:solidFill>
                            <a:srgbClr val="1F2329"/>
                          </a:solidFill>
                          <a:effectLst/>
                          <a:latin typeface=" 微软雅黑"/>
                          <a:ea typeface="等线" panose="02010600030101010101" pitchFamily="2" charset="-122"/>
                        </a:rPr>
                        <a:t>完成，网络验证由</a:t>
                      </a:r>
                      <a:r>
                        <a:rPr lang="en-US" altLang="zh-CN" sz="1000" b="0" i="0" u="none" strike="noStrike">
                          <a:solidFill>
                            <a:srgbClr val="1F2329"/>
                          </a:solidFill>
                          <a:effectLst/>
                          <a:latin typeface=" 微软雅黑"/>
                          <a:ea typeface="等线" panose="02010600030101010101" pitchFamily="2" charset="-122"/>
                        </a:rPr>
                        <a:t>ZJ</a:t>
                      </a:r>
                      <a:r>
                        <a:rPr lang="zh-CN" altLang="en-US" sz="1000" b="0" i="0" u="none" strike="noStrike">
                          <a:solidFill>
                            <a:srgbClr val="1F2329"/>
                          </a:solidFill>
                          <a:effectLst/>
                          <a:latin typeface=" 微软雅黑"/>
                          <a:ea typeface="等线" panose="02010600030101010101" pitchFamily="2" charset="-122"/>
                        </a:rPr>
                        <a:t>负责</a:t>
                      </a:r>
                      <a:endParaRPr lang="zh-CN" altLang="en-US" sz="1000" b="0" i="0" u="none" strike="noStrike">
                        <a:solidFill>
                          <a:srgbClr val="1F2329"/>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192">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10</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altLang="zh-CN" sz="1000" b="0" i="0" u="none" strike="noStrike">
                          <a:solidFill>
                            <a:srgbClr val="000000"/>
                          </a:solidFill>
                          <a:effectLst/>
                          <a:latin typeface=" 微软雅黑"/>
                          <a:ea typeface="等线" panose="02010600030101010101" pitchFamily="2" charset="-122"/>
                        </a:rPr>
                        <a:t>MGT</a:t>
                      </a:r>
                      <a:r>
                        <a:rPr lang="zh-CN" altLang="en-US" sz="1000" b="0" i="0" u="none" strike="noStrike">
                          <a:solidFill>
                            <a:srgbClr val="000000"/>
                          </a:solidFill>
                          <a:effectLst/>
                          <a:latin typeface=" 微软雅黑"/>
                          <a:ea typeface="等线" panose="02010600030101010101" pitchFamily="2" charset="-122"/>
                        </a:rPr>
                        <a:t>面交换机调试、网络验证</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1F2329"/>
                          </a:solidFill>
                          <a:effectLst/>
                          <a:latin typeface=" 微软雅黑"/>
                          <a:ea typeface="等线" panose="02010600030101010101" pitchFamily="2" charset="-122"/>
                        </a:rPr>
                        <a:t>字节部分由</a:t>
                      </a:r>
                      <a:r>
                        <a:rPr lang="en-US" altLang="zh-CN" sz="1000" b="0" i="0" u="none" strike="noStrike">
                          <a:solidFill>
                            <a:srgbClr val="1F2329"/>
                          </a:solidFill>
                          <a:effectLst/>
                          <a:latin typeface=" 微软雅黑"/>
                          <a:ea typeface="等线" panose="02010600030101010101" pitchFamily="2" charset="-122"/>
                        </a:rPr>
                        <a:t>ZJ</a:t>
                      </a:r>
                      <a:r>
                        <a:rPr lang="zh-CN" altLang="en-US" sz="1000" b="0" i="0" u="none" strike="noStrike">
                          <a:solidFill>
                            <a:srgbClr val="1F2329"/>
                          </a:solidFill>
                          <a:effectLst/>
                          <a:latin typeface=" 微软雅黑"/>
                          <a:ea typeface="等线" panose="02010600030101010101" pitchFamily="2" charset="-122"/>
                        </a:rPr>
                        <a:t>负责配置下发，</a:t>
                      </a:r>
                      <a:r>
                        <a:rPr lang="en-US" altLang="zh-CN" sz="1000" b="0" i="0" u="none" strike="noStrike">
                          <a:solidFill>
                            <a:srgbClr val="1F2329"/>
                          </a:solidFill>
                          <a:effectLst/>
                          <a:latin typeface=" 微软雅黑"/>
                          <a:ea typeface="等线" panose="02010600030101010101" pitchFamily="2" charset="-122"/>
                        </a:rPr>
                        <a:t>HW</a:t>
                      </a:r>
                      <a:r>
                        <a:rPr lang="zh-CN" altLang="en-US" sz="1000" b="0" i="0" u="none" strike="noStrike">
                          <a:solidFill>
                            <a:srgbClr val="1F2329"/>
                          </a:solidFill>
                          <a:effectLst/>
                          <a:latin typeface=" 微软雅黑"/>
                          <a:ea typeface="等线" panose="02010600030101010101" pitchFamily="2" charset="-122"/>
                        </a:rPr>
                        <a:t>部分</a:t>
                      </a:r>
                      <a:r>
                        <a:rPr lang="en-US" altLang="zh-CN" sz="1000" b="0" i="0" u="none" strike="noStrike">
                          <a:solidFill>
                            <a:srgbClr val="1F2329"/>
                          </a:solidFill>
                          <a:effectLst/>
                          <a:latin typeface=" 微软雅黑"/>
                          <a:ea typeface="等线" panose="02010600030101010101" pitchFamily="2" charset="-122"/>
                        </a:rPr>
                        <a:t>IP</a:t>
                      </a:r>
                      <a:r>
                        <a:rPr lang="zh-CN" altLang="en-US" sz="1000" b="0" i="0" u="none" strike="noStrike">
                          <a:solidFill>
                            <a:srgbClr val="1F2329"/>
                          </a:solidFill>
                          <a:effectLst/>
                          <a:latin typeface=" 微软雅黑"/>
                          <a:ea typeface="等线" panose="02010600030101010101" pitchFamily="2" charset="-122"/>
                        </a:rPr>
                        <a:t>的初始配置是</a:t>
                      </a:r>
                      <a:r>
                        <a:rPr lang="en-US" altLang="zh-CN" sz="1000" b="0" i="0" u="none" strike="noStrike">
                          <a:solidFill>
                            <a:srgbClr val="1F2329"/>
                          </a:solidFill>
                          <a:effectLst/>
                          <a:latin typeface=" 微软雅黑"/>
                          <a:ea typeface="等线" panose="02010600030101010101" pitchFamily="2" charset="-122"/>
                        </a:rPr>
                        <a:t>HW</a:t>
                      </a:r>
                      <a:r>
                        <a:rPr lang="zh-CN" altLang="en-US" sz="1000" b="0" i="0" u="none" strike="noStrike">
                          <a:solidFill>
                            <a:srgbClr val="1F2329"/>
                          </a:solidFill>
                          <a:effectLst/>
                          <a:latin typeface=" 微软雅黑"/>
                          <a:ea typeface="等线" panose="02010600030101010101" pitchFamily="2" charset="-122"/>
                        </a:rPr>
                        <a:t>完成，网络验证由</a:t>
                      </a:r>
                      <a:r>
                        <a:rPr lang="en-US" altLang="zh-CN" sz="1000" b="0" i="0" u="none" strike="noStrike">
                          <a:solidFill>
                            <a:srgbClr val="1F2329"/>
                          </a:solidFill>
                          <a:effectLst/>
                          <a:latin typeface=" 微软雅黑"/>
                          <a:ea typeface="等线" panose="02010600030101010101" pitchFamily="2" charset="-122"/>
                        </a:rPr>
                        <a:t>ZJ</a:t>
                      </a:r>
                      <a:r>
                        <a:rPr lang="zh-CN" altLang="en-US" sz="1000" b="0" i="0" u="none" strike="noStrike">
                          <a:solidFill>
                            <a:srgbClr val="1F2329"/>
                          </a:solidFill>
                          <a:effectLst/>
                          <a:latin typeface=" 微软雅黑"/>
                          <a:ea typeface="等线" panose="02010600030101010101" pitchFamily="2" charset="-122"/>
                        </a:rPr>
                        <a:t>负责</a:t>
                      </a:r>
                      <a:endParaRPr lang="zh-CN" altLang="en-US" sz="1000" b="0" i="0" u="none" strike="noStrike">
                        <a:solidFill>
                          <a:srgbClr val="1F2329"/>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9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11</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 微软雅黑"/>
                          <a:ea typeface="等线" panose="02010600030101010101" pitchFamily="2" charset="-122"/>
                        </a:rPr>
                        <a:t>CCAE</a:t>
                      </a:r>
                      <a:r>
                        <a:rPr lang="zh-CN" altLang="en-US" sz="1000" b="0" i="0" u="none" strike="noStrike">
                          <a:solidFill>
                            <a:srgbClr val="000000"/>
                          </a:solidFill>
                          <a:effectLst/>
                          <a:latin typeface=" 微软雅黑"/>
                          <a:ea typeface="等线" panose="02010600030101010101" pitchFamily="2" charset="-122"/>
                        </a:rPr>
                        <a:t>调试</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　</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759">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12</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超节点规划设计与实施（含灵衢）</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压测、固件、调测</a:t>
                      </a:r>
                      <a:r>
                        <a:rPr lang="en-US" altLang="zh-CN" sz="1000" b="0" i="0" u="none" strike="noStrike">
                          <a:solidFill>
                            <a:srgbClr val="000000"/>
                          </a:solidFill>
                          <a:effectLst/>
                          <a:latin typeface=" 微软雅黑"/>
                          <a:ea typeface="等线" panose="02010600030101010101" pitchFamily="2" charset="-122"/>
                        </a:rPr>
                        <a:t>OS</a:t>
                      </a:r>
                      <a:r>
                        <a:rPr lang="zh-CN" altLang="en-US" sz="1000" b="0" i="0" u="none" strike="noStrike">
                          <a:solidFill>
                            <a:srgbClr val="000000"/>
                          </a:solidFill>
                          <a:effectLst/>
                          <a:latin typeface=" 微软雅黑"/>
                          <a:ea typeface="等线" panose="02010600030101010101" pitchFamily="2" charset="-122"/>
                        </a:rPr>
                        <a:t>等</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9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13</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超节点集合通信、训练、性能测试</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　</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5585">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14</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en-US" altLang="zh-CN" sz="1000" b="0" i="0" u="none" strike="noStrike">
                          <a:solidFill>
                            <a:srgbClr val="000000"/>
                          </a:solidFill>
                          <a:effectLst/>
                          <a:latin typeface=" 微软雅黑"/>
                          <a:ea typeface="等线" panose="02010600030101010101" pitchFamily="2" charset="-122"/>
                        </a:rPr>
                        <a:t>ZJ</a:t>
                      </a:r>
                      <a:r>
                        <a:rPr lang="zh-CN" altLang="en-US" sz="1000" b="0" i="0" u="none" strike="noStrike">
                          <a:solidFill>
                            <a:srgbClr val="000000"/>
                          </a:solidFill>
                          <a:effectLst/>
                          <a:latin typeface=" 微软雅黑"/>
                          <a:ea typeface="等线" panose="02010600030101010101" pitchFamily="2" charset="-122"/>
                        </a:rPr>
                        <a:t>软件平台安装</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正式</a:t>
                      </a:r>
                      <a:r>
                        <a:rPr lang="en-US" altLang="zh-CN" sz="1000" b="0" i="0" u="none" strike="noStrike">
                          <a:solidFill>
                            <a:srgbClr val="000000"/>
                          </a:solidFill>
                          <a:effectLst/>
                          <a:latin typeface=" 微软雅黑"/>
                          <a:ea typeface="等线" panose="02010600030101010101" pitchFamily="2" charset="-122"/>
                        </a:rPr>
                        <a:t>OS</a:t>
                      </a:r>
                      <a:r>
                        <a:rPr lang="zh-CN" altLang="en-US" sz="1000" b="0" i="0" u="none" strike="noStrike">
                          <a:solidFill>
                            <a:srgbClr val="000000"/>
                          </a:solidFill>
                          <a:effectLst/>
                          <a:latin typeface=" 微软雅黑"/>
                          <a:ea typeface="等线" panose="02010600030101010101" pitchFamily="2" charset="-122"/>
                        </a:rPr>
                        <a:t>安装、软件平台安装、功能验证</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15</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运营商专线开通及对接</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湖北</a:t>
                      </a:r>
                      <a:r>
                        <a:rPr lang="en-US" altLang="zh-CN" sz="1000" b="0" i="0" u="none" strike="noStrike">
                          <a:solidFill>
                            <a:srgbClr val="000000"/>
                          </a:solidFill>
                          <a:effectLst/>
                          <a:latin typeface=" 微软雅黑"/>
                          <a:ea typeface="等线" panose="02010600030101010101" pitchFamily="2" charset="-122"/>
                        </a:rPr>
                        <a:t>-</a:t>
                      </a:r>
                      <a:r>
                        <a:rPr lang="zh-CN" altLang="en-US" sz="1000" b="0" i="0" u="none" strike="noStrike">
                          <a:solidFill>
                            <a:srgbClr val="000000"/>
                          </a:solidFill>
                          <a:effectLst/>
                          <a:latin typeface=" 微软雅黑"/>
                          <a:ea typeface="等线" panose="02010600030101010101" pitchFamily="2" charset="-122"/>
                        </a:rPr>
                        <a:t>怀来专线</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759">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16</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整网联调、验证</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整体功能验证</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604">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17</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维保服务</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厂商负责，华为出货部分计算设备维保：出厂自带</a:t>
                      </a:r>
                      <a:r>
                        <a:rPr lang="en-US" altLang="zh-CN" sz="1000" b="0" i="0" u="none" strike="noStrike" dirty="0">
                          <a:solidFill>
                            <a:srgbClr val="000000"/>
                          </a:solidFill>
                          <a:effectLst/>
                          <a:latin typeface=" 微软雅黑"/>
                          <a:ea typeface="等线" panose="02010600030101010101" pitchFamily="2" charset="-122"/>
                        </a:rPr>
                        <a:t>5</a:t>
                      </a:r>
                      <a:r>
                        <a:rPr lang="zh-CN" altLang="en-US" sz="1000" b="0" i="0" u="none" strike="noStrike" dirty="0">
                          <a:solidFill>
                            <a:srgbClr val="000000"/>
                          </a:solidFill>
                          <a:effectLst/>
                          <a:latin typeface=" 微软雅黑"/>
                          <a:ea typeface="等线" panose="02010600030101010101" pitchFamily="2" charset="-122"/>
                        </a:rPr>
                        <a:t>年标准</a:t>
                      </a:r>
                      <a:r>
                        <a:rPr lang="en-US" altLang="zh-CN" sz="1000" b="0" i="0" u="none" strike="noStrike" dirty="0">
                          <a:solidFill>
                            <a:srgbClr val="000000"/>
                          </a:solidFill>
                          <a:effectLst/>
                          <a:latin typeface=" 微软雅黑"/>
                          <a:ea typeface="等线" panose="02010600030101010101" pitchFamily="2" charset="-122"/>
                        </a:rPr>
                        <a:t>+</a:t>
                      </a:r>
                      <a:r>
                        <a:rPr lang="zh-CN" altLang="en-US" sz="1000" b="0" i="0" u="none" strike="noStrike" dirty="0">
                          <a:solidFill>
                            <a:srgbClr val="000000"/>
                          </a:solidFill>
                          <a:effectLst/>
                          <a:latin typeface=" 微软雅黑"/>
                          <a:ea typeface="等线" panose="02010600030101010101" pitchFamily="2" charset="-122"/>
                        </a:rPr>
                        <a:t>（先按照</a:t>
                      </a:r>
                      <a:r>
                        <a:rPr lang="en-US" altLang="zh-CN" sz="1000" b="0" i="0" u="none" strike="noStrike" dirty="0">
                          <a:solidFill>
                            <a:srgbClr val="000000"/>
                          </a:solidFill>
                          <a:effectLst/>
                          <a:latin typeface=" 微软雅黑"/>
                          <a:ea typeface="等线" panose="02010600030101010101" pitchFamily="2" charset="-122"/>
                        </a:rPr>
                        <a:t>5</a:t>
                      </a:r>
                      <a:r>
                        <a:rPr lang="zh-CN" altLang="en-US" sz="1000" b="0" i="0" u="none" strike="noStrike" dirty="0">
                          <a:solidFill>
                            <a:srgbClr val="000000"/>
                          </a:solidFill>
                          <a:effectLst/>
                          <a:latin typeface=" 微软雅黑"/>
                          <a:ea typeface="等线" panose="02010600030101010101" pitchFamily="2" charset="-122"/>
                        </a:rPr>
                        <a:t>年</a:t>
                      </a:r>
                      <a:r>
                        <a:rPr lang="en-US" altLang="zh-CN" sz="1000" b="0" i="0" u="none" strike="noStrike" dirty="0">
                          <a:solidFill>
                            <a:srgbClr val="000000"/>
                          </a:solidFill>
                          <a:effectLst/>
                          <a:latin typeface=" 微软雅黑"/>
                          <a:ea typeface="等线" panose="02010600030101010101" pitchFamily="2" charset="-122"/>
                        </a:rPr>
                        <a:t>3</a:t>
                      </a:r>
                      <a:r>
                        <a:rPr lang="zh-CN" altLang="en-US" sz="1000" b="0" i="0" u="none" strike="noStrike" dirty="0">
                          <a:solidFill>
                            <a:srgbClr val="000000"/>
                          </a:solidFill>
                          <a:effectLst/>
                          <a:latin typeface=" 微软雅黑"/>
                          <a:ea typeface="等线" panose="02010600030101010101" pitchFamily="2" charset="-122"/>
                        </a:rPr>
                        <a:t>个月，金牌</a:t>
                      </a:r>
                      <a:r>
                        <a:rPr lang="en-US" altLang="zh-CN" sz="1000" b="0" i="0" u="none" strike="noStrike" dirty="0">
                          <a:solidFill>
                            <a:schemeClr val="tx1"/>
                          </a:solidFill>
                          <a:effectLst/>
                          <a:latin typeface=" 微软雅黑"/>
                          <a:ea typeface="等线" panose="02010600030101010101" pitchFamily="2" charset="-122"/>
                        </a:rPr>
                        <a:t>+</a:t>
                      </a:r>
                      <a:r>
                        <a:rPr lang="zh-CN" altLang="en-US" sz="1000" b="0" i="0" u="none" strike="noStrike" dirty="0">
                          <a:solidFill>
                            <a:srgbClr val="000000"/>
                          </a:solidFill>
                          <a:effectLst/>
                          <a:latin typeface=" 微软雅黑"/>
                          <a:ea typeface="等线" panose="02010600030101010101" pitchFamily="2" charset="-122"/>
                        </a:rPr>
                        <a:t>），维保起始时间确认（起始时间按照</a:t>
                      </a:r>
                      <a:r>
                        <a:rPr lang="en-US" altLang="zh-CN" sz="1000" b="0" i="0" u="none" strike="noStrike" dirty="0">
                          <a:solidFill>
                            <a:srgbClr val="000000"/>
                          </a:solidFill>
                          <a:effectLst/>
                          <a:latin typeface=" 微软雅黑"/>
                          <a:ea typeface="等线" panose="02010600030101010101" pitchFamily="2" charset="-122"/>
                        </a:rPr>
                        <a:t>1230</a:t>
                      </a:r>
                      <a:r>
                        <a:rPr lang="zh-CN" altLang="en-US" sz="1000" b="0" i="0" u="none" strike="noStrike" dirty="0">
                          <a:solidFill>
                            <a:srgbClr val="000000"/>
                          </a:solidFill>
                          <a:effectLst/>
                          <a:latin typeface=" 微软雅黑"/>
                          <a:ea typeface="等线" panose="02010600030101010101" pitchFamily="2" charset="-122"/>
                        </a:rPr>
                        <a:t>）；</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9086">
                <a:tc>
                  <a:txBody>
                    <a:bodyPr/>
                    <a:lstStyle/>
                    <a:p>
                      <a:pPr algn="ctr" fontAlgn="ctr"/>
                      <a:r>
                        <a:rPr lang="en-US" altLang="zh-CN" sz="1000" b="0" i="0" u="none" strike="noStrike">
                          <a:solidFill>
                            <a:srgbClr val="000000"/>
                          </a:solidFill>
                          <a:effectLst/>
                          <a:latin typeface=" 微软雅黑"/>
                          <a:ea typeface="等线" panose="02010600030101010101" pitchFamily="2" charset="-122"/>
                        </a:rPr>
                        <a:t>18</a:t>
                      </a:r>
                      <a:endParaRPr lang="en-US" altLang="zh-CN"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a:solidFill>
                            <a:srgbClr val="000000"/>
                          </a:solidFill>
                          <a:effectLst/>
                          <a:latin typeface=" 微软雅黑"/>
                          <a:ea typeface="等线" panose="02010600030101010101" pitchFamily="2" charset="-122"/>
                        </a:rPr>
                        <a:t>现场运维</a:t>
                      </a:r>
                      <a:endParaRPr lang="zh-CN" alt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R</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 微软雅黑"/>
                          <a:ea typeface="等线" panose="02010600030101010101" pitchFamily="2" charset="-122"/>
                        </a:rPr>
                        <a:t>S</a:t>
                      </a:r>
                      <a:endParaRPr lang="en-US" sz="1000" b="0" i="0" u="none" strike="noStrike">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1000" b="0" i="0" u="none" strike="noStrike" dirty="0">
                          <a:solidFill>
                            <a:srgbClr val="000000"/>
                          </a:solidFill>
                          <a:effectLst/>
                          <a:latin typeface=" 微软雅黑"/>
                          <a:ea typeface="等线" panose="02010600030101010101" pitchFamily="2" charset="-122"/>
                        </a:rPr>
                        <a:t>设备运维：</a:t>
                      </a:r>
                      <a:r>
                        <a:rPr lang="en-US" altLang="zh-CN" sz="1000" b="0" i="0" u="none" strike="noStrike" dirty="0">
                          <a:solidFill>
                            <a:srgbClr val="000000"/>
                          </a:solidFill>
                          <a:effectLst/>
                          <a:latin typeface=" 微软雅黑"/>
                          <a:ea typeface="等线" panose="02010600030101010101" pitchFamily="2" charset="-122"/>
                        </a:rPr>
                        <a:t>KT</a:t>
                      </a:r>
                      <a:r>
                        <a:rPr lang="zh-CN" altLang="en-US" sz="1000" b="0" i="0" u="none" strike="noStrike" dirty="0">
                          <a:solidFill>
                            <a:srgbClr val="000000"/>
                          </a:solidFill>
                          <a:effectLst/>
                          <a:latin typeface=" 微软雅黑"/>
                          <a:ea typeface="等线" panose="02010600030101010101" pitchFamily="2" charset="-122"/>
                        </a:rPr>
                        <a:t>与联通沟通确认</a:t>
                      </a:r>
                      <a:endParaRPr lang="zh-CN" altLang="en-US" sz="1000" b="0" i="0" u="none" strike="noStrike" dirty="0">
                        <a:solidFill>
                          <a:srgbClr val="000000"/>
                        </a:solidFill>
                        <a:effectLst/>
                        <a:latin typeface=" 微软雅黑"/>
                        <a:ea typeface="等线" panose="02010600030101010101" pitchFamily="2" charset="-122"/>
                      </a:endParaRPr>
                    </a:p>
                  </a:txBody>
                  <a:tcPr marL="2858" marR="2858" marT="285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idx="4294967295"/>
          </p:nvPr>
        </p:nvSpPr>
        <p:spPr>
          <a:xfrm>
            <a:off x="0" y="185738"/>
            <a:ext cx="8066088" cy="4540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其他关键条款分析</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5" name="表格 4"/>
          <p:cNvGraphicFramePr>
            <a:graphicFrameLocks noGrp="1"/>
          </p:cNvGraphicFramePr>
          <p:nvPr/>
        </p:nvGraphicFramePr>
        <p:xfrm>
          <a:off x="194469" y="780754"/>
          <a:ext cx="11715040" cy="5246820"/>
        </p:xfrm>
        <a:graphic>
          <a:graphicData uri="http://schemas.openxmlformats.org/drawingml/2006/table">
            <a:tbl>
              <a:tblPr/>
              <a:tblGrid>
                <a:gridCol w="1153862"/>
                <a:gridCol w="10561178"/>
              </a:tblGrid>
              <a:tr h="675485">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变更条款</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变更条款</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，若存在，简单描述变更条款，并说明风险及应对措施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验收流程及标准</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验收流程及标准</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免责条款</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免责条款</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7093">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罚款</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罚款</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维保</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合同中是否要求</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维保</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保险条款</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指明标书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合同中是否存在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保险条款</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，若存在，简单描述，并说明风险及应对措施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工期、货期</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简单描述标书</a:t>
                      </a:r>
                      <a:r>
                        <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合同对</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工期</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货期</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的要求，并说明风险及应对措施</a:t>
                      </a:r>
                      <a:endPar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ctr" latinLnBrk="0" hangingPunct="1">
                        <a:lnSpc>
                          <a:spcPct val="100000"/>
                        </a:lnSpc>
                        <a:spcBef>
                          <a:spcPct val="0"/>
                        </a:spcBef>
                        <a:spcAft>
                          <a:spcPct val="0"/>
                        </a:spcAft>
                        <a:buClrTx/>
                        <a:buSzTx/>
                        <a:buFontTx/>
                        <a:buNone/>
                        <a:defRPr/>
                      </a:pPr>
                      <a:endParaRPr lang="en-US" altLang="zh-CN"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ctr" latinLnBrk="0" hangingPunct="1">
                        <a:lnSpc>
                          <a:spcPct val="100000"/>
                        </a:lnSpc>
                        <a:spcBef>
                          <a:spcPct val="0"/>
                        </a:spcBef>
                        <a:spcAft>
                          <a:spcPct val="0"/>
                        </a:spcAft>
                        <a:buClrTx/>
                        <a:buSzTx/>
                        <a:buFontTx/>
                        <a:buNone/>
                        <a:defRPr/>
                      </a:pPr>
                      <a:r>
                        <a:rPr lang="en-US" altLang="zh-CN" sz="1100" dirty="0"/>
                        <a:t>2026</a:t>
                      </a:r>
                      <a:r>
                        <a:rPr lang="zh-CN" altLang="en-US" sz="1100" dirty="0"/>
                        <a:t>年</a:t>
                      </a:r>
                      <a:r>
                        <a:rPr lang="en-US" altLang="zh-CN" sz="1100" dirty="0"/>
                        <a:t>9</a:t>
                      </a:r>
                      <a:r>
                        <a:rPr lang="zh-CN" altLang="en-US" sz="1100" dirty="0"/>
                        <a:t>月</a:t>
                      </a:r>
                      <a:r>
                        <a:rPr lang="en-US" altLang="zh-CN" sz="1100" dirty="0"/>
                        <a:t>30</a:t>
                      </a:r>
                      <a:r>
                        <a:rPr lang="zh-CN" altLang="en-US" sz="1100" dirty="0"/>
                        <a:t>日完成</a:t>
                      </a:r>
                      <a:r>
                        <a:rPr lang="en-US" altLang="zh-CN" sz="1100" dirty="0"/>
                        <a:t>512</a:t>
                      </a:r>
                      <a:r>
                        <a:rPr lang="zh-CN" altLang="en-US" sz="1100" dirty="0"/>
                        <a:t>卡超节点智算集群部署，</a:t>
                      </a:r>
                      <a:r>
                        <a:rPr lang="en-US" altLang="zh-CN" sz="1100" dirty="0"/>
                        <a:t>2026</a:t>
                      </a:r>
                      <a:r>
                        <a:rPr lang="zh-CN" altLang="en-US" sz="1100" dirty="0"/>
                        <a:t>年</a:t>
                      </a:r>
                      <a:r>
                        <a:rPr lang="en-US" altLang="zh-CN" sz="1100" dirty="0"/>
                        <a:t>12</a:t>
                      </a:r>
                      <a:r>
                        <a:rPr lang="zh-CN" altLang="en-US" sz="1100" dirty="0"/>
                        <a:t>月</a:t>
                      </a:r>
                      <a:r>
                        <a:rPr lang="en-US" altLang="zh-CN" sz="1100" dirty="0"/>
                        <a:t>31</a:t>
                      </a:r>
                      <a:r>
                        <a:rPr lang="zh-CN" altLang="en-US" sz="1100" dirty="0"/>
                        <a:t>日完成整体</a:t>
                      </a:r>
                      <a:r>
                        <a:rPr lang="en-US" altLang="zh-CN" sz="1100" dirty="0"/>
                        <a:t>1024</a:t>
                      </a:r>
                      <a:r>
                        <a:rPr lang="zh-CN" altLang="en-US" sz="1100" dirty="0"/>
                        <a:t>卡超节点智算集群部署</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其他条款</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lvl1pPr>
                        <a:lnSpc>
                          <a:spcPct val="140000"/>
                        </a:lnSpc>
                        <a:buClr>
                          <a:srgbClr val="777777"/>
                        </a:buClr>
                        <a:buSzPct val="60000"/>
                        <a:buFont typeface="Wingdings" panose="05000000000000000000" pitchFamily="2" charset="2"/>
                        <a:defRPr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defRPr sz="1600">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defRPr sz="14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defRPr sz="12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defRPr sz="1000">
                          <a:solidFill>
                            <a:schemeClr val="tx1"/>
                          </a:solidFill>
                          <a:latin typeface="FrutigerNext LT Regular" pitchFamily="34" charset="0"/>
                          <a:ea typeface="华文细黑" panose="02010600040101010101" pitchFamily="2" charset="-122"/>
                          <a:cs typeface="宋体"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简单描述是否存在</a:t>
                      </a:r>
                      <a:r>
                        <a:rPr lang="zh-CN" altLang="en-US" sz="105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其他关键条款</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rPr>
                        <a:t>，如回款，保密，网络安全等，并说明风险及应对措施</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606">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rPr>
                        <a:t>运营</a:t>
                      </a:r>
                      <a:endParaRPr kumimoji="0" lang="zh-CN" altLang="en-US" sz="1100" b="1" i="0" u="none" strike="noStrike" kern="1200" cap="none" normalizeH="0" baseline="0" dirty="0">
                        <a:ln>
                          <a:noFill/>
                        </a:ln>
                        <a:solidFill>
                          <a:schemeClr val="tx2"/>
                        </a:solidFill>
                        <a:effectLst/>
                        <a:latin typeface="微软雅黑" panose="020B0503020204020204" pitchFamily="34" charset="-122"/>
                        <a:ea typeface="微软雅黑" panose="020B0503020204020204" pitchFamily="34" charset="-122"/>
                        <a:cs typeface="+mn-cs"/>
                        <a:sym typeface="微软雅黑" panose="020B0503020204020204" pitchFamily="34" charset="-122"/>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defRPr/>
                      </a:pPr>
                      <a:r>
                        <a:rPr lang="zh-CN" altLang="en-US" sz="105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运营招标文件中</a:t>
                      </a:r>
                      <a:r>
                        <a:rPr lang="en-US" altLang="zh-CN" sz="1050" b="1" i="1" kern="1200" dirty="0">
                          <a:solidFill>
                            <a:srgbClr val="C00000"/>
                          </a:solidFill>
                          <a:latin typeface="微软雅黑" panose="020B0503020204020204" pitchFamily="34" charset="-122"/>
                          <a:ea typeface="微软雅黑" panose="020B0503020204020204" pitchFamily="34" charset="-122"/>
                          <a:cs typeface="+mn-cs"/>
                        </a:rPr>
                        <a:t>KPI</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1050" b="1" i="1" kern="1200" dirty="0">
                          <a:solidFill>
                            <a:srgbClr val="C00000"/>
                          </a:solidFill>
                          <a:latin typeface="微软雅黑" panose="020B0503020204020204" pitchFamily="34" charset="-122"/>
                          <a:ea typeface="微软雅黑" panose="020B0503020204020204" pitchFamily="34" charset="-122"/>
                          <a:cs typeface="+mn-cs"/>
                        </a:rPr>
                        <a:t>SLA</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要求：</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列示关键项说明</a:t>
                      </a:r>
                      <a:r>
                        <a:rPr lang="zh-CN" altLang="en-US" sz="1100" b="0" kern="1200" dirty="0">
                          <a:solidFill>
                            <a:schemeClr val="tx1"/>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endParaRPr>
                    </a:p>
                  </a:txBody>
                  <a:tcPr marL="8161" marR="8161" marT="8163"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12"/>
          <p:cNvSpPr txBox="1">
            <a:spLocks noChangeArrowheads="1"/>
          </p:cNvSpPr>
          <p:nvPr/>
        </p:nvSpPr>
        <p:spPr bwMode="auto">
          <a:xfrm>
            <a:off x="172636" y="97847"/>
            <a:ext cx="6928069" cy="4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81" tIns="45641" rIns="91281" bIns="45641">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8060402020202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8060402020202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8060402020202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80604020202020204" pitchFamily="34" charset="0"/>
              <a:defRPr>
                <a:solidFill>
                  <a:schemeClr val="tx1"/>
                </a:solidFill>
                <a:latin typeface="Calibri" panose="020F0502020204030204" pitchFamily="34" charset="0"/>
                <a:ea typeface="宋体" pitchFamily="2" charset="-122"/>
              </a:defRPr>
            </a:lvl9pPr>
          </a:lstStyle>
          <a:p>
            <a:pPr defTabSz="913765" fontAlgn="base">
              <a:lnSpc>
                <a:spcPts val="3440"/>
              </a:lnSpc>
              <a:spcBef>
                <a:spcPct val="0"/>
              </a:spcBef>
              <a:spcAft>
                <a:spcPct val="0"/>
              </a:spcAft>
              <a:defRPr/>
            </a:pPr>
            <a:r>
              <a:rPr lang="zh-CN" altLang="en-US" sz="2400" b="1" dirty="0">
                <a:solidFill>
                  <a:srgbClr val="C00000"/>
                </a:solidFill>
                <a:latin typeface="微软雅黑" panose="020B0503020204020204" pitchFamily="34" charset="-122"/>
                <a:ea typeface="微软雅黑" panose="020B0503020204020204" pitchFamily="34" charset="-122"/>
              </a:rPr>
              <a:t>智算集群整体技术架构</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74" name="矩形 73"/>
          <p:cNvSpPr/>
          <p:nvPr/>
        </p:nvSpPr>
        <p:spPr>
          <a:xfrm>
            <a:off x="7091769" y="477810"/>
            <a:ext cx="734481" cy="274817"/>
          </a:xfrm>
          <a:prstGeom prst="rect">
            <a:avLst/>
          </a:prstGeom>
          <a:solidFill>
            <a:srgbClr val="D4F1F5"/>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1D1D1A"/>
                </a:solidFill>
                <a:latin typeface="微软雅黑" panose="020B0503020204020204" pitchFamily="34" charset="-122"/>
                <a:ea typeface="微软雅黑" panose="020B0503020204020204" pitchFamily="34" charset="-122"/>
              </a:rPr>
              <a:t>华为</a:t>
            </a: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75" name="矩形 74"/>
          <p:cNvSpPr/>
          <p:nvPr/>
        </p:nvSpPr>
        <p:spPr>
          <a:xfrm>
            <a:off x="6234379" y="474816"/>
            <a:ext cx="723492" cy="277024"/>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200" dirty="0">
                <a:solidFill>
                  <a:srgbClr val="FFFFFF"/>
                </a:solidFill>
                <a:latin typeface="微软雅黑" panose="020B0503020204020204" pitchFamily="34" charset="-122"/>
                <a:ea typeface="微软雅黑" panose="020B0503020204020204" pitchFamily="34" charset="-122"/>
              </a:rPr>
              <a:t>ZJ</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27" name="矩形 126"/>
          <p:cNvSpPr/>
          <p:nvPr/>
        </p:nvSpPr>
        <p:spPr>
          <a:xfrm>
            <a:off x="7960150" y="485106"/>
            <a:ext cx="734481" cy="266734"/>
          </a:xfrm>
          <a:prstGeom prst="rect">
            <a:avLst/>
          </a:prstGeom>
          <a:solidFill>
            <a:srgbClr val="DDDDDD"/>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1D1D1A"/>
                </a:solidFill>
                <a:latin typeface="微软雅黑" panose="020B0503020204020204" pitchFamily="34" charset="-122"/>
                <a:ea typeface="微软雅黑" panose="020B0503020204020204" pitchFamily="34" charset="-122"/>
              </a:rPr>
              <a:t>开源</a:t>
            </a:r>
            <a:endParaRPr lang="zh-CN" altLang="en-US" sz="1050" dirty="0">
              <a:solidFill>
                <a:srgbClr val="1D1D1A"/>
              </a:solidFill>
              <a:latin typeface="微软雅黑" panose="020B0503020204020204" pitchFamily="34" charset="-122"/>
              <a:ea typeface="微软雅黑" panose="020B0503020204020204" pitchFamily="34" charset="-122"/>
            </a:endParaRPr>
          </a:p>
        </p:txBody>
      </p:sp>
      <p:sp>
        <p:nvSpPr>
          <p:cNvPr id="128" name="矩形 127"/>
          <p:cNvSpPr/>
          <p:nvPr/>
        </p:nvSpPr>
        <p:spPr>
          <a:xfrm>
            <a:off x="8828530" y="488073"/>
            <a:ext cx="582107" cy="270213"/>
          </a:xfrm>
          <a:prstGeom prst="rect">
            <a:avLst/>
          </a:prstGeom>
          <a:solidFill>
            <a:schemeClr val="accent4">
              <a:lumMod val="20000"/>
              <a:lumOff val="80000"/>
            </a:schemeClr>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200" dirty="0">
                <a:solidFill>
                  <a:srgbClr val="1D1D1A"/>
                </a:solidFill>
                <a:latin typeface="微软雅黑" panose="020B0503020204020204" pitchFamily="34" charset="-122"/>
                <a:ea typeface="微软雅黑" panose="020B0503020204020204" pitchFamily="34" charset="-122"/>
              </a:rPr>
              <a:t>KT/</a:t>
            </a:r>
            <a:r>
              <a:rPr lang="zh-CN" altLang="en-US" sz="1200" dirty="0">
                <a:solidFill>
                  <a:srgbClr val="1D1D1A"/>
                </a:solidFill>
                <a:latin typeface="微软雅黑" panose="020B0503020204020204" pitchFamily="34" charset="-122"/>
                <a:ea typeface="微软雅黑" panose="020B0503020204020204" pitchFamily="34" charset="-122"/>
              </a:rPr>
              <a:t>联通</a:t>
            </a:r>
            <a:endParaRPr lang="zh-CN" altLang="en-US" sz="1050" dirty="0">
              <a:solidFill>
                <a:srgbClr val="1D1D1A"/>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236757" y="1128809"/>
            <a:ext cx="9191736" cy="5388561"/>
            <a:chOff x="234606" y="1659009"/>
            <a:chExt cx="9193864" cy="4859869"/>
          </a:xfrm>
        </p:grpSpPr>
        <p:sp>
          <p:nvSpPr>
            <p:cNvPr id="67" name="文本框 66"/>
            <p:cNvSpPr txBox="1"/>
            <p:nvPr/>
          </p:nvSpPr>
          <p:spPr>
            <a:xfrm>
              <a:off x="234606" y="4391542"/>
              <a:ext cx="515586" cy="499528"/>
            </a:xfrm>
            <a:prstGeom prst="rect">
              <a:avLst/>
            </a:prstGeom>
            <a:noFill/>
          </p:spPr>
          <p:txBody>
            <a:bodyPr wrap="square" lIns="0" tIns="0" rIns="0" bIns="0" rtlCol="0">
              <a:spAutoFit/>
            </a:bodyPr>
            <a:lstStyle/>
            <a:p>
              <a:pPr defTabSz="913765">
                <a:defRPr/>
              </a:pPr>
              <a:r>
                <a:rPr kumimoji="1" lang="zh-CN" altLang="en-US" b="1" dirty="0">
                  <a:solidFill>
                    <a:srgbClr val="1D1D1A"/>
                  </a:solidFill>
                  <a:latin typeface="微软雅黑" panose="020B0503020204020204" pitchFamily="34" charset="-122"/>
                  <a:ea typeface="微软雅黑" panose="020B0503020204020204" pitchFamily="34" charset="-122"/>
                </a:rPr>
                <a:t>算力底座</a:t>
              </a:r>
              <a:endParaRPr kumimoji="1" lang="zh-CN" altLang="en-US" b="1" dirty="0">
                <a:solidFill>
                  <a:srgbClr val="1D1D1A"/>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234606" y="2699916"/>
              <a:ext cx="515586" cy="499528"/>
            </a:xfrm>
            <a:prstGeom prst="rect">
              <a:avLst/>
            </a:prstGeom>
            <a:noFill/>
          </p:spPr>
          <p:txBody>
            <a:bodyPr wrap="square" lIns="0" tIns="0" rIns="0" bIns="0" rtlCol="0">
              <a:spAutoFit/>
            </a:bodyPr>
            <a:lstStyle/>
            <a:p>
              <a:pPr defTabSz="913765">
                <a:defRPr/>
              </a:pPr>
              <a:r>
                <a:rPr kumimoji="1" lang="zh-CN" altLang="en-US" b="1" dirty="0">
                  <a:solidFill>
                    <a:srgbClr val="1D1D1A"/>
                  </a:solidFill>
                  <a:latin typeface="微软雅黑" panose="020B0503020204020204" pitchFamily="34" charset="-122"/>
                  <a:ea typeface="微软雅黑" panose="020B0503020204020204" pitchFamily="34" charset="-122"/>
                </a:rPr>
                <a:t>智算平台</a:t>
              </a:r>
              <a:endParaRPr kumimoji="1" lang="zh-CN" altLang="en-US" b="1" dirty="0">
                <a:solidFill>
                  <a:srgbClr val="1D1D1A"/>
                </a:solidFill>
                <a:latin typeface="微软雅黑" panose="020B0503020204020204" pitchFamily="34" charset="-122"/>
                <a:ea typeface="微软雅黑" panose="020B0503020204020204" pitchFamily="34" charset="-122"/>
              </a:endParaRPr>
            </a:p>
          </p:txBody>
        </p:sp>
        <p:sp>
          <p:nvSpPr>
            <p:cNvPr id="71" name="文本框 70"/>
            <p:cNvSpPr txBox="1"/>
            <p:nvPr/>
          </p:nvSpPr>
          <p:spPr>
            <a:xfrm>
              <a:off x="270372" y="1776164"/>
              <a:ext cx="515586" cy="249764"/>
            </a:xfrm>
            <a:prstGeom prst="rect">
              <a:avLst/>
            </a:prstGeom>
            <a:noFill/>
          </p:spPr>
          <p:txBody>
            <a:bodyPr wrap="square" lIns="0" tIns="0" rIns="0" bIns="0" rtlCol="0">
              <a:spAutoFit/>
            </a:bodyPr>
            <a:lstStyle/>
            <a:p>
              <a:pPr defTabSz="913765">
                <a:defRPr/>
              </a:pPr>
              <a:r>
                <a:rPr kumimoji="1" lang="zh-CN" altLang="en-US" b="1" dirty="0">
                  <a:solidFill>
                    <a:srgbClr val="1D1D1A"/>
                  </a:solidFill>
                  <a:latin typeface="微软雅黑" panose="020B0503020204020204" pitchFamily="34" charset="-122"/>
                  <a:ea typeface="微软雅黑" panose="020B0503020204020204" pitchFamily="34" charset="-122"/>
                </a:rPr>
                <a:t>模型</a:t>
              </a:r>
              <a:endParaRPr kumimoji="1" lang="zh-CN" altLang="en-US" b="1" dirty="0">
                <a:solidFill>
                  <a:srgbClr val="1D1D1A"/>
                </a:solidFill>
                <a:latin typeface="微软雅黑" panose="020B0503020204020204" pitchFamily="34" charset="-122"/>
                <a:ea typeface="微软雅黑" panose="020B0503020204020204" pitchFamily="34" charset="-122"/>
              </a:endParaRPr>
            </a:p>
          </p:txBody>
        </p:sp>
        <p:sp>
          <p:nvSpPr>
            <p:cNvPr id="80" name="矩形 79"/>
            <p:cNvSpPr/>
            <p:nvPr/>
          </p:nvSpPr>
          <p:spPr>
            <a:xfrm>
              <a:off x="1513305" y="1722838"/>
              <a:ext cx="1717244" cy="431758"/>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语言大模型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1" name="矩形 80"/>
            <p:cNvSpPr/>
            <p:nvPr/>
          </p:nvSpPr>
          <p:spPr>
            <a:xfrm>
              <a:off x="4399464" y="1722838"/>
              <a:ext cx="1537140" cy="427319"/>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图像大模型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2" name="矩形 81"/>
            <p:cNvSpPr/>
            <p:nvPr/>
          </p:nvSpPr>
          <p:spPr>
            <a:xfrm>
              <a:off x="6964609" y="1727616"/>
              <a:ext cx="1771701" cy="431758"/>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多模态大模型</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3" name="矩形 82"/>
            <p:cNvSpPr/>
            <p:nvPr/>
          </p:nvSpPr>
          <p:spPr>
            <a:xfrm>
              <a:off x="1031829" y="2426494"/>
              <a:ext cx="8177428" cy="597022"/>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200" dirty="0">
                  <a:solidFill>
                    <a:srgbClr val="FFFFFF"/>
                  </a:solidFill>
                  <a:latin typeface="微软雅黑" panose="020B0503020204020204" pitchFamily="34" charset="-122"/>
                  <a:ea typeface="微软雅黑" panose="020B0503020204020204" pitchFamily="34" charset="-122"/>
                </a:rPr>
                <a:t>ZJ AI</a:t>
              </a:r>
              <a:r>
                <a:rPr lang="zh-CN" altLang="en-US" sz="1200" dirty="0">
                  <a:solidFill>
                    <a:srgbClr val="FFFFFF"/>
                  </a:solidFill>
                  <a:latin typeface="微软雅黑" panose="020B0503020204020204" pitchFamily="34" charset="-122"/>
                  <a:ea typeface="微软雅黑" panose="020B0503020204020204" pitchFamily="34" charset="-122"/>
                </a:rPr>
                <a:t>平台</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4" name="矩形 83"/>
            <p:cNvSpPr/>
            <p:nvPr/>
          </p:nvSpPr>
          <p:spPr>
            <a:xfrm>
              <a:off x="831514" y="2347181"/>
              <a:ext cx="8596956" cy="1286163"/>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85" name="矩形 84"/>
            <p:cNvSpPr/>
            <p:nvPr/>
          </p:nvSpPr>
          <p:spPr>
            <a:xfrm>
              <a:off x="1031830" y="3101008"/>
              <a:ext cx="8177427" cy="449656"/>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集群</a:t>
              </a:r>
              <a:r>
                <a:rPr lang="zh-CN" altLang="en-US" sz="1200">
                  <a:solidFill>
                    <a:srgbClr val="FFFFFF"/>
                  </a:solidFill>
                  <a:latin typeface="微软雅黑" panose="020B0503020204020204" pitchFamily="34" charset="-122"/>
                  <a:ea typeface="微软雅黑" panose="020B0503020204020204" pitchFamily="34" charset="-122"/>
                </a:rPr>
                <a:t>调度（</a:t>
              </a:r>
              <a:r>
                <a:rPr lang="en-US" altLang="zh-CN" sz="1200" dirty="0">
                  <a:solidFill>
                    <a:srgbClr val="FFFFFF"/>
                  </a:solidFill>
                  <a:latin typeface="微软雅黑" panose="020B0503020204020204" pitchFamily="34" charset="-122"/>
                  <a:ea typeface="微软雅黑" panose="020B0503020204020204" pitchFamily="34" charset="-122"/>
                </a:rPr>
                <a:t>K8S</a:t>
              </a:r>
              <a:r>
                <a:rPr lang="zh-CN" altLang="en-US" sz="1200" dirty="0">
                  <a:solidFill>
                    <a:srgbClr val="FFFFFF"/>
                  </a:solidFill>
                  <a:latin typeface="微软雅黑" panose="020B0503020204020204" pitchFamily="34" charset="-122"/>
                  <a:ea typeface="微软雅黑" panose="020B0503020204020204" pitchFamily="34" charset="-122"/>
                </a:rPr>
                <a:t>）</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86" name="矩形 85"/>
            <p:cNvSpPr/>
            <p:nvPr/>
          </p:nvSpPr>
          <p:spPr>
            <a:xfrm>
              <a:off x="7096046" y="3255744"/>
              <a:ext cx="1886847" cy="231851"/>
            </a:xfrm>
            <a:prstGeom prst="rect">
              <a:avLst/>
            </a:prstGeom>
            <a:solidFill>
              <a:srgbClr val="DDDDDD"/>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050" dirty="0" err="1">
                  <a:solidFill>
                    <a:srgbClr val="1D1D1A"/>
                  </a:solidFill>
                  <a:latin typeface="微软雅黑" panose="020B0503020204020204" pitchFamily="34" charset="-122"/>
                  <a:ea typeface="微软雅黑" panose="020B0503020204020204" pitchFamily="34" charset="-122"/>
                </a:rPr>
                <a:t>MindCluster</a:t>
              </a:r>
              <a:endParaRPr lang="zh-CN" altLang="en-US" sz="1050" dirty="0">
                <a:solidFill>
                  <a:srgbClr val="1D1D1A"/>
                </a:solidFill>
                <a:latin typeface="微软雅黑" panose="020B0503020204020204" pitchFamily="34" charset="-122"/>
                <a:ea typeface="微软雅黑" panose="020B0503020204020204" pitchFamily="34" charset="-122"/>
              </a:endParaRPr>
            </a:p>
          </p:txBody>
        </p:sp>
        <p:sp>
          <p:nvSpPr>
            <p:cNvPr id="93" name="矩形 92"/>
            <p:cNvSpPr/>
            <p:nvPr/>
          </p:nvSpPr>
          <p:spPr>
            <a:xfrm>
              <a:off x="844596" y="1659009"/>
              <a:ext cx="8583871" cy="613644"/>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875274" y="1730023"/>
              <a:ext cx="821205" cy="166509"/>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大模型</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96" name="矩形 95"/>
            <p:cNvSpPr/>
            <p:nvPr/>
          </p:nvSpPr>
          <p:spPr>
            <a:xfrm>
              <a:off x="1031831" y="5007674"/>
              <a:ext cx="6090065"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97" name="矩形 96"/>
            <p:cNvSpPr/>
            <p:nvPr/>
          </p:nvSpPr>
          <p:spPr>
            <a:xfrm>
              <a:off x="1129035" y="5112689"/>
              <a:ext cx="2154788" cy="338574"/>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defTabSz="913765">
                <a:defRPr/>
              </a:pPr>
              <a:r>
                <a:rPr lang="en-US" altLang="zh-CN" sz="1200" b="1" dirty="0">
                  <a:solidFill>
                    <a:srgbClr val="1D1D1A"/>
                  </a:solidFill>
                  <a:latin typeface="微软雅黑" panose="020B0503020204020204" pitchFamily="34" charset="-122"/>
                  <a:ea typeface="微软雅黑" panose="020B0503020204020204" pitchFamily="34" charset="-122"/>
                </a:rPr>
                <a:t>AI</a:t>
              </a:r>
              <a:r>
                <a:rPr lang="zh-CN" altLang="en-US" sz="1200" b="1" dirty="0">
                  <a:solidFill>
                    <a:srgbClr val="1D1D1A"/>
                  </a:solidFill>
                  <a:latin typeface="微软雅黑" panose="020B0503020204020204" pitchFamily="34" charset="-122"/>
                  <a:ea typeface="微软雅黑" panose="020B0503020204020204" pitchFamily="34" charset="-122"/>
                </a:rPr>
                <a:t>计算</a:t>
              </a:r>
              <a:endParaRPr lang="zh-CN" altLang="en-US" sz="1200" b="1" dirty="0">
                <a:solidFill>
                  <a:srgbClr val="1D1D1A"/>
                </a:solidFill>
                <a:latin typeface="微软雅黑" panose="020B0503020204020204" pitchFamily="34" charset="-122"/>
                <a:ea typeface="微软雅黑" panose="020B0503020204020204" pitchFamily="34" charset="-122"/>
              </a:endParaRPr>
            </a:p>
          </p:txBody>
        </p:sp>
        <p:sp>
          <p:nvSpPr>
            <p:cNvPr id="98" name="矩形 97"/>
            <p:cNvSpPr/>
            <p:nvPr/>
          </p:nvSpPr>
          <p:spPr>
            <a:xfrm>
              <a:off x="3356368" y="5112689"/>
              <a:ext cx="3058562" cy="338574"/>
            </a:xfrm>
            <a:prstGeom prst="rect">
              <a:avLst/>
            </a:prstGeom>
            <a:solidFill>
              <a:srgbClr val="0070C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99" name="矩形 98"/>
            <p:cNvSpPr/>
            <p:nvPr/>
          </p:nvSpPr>
          <p:spPr>
            <a:xfrm>
              <a:off x="6485966" y="5105115"/>
              <a:ext cx="513715" cy="346149"/>
            </a:xfrm>
            <a:prstGeom prst="rect">
              <a:avLst/>
            </a:prstGeom>
            <a:solidFill>
              <a:srgbClr val="0070C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b="1" dirty="0">
                  <a:solidFill>
                    <a:srgbClr val="1D1D1A"/>
                  </a:solidFill>
                  <a:latin typeface="微软雅黑" panose="020B0503020204020204" pitchFamily="34" charset="-122"/>
                  <a:ea typeface="微软雅黑" panose="020B0503020204020204" pitchFamily="34" charset="-122"/>
                </a:rPr>
                <a:t>存储</a:t>
              </a:r>
              <a:endParaRPr lang="zh-CN" altLang="en-US" sz="1200" b="1" dirty="0">
                <a:solidFill>
                  <a:srgbClr val="1D1D1A"/>
                </a:solidFill>
                <a:latin typeface="微软雅黑" panose="020B0503020204020204" pitchFamily="34" charset="-122"/>
                <a:ea typeface="微软雅黑" panose="020B0503020204020204" pitchFamily="34" charset="-122"/>
              </a:endParaRPr>
            </a:p>
          </p:txBody>
        </p:sp>
        <p:sp>
          <p:nvSpPr>
            <p:cNvPr id="100" name="矩形 99"/>
            <p:cNvSpPr/>
            <p:nvPr/>
          </p:nvSpPr>
          <p:spPr>
            <a:xfrm>
              <a:off x="2122110" y="3906407"/>
              <a:ext cx="1137247"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计算管控服务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1" name="矩形 100"/>
            <p:cNvSpPr/>
            <p:nvPr/>
          </p:nvSpPr>
          <p:spPr>
            <a:xfrm>
              <a:off x="3352849" y="3906407"/>
              <a:ext cx="1144653"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网络管控服务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2" name="矩形 101"/>
            <p:cNvSpPr/>
            <p:nvPr/>
          </p:nvSpPr>
          <p:spPr>
            <a:xfrm>
              <a:off x="1031831" y="3796176"/>
              <a:ext cx="4829971"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000" dirty="0">
                <a:solidFill>
                  <a:srgbClr val="666666"/>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1270254" y="4003965"/>
              <a:ext cx="901066" cy="166509"/>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云管服务</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4" name="矩形 103"/>
            <p:cNvSpPr/>
            <p:nvPr/>
          </p:nvSpPr>
          <p:spPr>
            <a:xfrm>
              <a:off x="4590079" y="3906407"/>
              <a:ext cx="1155910" cy="308643"/>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存储管控服务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6" name="矩形 105"/>
            <p:cNvSpPr/>
            <p:nvPr/>
          </p:nvSpPr>
          <p:spPr>
            <a:xfrm>
              <a:off x="4185001" y="5143926"/>
              <a:ext cx="1061393" cy="279815"/>
            </a:xfrm>
            <a:prstGeom prst="rect">
              <a:avLst/>
            </a:prstGeom>
            <a:solidFill>
              <a:srgbClr val="0070C0"/>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900" dirty="0">
                  <a:solidFill>
                    <a:srgbClr val="1D1D1A"/>
                  </a:solidFill>
                  <a:latin typeface="微软雅黑" panose="020B0503020204020204" pitchFamily="34" charset="-122"/>
                  <a:ea typeface="微软雅黑" panose="020B0503020204020204" pitchFamily="34" charset="-122"/>
                </a:rPr>
                <a:t>业务平面</a:t>
              </a:r>
              <a:endParaRPr lang="zh-CN" altLang="en-US" sz="900" dirty="0">
                <a:solidFill>
                  <a:srgbClr val="1D1D1A"/>
                </a:solidFill>
                <a:latin typeface="微软雅黑" panose="020B0503020204020204" pitchFamily="34" charset="-122"/>
                <a:ea typeface="微软雅黑" panose="020B0503020204020204" pitchFamily="34" charset="-122"/>
              </a:endParaRPr>
            </a:p>
          </p:txBody>
        </p:sp>
        <p:sp>
          <p:nvSpPr>
            <p:cNvPr id="108" name="矩形 107"/>
            <p:cNvSpPr/>
            <p:nvPr/>
          </p:nvSpPr>
          <p:spPr>
            <a:xfrm>
              <a:off x="6968481" y="3918416"/>
              <a:ext cx="2111780" cy="299391"/>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运维管理服务</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09" name="矩形 108"/>
            <p:cNvSpPr/>
            <p:nvPr/>
          </p:nvSpPr>
          <p:spPr>
            <a:xfrm>
              <a:off x="3454521" y="5148041"/>
              <a:ext cx="613204" cy="249764"/>
            </a:xfrm>
            <a:prstGeom prst="rect">
              <a:avLst/>
            </a:prstGeom>
            <a:noFill/>
          </p:spPr>
          <p:txBody>
            <a:bodyPr wrap="square">
              <a:spAutoFit/>
            </a:bodyPr>
            <a:lstStyle/>
            <a:p>
              <a:pPr algn="ctr" defTabSz="913765">
                <a:defRPr/>
              </a:pPr>
              <a:r>
                <a:rPr lang="zh-CN" altLang="en-US" sz="1200" b="1" dirty="0">
                  <a:solidFill>
                    <a:srgbClr val="1D1D1A"/>
                  </a:solidFill>
                  <a:latin typeface="微软雅黑" panose="020B0503020204020204" pitchFamily="34" charset="-122"/>
                  <a:ea typeface="微软雅黑" panose="020B0503020204020204" pitchFamily="34" charset="-122"/>
                </a:rPr>
                <a:t>网络</a:t>
              </a:r>
              <a:endParaRPr lang="zh-CN" altLang="en-US" sz="1200" b="1" dirty="0">
                <a:solidFill>
                  <a:srgbClr val="1D1D1A"/>
                </a:solidFill>
                <a:latin typeface="微软雅黑" panose="020B0503020204020204" pitchFamily="34" charset="-122"/>
                <a:ea typeface="微软雅黑" panose="020B0503020204020204" pitchFamily="34" charset="-122"/>
              </a:endParaRPr>
            </a:p>
          </p:txBody>
        </p:sp>
        <p:sp>
          <p:nvSpPr>
            <p:cNvPr id="110" name="矩形 109"/>
            <p:cNvSpPr/>
            <p:nvPr/>
          </p:nvSpPr>
          <p:spPr>
            <a:xfrm>
              <a:off x="5981595" y="3807920"/>
              <a:ext cx="3227664" cy="51158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050" dirty="0">
                <a:solidFill>
                  <a:srgbClr val="666666"/>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6162217" y="4003965"/>
              <a:ext cx="902121" cy="166509"/>
            </a:xfrm>
            <a:prstGeom prst="rect">
              <a:avLst/>
            </a:prstGeom>
            <a:noFill/>
          </p:spPr>
          <p:txBody>
            <a:bodyPr wrap="square" lIns="0" tIns="0" rIns="0" bIns="0" rtlCol="0">
              <a:spAutoFit/>
            </a:bodyPr>
            <a:lstStyle/>
            <a:p>
              <a:pPr defTabSz="913765">
                <a:defRPr/>
              </a:pPr>
              <a:r>
                <a:rPr kumimoji="1" lang="zh-CN" altLang="en-US" sz="1200" b="1" dirty="0">
                  <a:solidFill>
                    <a:srgbClr val="C00000"/>
                  </a:solidFill>
                  <a:latin typeface="微软雅黑" panose="020B0503020204020204" pitchFamily="34" charset="-122"/>
                  <a:ea typeface="微软雅黑" panose="020B0503020204020204" pitchFamily="34" charset="-122"/>
                </a:rPr>
                <a:t>运维服务</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12" name="矩形 111"/>
            <p:cNvSpPr/>
            <p:nvPr/>
          </p:nvSpPr>
          <p:spPr>
            <a:xfrm>
              <a:off x="831514" y="3732445"/>
              <a:ext cx="8596955" cy="187189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113" name="矩形 112"/>
            <p:cNvSpPr/>
            <p:nvPr/>
          </p:nvSpPr>
          <p:spPr>
            <a:xfrm>
              <a:off x="1024252" y="4728945"/>
              <a:ext cx="6097644" cy="201237"/>
            </a:xfrm>
            <a:prstGeom prst="rect">
              <a:avLst/>
            </a:prstGeom>
            <a:solidFill>
              <a:srgbClr val="167DC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dirty="0">
                  <a:solidFill>
                    <a:srgbClr val="FFFFFF"/>
                  </a:solidFill>
                  <a:latin typeface="微软雅黑" panose="020B0503020204020204" pitchFamily="34" charset="-122"/>
                  <a:ea typeface="微软雅黑" panose="020B0503020204020204" pitchFamily="34" charset="-122"/>
                </a:rPr>
                <a:t>测试</a:t>
              </a:r>
              <a:r>
                <a:rPr lang="en-US" altLang="zh-CN" sz="1200" dirty="0">
                  <a:solidFill>
                    <a:srgbClr val="FFFFFF"/>
                  </a:solidFill>
                  <a:latin typeface="微软雅黑" panose="020B0503020204020204" pitchFamily="34" charset="-122"/>
                  <a:ea typeface="微软雅黑" panose="020B0503020204020204" pitchFamily="34" charset="-122"/>
                </a:rPr>
                <a:t>OS </a:t>
              </a:r>
              <a:r>
                <a:rPr lang="en-US" altLang="zh-CN" sz="1200" dirty="0" err="1">
                  <a:solidFill>
                    <a:srgbClr val="FFFFFF"/>
                  </a:solidFill>
                  <a:latin typeface="微软雅黑" panose="020B0503020204020204" pitchFamily="34" charset="-122"/>
                  <a:ea typeface="微软雅黑" panose="020B0503020204020204" pitchFamily="34" charset="-122"/>
                </a:rPr>
                <a:t>openEuler</a:t>
              </a:r>
              <a:r>
                <a:rPr lang="en-US" altLang="zh-CN" sz="1200" dirty="0">
                  <a:solidFill>
                    <a:srgbClr val="FFFFFF"/>
                  </a:solidFill>
                  <a:latin typeface="微软雅黑" panose="020B0503020204020204" pitchFamily="34" charset="-122"/>
                  <a:ea typeface="微软雅黑" panose="020B0503020204020204" pitchFamily="34" charset="-122"/>
                </a:rPr>
                <a:t>/</a:t>
              </a:r>
              <a:r>
                <a:rPr lang="zh-CN" altLang="en-US" sz="1200" dirty="0">
                  <a:solidFill>
                    <a:srgbClr val="FFFFFF"/>
                  </a:solidFill>
                  <a:latin typeface="微软雅黑" panose="020B0503020204020204" pitchFamily="34" charset="-122"/>
                  <a:ea typeface="微软雅黑" panose="020B0503020204020204" pitchFamily="34" charset="-122"/>
                </a:rPr>
                <a:t>商用</a:t>
              </a:r>
              <a:r>
                <a:rPr lang="en-US" altLang="zh-CN" sz="1200" dirty="0">
                  <a:solidFill>
                    <a:srgbClr val="FFFFFF"/>
                  </a:solidFill>
                  <a:latin typeface="微软雅黑" panose="020B0503020204020204" pitchFamily="34" charset="-122"/>
                  <a:ea typeface="微软雅黑" panose="020B0503020204020204" pitchFamily="34" charset="-122"/>
                </a:rPr>
                <a:t>OS DEBIAN</a:t>
              </a:r>
              <a:endParaRPr lang="zh-CN" altLang="en-US" sz="1200" dirty="0">
                <a:solidFill>
                  <a:srgbClr val="FFFFFF"/>
                </a:solidFill>
                <a:latin typeface="微软雅黑" panose="020B0503020204020204" pitchFamily="34" charset="-122"/>
                <a:ea typeface="微软雅黑" panose="020B0503020204020204" pitchFamily="34" charset="-122"/>
              </a:endParaRPr>
            </a:p>
          </p:txBody>
        </p:sp>
        <p:sp>
          <p:nvSpPr>
            <p:cNvPr id="117" name="矩形 116"/>
            <p:cNvSpPr/>
            <p:nvPr/>
          </p:nvSpPr>
          <p:spPr>
            <a:xfrm>
              <a:off x="1024251" y="4413067"/>
              <a:ext cx="6097647" cy="230802"/>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200" dirty="0">
                  <a:solidFill>
                    <a:srgbClr val="1D1D1A"/>
                  </a:solidFill>
                  <a:latin typeface="微软雅黑" panose="020B0503020204020204" pitchFamily="34" charset="-122"/>
                  <a:ea typeface="微软雅黑" panose="020B0503020204020204" pitchFamily="34" charset="-122"/>
                </a:rPr>
                <a:t>CANN</a:t>
              </a:r>
              <a:r>
                <a:rPr lang="en-US" altLang="zh-CN" sz="1050" dirty="0">
                  <a:solidFill>
                    <a:srgbClr val="1D1D1A"/>
                  </a:solidFill>
                  <a:latin typeface="微软雅黑" panose="020B0503020204020204" pitchFamily="34" charset="-122"/>
                  <a:ea typeface="微软雅黑" panose="020B0503020204020204" pitchFamily="34" charset="-122"/>
                </a:rPr>
                <a:t>(Compute Architecture for Neural Networks)</a:t>
              </a:r>
              <a:endParaRPr lang="zh-CN" altLang="en-US" sz="1200" dirty="0">
                <a:solidFill>
                  <a:srgbClr val="1D1D1A"/>
                </a:solidFill>
                <a:latin typeface="微软雅黑" panose="020B0503020204020204" pitchFamily="34" charset="-122"/>
                <a:ea typeface="微软雅黑" panose="020B0503020204020204" pitchFamily="34" charset="-122"/>
              </a:endParaRPr>
            </a:p>
          </p:txBody>
        </p:sp>
        <p:sp>
          <p:nvSpPr>
            <p:cNvPr id="126" name="文本框 125"/>
            <p:cNvSpPr txBox="1"/>
            <p:nvPr/>
          </p:nvSpPr>
          <p:spPr>
            <a:xfrm>
              <a:off x="234606" y="5739698"/>
              <a:ext cx="515586" cy="499528"/>
            </a:xfrm>
            <a:prstGeom prst="rect">
              <a:avLst/>
            </a:prstGeom>
            <a:noFill/>
          </p:spPr>
          <p:txBody>
            <a:bodyPr wrap="square" lIns="0" tIns="0" rIns="0" bIns="0" rtlCol="0">
              <a:spAutoFit/>
            </a:bodyPr>
            <a:lstStyle/>
            <a:p>
              <a:pPr defTabSz="913765">
                <a:defRPr/>
              </a:pPr>
              <a:r>
                <a:rPr kumimoji="1" lang="zh-CN" altLang="en-US" b="1" dirty="0">
                  <a:solidFill>
                    <a:srgbClr val="1D1D1A"/>
                  </a:solidFill>
                  <a:latin typeface="微软雅黑" panose="020B0503020204020204" pitchFamily="34" charset="-122"/>
                  <a:ea typeface="微软雅黑" panose="020B0503020204020204" pitchFamily="34" charset="-122"/>
                </a:rPr>
                <a:t>机房适配</a:t>
              </a:r>
              <a:endParaRPr kumimoji="1" lang="zh-CN" altLang="en-US" b="1" dirty="0">
                <a:solidFill>
                  <a:srgbClr val="1D1D1A"/>
                </a:solidFill>
                <a:latin typeface="微软雅黑" panose="020B0503020204020204" pitchFamily="34" charset="-122"/>
                <a:ea typeface="微软雅黑" panose="020B0503020204020204" pitchFamily="34" charset="-122"/>
              </a:endParaRPr>
            </a:p>
          </p:txBody>
        </p:sp>
        <p:sp>
          <p:nvSpPr>
            <p:cNvPr id="129" name="矩形 128"/>
            <p:cNvSpPr/>
            <p:nvPr/>
          </p:nvSpPr>
          <p:spPr>
            <a:xfrm>
              <a:off x="7205386" y="4406600"/>
              <a:ext cx="2003872" cy="1112655"/>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979" tIns="45684" rIns="53979" bIns="45684" numCol="1" spcCol="0" rtlCol="0" fromWordArt="0" anchor="ctr" anchorCtr="0" forceAA="0" compatLnSpc="1">
              <a:noAutofit/>
            </a:bodyPr>
            <a:lstStyle/>
            <a:p>
              <a:pPr algn="ctr" defTabSz="913765">
                <a:defRPr/>
              </a:pPr>
              <a:r>
                <a:rPr lang="en-US" altLang="zh-CN" sz="1200" b="1" dirty="0">
                  <a:solidFill>
                    <a:srgbClr val="1D1D1A"/>
                  </a:solidFill>
                  <a:latin typeface="微软雅黑" panose="020B0503020204020204" pitchFamily="34" charset="-122"/>
                  <a:ea typeface="微软雅黑" panose="020B0503020204020204" pitchFamily="34" charset="-122"/>
                </a:rPr>
                <a:t>CCAE</a:t>
              </a:r>
              <a:endParaRPr lang="en-US" altLang="zh-CN" sz="1200" b="1" dirty="0">
                <a:solidFill>
                  <a:srgbClr val="1D1D1A"/>
                </a:solidFill>
                <a:latin typeface="微软雅黑" panose="020B0503020204020204" pitchFamily="34" charset="-122"/>
                <a:ea typeface="微软雅黑" panose="020B0503020204020204" pitchFamily="34" charset="-122"/>
              </a:endParaRPr>
            </a:p>
            <a:p>
              <a:pPr algn="ctr" defTabSz="913765">
                <a:defRPr/>
              </a:pPr>
              <a:r>
                <a:rPr lang="zh-CN" altLang="en-US" sz="1000" dirty="0">
                  <a:solidFill>
                    <a:srgbClr val="1D1D1A"/>
                  </a:solidFill>
                  <a:latin typeface="微软雅黑" panose="020B0503020204020204" pitchFamily="34" charset="-122"/>
                  <a:ea typeface="微软雅黑" panose="020B0503020204020204" pitchFamily="34" charset="-122"/>
                </a:rPr>
                <a:t>（</a:t>
              </a:r>
              <a:r>
                <a:rPr lang="en-US" altLang="zh-CN" sz="1000" dirty="0">
                  <a:solidFill>
                    <a:srgbClr val="1D1D1A"/>
                  </a:solidFill>
                  <a:latin typeface="微软雅黑" panose="020B0503020204020204" pitchFamily="34" charset="-122"/>
                  <a:ea typeface="微软雅黑" panose="020B0503020204020204" pitchFamily="34" charset="-122"/>
                </a:rPr>
                <a:t>Cluster Computing Autonomous Engine</a:t>
              </a:r>
              <a:r>
                <a:rPr lang="zh-CN" altLang="en-US" sz="1000" dirty="0">
                  <a:solidFill>
                    <a:srgbClr val="1D1D1A"/>
                  </a:solidFill>
                  <a:latin typeface="微软雅黑" panose="020B0503020204020204" pitchFamily="34" charset="-122"/>
                  <a:ea typeface="微软雅黑" panose="020B0503020204020204" pitchFamily="34" charset="-122"/>
                </a:rPr>
                <a:t>）</a:t>
              </a:r>
              <a:endParaRPr lang="zh-CN" altLang="en-US" sz="1000" dirty="0">
                <a:solidFill>
                  <a:srgbClr val="1D1D1A"/>
                </a:solidFill>
                <a:latin typeface="微软雅黑" panose="020B0503020204020204" pitchFamily="34" charset="-122"/>
                <a:ea typeface="微软雅黑" panose="020B0503020204020204" pitchFamily="34" charset="-122"/>
              </a:endParaRPr>
            </a:p>
          </p:txBody>
        </p:sp>
        <p:sp>
          <p:nvSpPr>
            <p:cNvPr id="61" name="矩形 60"/>
            <p:cNvSpPr/>
            <p:nvPr/>
          </p:nvSpPr>
          <p:spPr>
            <a:xfrm>
              <a:off x="831513" y="5665935"/>
              <a:ext cx="8596955" cy="852943"/>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b" anchorCtr="0" forceAA="0" compatLnSpc="1">
              <a:noAutofit/>
            </a:bodyPr>
            <a:lstStyle/>
            <a:p>
              <a:pPr algn="ctr" defTabSz="913765">
                <a:defRPr/>
              </a:pPr>
              <a:endParaRPr lang="zh-CN" altLang="en-US" sz="1100" dirty="0">
                <a:solidFill>
                  <a:srgbClr val="666666"/>
                </a:solidFill>
                <a:latin typeface="微软雅黑" panose="020B0503020204020204" pitchFamily="34" charset="-122"/>
                <a:ea typeface="微软雅黑" panose="020B0503020204020204" pitchFamily="34" charset="-122"/>
              </a:endParaRPr>
            </a:p>
          </p:txBody>
        </p:sp>
        <p:sp>
          <p:nvSpPr>
            <p:cNvPr id="63" name="矩形 62"/>
            <p:cNvSpPr/>
            <p:nvPr/>
          </p:nvSpPr>
          <p:spPr bwMode="auto">
            <a:xfrm>
              <a:off x="5012762" y="5712057"/>
              <a:ext cx="4196497" cy="323822"/>
            </a:xfrm>
            <a:prstGeom prst="rect">
              <a:avLst/>
            </a:prstGeom>
            <a:solidFill>
              <a:schemeClr val="accent6">
                <a:lumMod val="20000"/>
                <a:lumOff val="80000"/>
              </a:schemeClr>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200" b="1" dirty="0">
                  <a:solidFill>
                    <a:srgbClr val="1D1D1A"/>
                  </a:solidFill>
                  <a:latin typeface="微软雅黑" panose="020B0503020204020204" pitchFamily="34" charset="-122"/>
                  <a:ea typeface="微软雅黑" panose="020B0503020204020204" pitchFamily="34" charset="-122"/>
                  <a:sym typeface="+mn-lt"/>
                </a:rPr>
                <a:t>液冷方舱微模块</a:t>
              </a:r>
              <a:endParaRPr lang="en-US" altLang="zh-CN" sz="1200" b="1" dirty="0">
                <a:solidFill>
                  <a:srgbClr val="1D1D1A"/>
                </a:solidFill>
                <a:latin typeface="微软雅黑" panose="020B0503020204020204" pitchFamily="34" charset="-122"/>
                <a:ea typeface="微软雅黑" panose="020B0503020204020204" pitchFamily="34" charset="-122"/>
                <a:sym typeface="+mn-lt"/>
              </a:endParaRPr>
            </a:p>
            <a:p>
              <a:pPr algn="ctr" defTabSz="913765">
                <a:defRPr/>
              </a:pPr>
              <a:r>
                <a:rPr lang="zh-CN" altLang="en-US" sz="1000" dirty="0">
                  <a:solidFill>
                    <a:srgbClr val="1D1D1A"/>
                  </a:solidFill>
                  <a:latin typeface="微软雅黑" panose="020B0503020204020204" pitchFamily="34" charset="-122"/>
                  <a:ea typeface="微软雅黑" panose="020B0503020204020204" pitchFamily="34" charset="-122"/>
                  <a:sym typeface="+mn-lt"/>
                </a:rPr>
                <a:t>风墙 电力模块 母线 风冷柜  </a:t>
              </a:r>
              <a:r>
                <a:rPr lang="en-US" altLang="zh-CN" sz="1000" dirty="0">
                  <a:solidFill>
                    <a:srgbClr val="1D1D1A"/>
                  </a:solidFill>
                  <a:latin typeface="微软雅黑" panose="020B0503020204020204" pitchFamily="34" charset="-122"/>
                  <a:ea typeface="微软雅黑" panose="020B0503020204020204" pitchFamily="34" charset="-122"/>
                  <a:sym typeface="+mn-lt"/>
                </a:rPr>
                <a:t>CDU </a:t>
              </a:r>
              <a:r>
                <a:rPr lang="zh-CN" altLang="en-US" sz="1000" dirty="0">
                  <a:solidFill>
                    <a:srgbClr val="1D1D1A"/>
                  </a:solidFill>
                  <a:latin typeface="微软雅黑" panose="020B0503020204020204" pitchFamily="34" charset="-122"/>
                  <a:ea typeface="微软雅黑" panose="020B0503020204020204" pitchFamily="34" charset="-122"/>
                  <a:sym typeface="+mn-lt"/>
                </a:rPr>
                <a:t> 二次管路 光纤布线</a:t>
              </a:r>
              <a:endParaRPr lang="zh-CN" altLang="en-US" sz="1000" dirty="0">
                <a:solidFill>
                  <a:srgbClr val="1D1D1A"/>
                </a:solidFill>
                <a:latin typeface="微软雅黑" panose="020B0503020204020204" pitchFamily="34" charset="-122"/>
                <a:ea typeface="微软雅黑" panose="020B0503020204020204" pitchFamily="34" charset="-122"/>
                <a:sym typeface="+mn-lt"/>
              </a:endParaRPr>
            </a:p>
          </p:txBody>
        </p:sp>
        <p:sp>
          <p:nvSpPr>
            <p:cNvPr id="64" name="矩形 63"/>
            <p:cNvSpPr/>
            <p:nvPr/>
          </p:nvSpPr>
          <p:spPr bwMode="auto">
            <a:xfrm>
              <a:off x="979920" y="6106143"/>
              <a:ext cx="8229337" cy="371515"/>
            </a:xfrm>
            <a:prstGeom prst="rect">
              <a:avLst/>
            </a:prstGeom>
            <a:solidFill>
              <a:schemeClr val="accent4">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400" b="1" dirty="0">
                  <a:solidFill>
                    <a:schemeClr val="tx1"/>
                  </a:solidFill>
                  <a:latin typeface="微软雅黑" panose="020B0503020204020204" pitchFamily="34" charset="-122"/>
                  <a:ea typeface="微软雅黑" panose="020B0503020204020204" pitchFamily="34" charset="-122"/>
                </a:rPr>
                <a:t>基础配套设施</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ctr" defTabSz="913765">
                <a:defRPr/>
              </a:pPr>
              <a:r>
                <a:rPr lang="zh-CN" altLang="en-US" sz="1100" dirty="0">
                  <a:solidFill>
                    <a:schemeClr val="tx1"/>
                  </a:solidFill>
                  <a:latin typeface="微软雅黑" panose="020B0503020204020204" pitchFamily="34" charset="-122"/>
                  <a:ea typeface="微软雅黑" panose="020B0503020204020204" pitchFamily="34" charset="-122"/>
                  <a:sym typeface="+mn-lt"/>
                </a:rPr>
                <a:t>冷源  一次侧 变压器 柴发等</a:t>
              </a:r>
              <a:endParaRPr lang="zh-CN" altLang="en-US" sz="1100" dirty="0">
                <a:solidFill>
                  <a:schemeClr val="tx1"/>
                </a:solidFill>
                <a:latin typeface="微软雅黑" panose="020B0503020204020204" pitchFamily="34" charset="-122"/>
                <a:ea typeface="微软雅黑" panose="020B0503020204020204" pitchFamily="34" charset="-122"/>
                <a:sym typeface="+mn-lt"/>
              </a:endParaRPr>
            </a:p>
          </p:txBody>
        </p:sp>
        <p:sp>
          <p:nvSpPr>
            <p:cNvPr id="65" name="矩形 64"/>
            <p:cNvSpPr/>
            <p:nvPr/>
          </p:nvSpPr>
          <p:spPr bwMode="auto">
            <a:xfrm>
              <a:off x="977559" y="5707279"/>
              <a:ext cx="3967900" cy="323822"/>
            </a:xfrm>
            <a:prstGeom prst="rect">
              <a:avLst/>
            </a:prstGeom>
            <a:solidFill>
              <a:srgbClr val="D4F1F5"/>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100" b="1" dirty="0">
                  <a:solidFill>
                    <a:srgbClr val="1D1D1A"/>
                  </a:solidFill>
                  <a:latin typeface="微软雅黑" panose="020B0503020204020204" pitchFamily="34" charset="-122"/>
                  <a:ea typeface="微软雅黑" panose="020B0503020204020204" pitchFamily="34" charset="-122"/>
                  <a:sym typeface="+mn-lt"/>
                </a:rPr>
                <a:t>液冷机柜</a:t>
              </a:r>
              <a:endParaRPr lang="en-US" altLang="zh-CN" sz="1100" b="1" dirty="0">
                <a:solidFill>
                  <a:srgbClr val="1D1D1A"/>
                </a:solidFill>
                <a:latin typeface="微软雅黑" panose="020B0503020204020204" pitchFamily="34" charset="-122"/>
                <a:ea typeface="微软雅黑" panose="020B0503020204020204" pitchFamily="34" charset="-122"/>
                <a:sym typeface="+mn-lt"/>
              </a:endParaRPr>
            </a:p>
            <a:p>
              <a:pPr algn="ctr" defTabSz="913765">
                <a:defRPr/>
              </a:pPr>
              <a:r>
                <a:rPr lang="en-US" altLang="zh-CN" sz="1050" dirty="0">
                  <a:solidFill>
                    <a:srgbClr val="C00000"/>
                  </a:solidFill>
                  <a:latin typeface="微软雅黑" panose="020B0503020204020204" pitchFamily="34" charset="-122"/>
                  <a:ea typeface="微软雅黑" panose="020B0503020204020204" pitchFamily="34" charset="-122"/>
                  <a:sym typeface="+mn-lt"/>
                </a:rPr>
                <a:t>Atlas 950 </a:t>
              </a:r>
              <a:r>
                <a:rPr lang="en-US" altLang="zh-CN" sz="1050" dirty="0" err="1">
                  <a:solidFill>
                    <a:srgbClr val="C00000"/>
                  </a:solidFill>
                  <a:latin typeface="微软雅黑" panose="020B0503020204020204" pitchFamily="34" charset="-122"/>
                  <a:ea typeface="微软雅黑" panose="020B0503020204020204" pitchFamily="34" charset="-122"/>
                  <a:sym typeface="+mn-lt"/>
                </a:rPr>
                <a:t>SuperPoD</a:t>
              </a:r>
              <a:endParaRPr lang="zh-CN" altLang="en-US" sz="1050" dirty="0">
                <a:solidFill>
                  <a:srgbClr val="C00000"/>
                </a:solidFill>
                <a:latin typeface="微软雅黑" panose="020B0503020204020204" pitchFamily="34" charset="-122"/>
                <a:ea typeface="微软雅黑" panose="020B0503020204020204" pitchFamily="34" charset="-122"/>
                <a:sym typeface="+mn-lt"/>
              </a:endParaRPr>
            </a:p>
          </p:txBody>
        </p:sp>
        <p:sp>
          <p:nvSpPr>
            <p:cNvPr id="76" name="矩形 75"/>
            <p:cNvSpPr/>
            <p:nvPr/>
          </p:nvSpPr>
          <p:spPr>
            <a:xfrm>
              <a:off x="2456465" y="5138685"/>
              <a:ext cx="767224" cy="290297"/>
            </a:xfrm>
            <a:prstGeom prst="rect">
              <a:avLst/>
            </a:prstGeom>
            <a:solidFill>
              <a:srgbClr val="D4F1F5"/>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900" dirty="0">
                  <a:solidFill>
                    <a:srgbClr val="C00000"/>
                  </a:solidFill>
                  <a:latin typeface="微软雅黑" panose="020B0503020204020204" pitchFamily="34" charset="-122"/>
                  <a:ea typeface="微软雅黑" panose="020B0503020204020204" pitchFamily="34" charset="-122"/>
                </a:rPr>
                <a:t>超节点灵衢总线平面</a:t>
              </a:r>
              <a:endParaRPr lang="zh-CN" altLang="en-US" sz="900" dirty="0">
                <a:solidFill>
                  <a:srgbClr val="C00000"/>
                </a:solidFill>
                <a:latin typeface="微软雅黑" panose="020B0503020204020204" pitchFamily="34" charset="-122"/>
                <a:ea typeface="微软雅黑" panose="020B0503020204020204" pitchFamily="34" charset="-122"/>
              </a:endParaRPr>
            </a:p>
          </p:txBody>
        </p:sp>
        <p:sp>
          <p:nvSpPr>
            <p:cNvPr id="70" name="矩形 69"/>
            <p:cNvSpPr/>
            <p:nvPr/>
          </p:nvSpPr>
          <p:spPr>
            <a:xfrm>
              <a:off x="5345812" y="5140622"/>
              <a:ext cx="973591" cy="286420"/>
            </a:xfrm>
            <a:prstGeom prst="rect">
              <a:avLst/>
            </a:prstGeom>
            <a:solidFill>
              <a:srgbClr val="0070C0"/>
            </a:solidFill>
            <a:ln>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900" dirty="0">
                  <a:solidFill>
                    <a:srgbClr val="1D1D1A"/>
                  </a:solidFill>
                  <a:latin typeface="微软雅黑" panose="020B0503020204020204" pitchFamily="34" charset="-122"/>
                  <a:ea typeface="微软雅黑" panose="020B0503020204020204" pitchFamily="34" charset="-122"/>
                </a:rPr>
                <a:t>管理平面</a:t>
              </a:r>
              <a:endParaRPr lang="zh-CN" altLang="en-US" sz="900" dirty="0">
                <a:solidFill>
                  <a:srgbClr val="1D1D1A"/>
                </a:solidFill>
                <a:latin typeface="微软雅黑" panose="020B0503020204020204" pitchFamily="34" charset="-122"/>
                <a:ea typeface="微软雅黑" panose="020B0503020204020204" pitchFamily="34" charset="-122"/>
              </a:endParaRPr>
            </a:p>
          </p:txBody>
        </p:sp>
        <p:sp>
          <p:nvSpPr>
            <p:cNvPr id="120" name="矩形 119"/>
            <p:cNvSpPr/>
            <p:nvPr/>
          </p:nvSpPr>
          <p:spPr>
            <a:xfrm>
              <a:off x="5916031" y="4460720"/>
              <a:ext cx="771227" cy="141821"/>
            </a:xfrm>
            <a:prstGeom prst="rect">
              <a:avLst/>
            </a:prstGeom>
            <a:solidFill>
              <a:srgbClr val="D4F1F5"/>
            </a:solidFill>
            <a:ln w="12700"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en-US" altLang="zh-CN" sz="1000" kern="0" dirty="0">
                  <a:solidFill>
                    <a:srgbClr val="1D1D1A"/>
                  </a:solidFill>
                  <a:latin typeface="微软雅黑" panose="020B0503020204020204" pitchFamily="34" charset="-122"/>
                  <a:ea typeface="微软雅黑" panose="020B0503020204020204" pitchFamily="34" charset="-122"/>
                  <a:sym typeface="Arial" panose="020B0604020202020204"/>
                </a:rPr>
                <a:t>HCCL</a:t>
              </a:r>
              <a:endParaRPr lang="zh-CN" altLang="en-US" sz="1000" kern="0" dirty="0">
                <a:solidFill>
                  <a:srgbClr val="1D1D1A"/>
                </a:solidFill>
                <a:latin typeface="微软雅黑" panose="020B0503020204020204" pitchFamily="34" charset="-122"/>
                <a:ea typeface="微软雅黑" panose="020B0503020204020204" pitchFamily="34" charset="-122"/>
                <a:sym typeface="Arial" panose="020B0604020202020204"/>
              </a:endParaRPr>
            </a:p>
          </p:txBody>
        </p:sp>
      </p:grpSp>
      <p:sp>
        <p:nvSpPr>
          <p:cNvPr id="122" name="矩形 121"/>
          <p:cNvSpPr/>
          <p:nvPr>
            <p:custDataLst>
              <p:tags r:id="rId1"/>
            </p:custDataLst>
          </p:nvPr>
        </p:nvSpPr>
        <p:spPr>
          <a:xfrm>
            <a:off x="9527886" y="485109"/>
            <a:ext cx="2541168" cy="6032261"/>
          </a:xfrm>
          <a:prstGeom prst="rect">
            <a:avLst/>
          </a:prstGeom>
          <a:noFill/>
          <a:ln w="9525" cap="flat" cmpd="sng" algn="ctr">
            <a:solidFill>
              <a:sysClr val="window" lastClr="FFFFFF">
                <a:lumMod val="85000"/>
              </a:sysClr>
            </a:solidFill>
            <a:prstDash val="solid"/>
          </a:ln>
          <a:effectLst/>
          <a:extLst>
            <a:ext uri="{909E8E84-426E-40DD-AFC4-6F175D3DCCD1}">
              <a14:hiddenFill xmlns:a14="http://schemas.microsoft.com/office/drawing/2010/main">
                <a:solidFill>
                  <a:schemeClr val="lt1"/>
                </a:solidFill>
              </a14:hiddenFill>
            </a:ext>
          </a:extLst>
        </p:spPr>
        <p:txBody>
          <a:bodyPr rtlCol="0" anchor="ctr"/>
          <a:lstStyle/>
          <a:p>
            <a:pPr defTabSz="913765" fontAlgn="base">
              <a:spcBef>
                <a:spcPct val="0"/>
              </a:spcBef>
              <a:spcAft>
                <a:spcPct val="0"/>
              </a:spcAft>
              <a:defRPr/>
            </a:pPr>
            <a:endParaRPr lang="zh-CN" altLang="en-US" sz="900" kern="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124" name="文本框 123"/>
          <p:cNvSpPr txBox="1"/>
          <p:nvPr>
            <p:custDataLst>
              <p:tags r:id="rId2"/>
            </p:custDataLst>
          </p:nvPr>
        </p:nvSpPr>
        <p:spPr>
          <a:xfrm>
            <a:off x="9495958" y="558437"/>
            <a:ext cx="2698600" cy="5878657"/>
          </a:xfrm>
          <a:prstGeom prst="rect">
            <a:avLst/>
          </a:prstGeom>
          <a:noFill/>
        </p:spPr>
        <p:txBody>
          <a:bodyPr wrap="square" rtlCol="0">
            <a:noAutofit/>
          </a:bodyPr>
          <a:lstStyle/>
          <a:p>
            <a:pPr algn="ctr" defTabSz="913765">
              <a:lnSpc>
                <a:spcPct val="150000"/>
              </a:lnSpc>
              <a:defRPr/>
            </a:pPr>
            <a:r>
              <a:rPr lang="zh-CN" altLang="en-US" sz="1600" b="1" kern="0" dirty="0">
                <a:solidFill>
                  <a:srgbClr val="212121"/>
                </a:solidFill>
                <a:latin typeface="微软雅黑" panose="020B0503020204020204" pitchFamily="34" charset="-122"/>
                <a:ea typeface="微软雅黑" panose="020B0503020204020204" pitchFamily="34" charset="-122"/>
                <a:cs typeface="+mn-ea"/>
                <a:sym typeface="+mn-lt"/>
              </a:rPr>
              <a:t>说明</a:t>
            </a:r>
            <a:endParaRPr lang="en-US" altLang="zh-CN" sz="16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1</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、智算区</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新一代</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950</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训练节点，支持低精度格式和</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1K</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超节点域，本项目</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期</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512</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卡，后扩容至</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1024</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卡</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② 无参数面</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③ 业务</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存储面合一，</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2*200G</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接入ZJ网络，通过专线使用远端存储</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④管理面接入</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ZJ MGT</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网络</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2</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、存储区</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使用远端存储</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3</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、业务及管理网络</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ZJ</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选型和设计，其中</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S0~S3</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使用华为交换机，其他部分为第三方交换机</a:t>
            </a:r>
            <a:endPar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rPr>
              <a:t>4</a:t>
            </a:r>
            <a:r>
              <a:rPr lang="zh-CN" altLang="en-US" sz="1200" b="1" kern="0" dirty="0">
                <a:solidFill>
                  <a:srgbClr val="212121"/>
                </a:solidFill>
                <a:latin typeface="微软雅黑" panose="020B0503020204020204" pitchFamily="34" charset="-122"/>
                <a:ea typeface="微软雅黑" panose="020B0503020204020204" pitchFamily="34" charset="-122"/>
                <a:cs typeface="+mn-ea"/>
                <a:sym typeface="+mn-lt"/>
              </a:rPr>
              <a:t>、机房及交付</a:t>
            </a:r>
            <a:endParaRPr lang="en-US" altLang="zh-CN" sz="1200" b="1" kern="0" dirty="0">
              <a:solidFill>
                <a:srgbClr val="212121"/>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① 华为</a:t>
            </a:r>
            <a:r>
              <a:rPr lang="zh-CN" altLang="en-US" sz="1200" kern="0" dirty="0">
                <a:solidFill>
                  <a:srgbClr val="1D1D1A"/>
                </a:solidFill>
                <a:latin typeface="微软雅黑" panose="020B0503020204020204" pitchFamily="34" charset="-122"/>
                <a:ea typeface="微软雅黑" panose="020B0503020204020204" pitchFamily="34" charset="-122"/>
                <a:cs typeface="+mn-ea"/>
                <a:sym typeface="+mn-lt"/>
              </a:rPr>
              <a:t>提供高密供电、高效散热、快速部署方案</a:t>
            </a:r>
            <a:endParaRPr lang="en-US" altLang="zh-CN" sz="1200" kern="0" dirty="0">
              <a:solidFill>
                <a:srgbClr val="1D1D1A"/>
              </a:solidFill>
              <a:latin typeface="微软雅黑" panose="020B0503020204020204" pitchFamily="34" charset="-122"/>
              <a:ea typeface="微软雅黑" panose="020B0503020204020204" pitchFamily="34" charset="-122"/>
              <a:cs typeface="+mn-ea"/>
              <a:sym typeface="+mn-lt"/>
            </a:endParaRPr>
          </a:p>
          <a:p>
            <a:pPr defTabSz="913765">
              <a:lnSpc>
                <a:spcPct val="150000"/>
              </a:lnSpc>
              <a:defRPr/>
            </a:pP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② 华为负责</a:t>
            </a:r>
            <a:r>
              <a:rPr lang="en-US" altLang="zh-CN" sz="1200" kern="0" dirty="0">
                <a:solidFill>
                  <a:srgbClr val="212121"/>
                </a:solidFill>
                <a:latin typeface="微软雅黑" panose="020B0503020204020204" pitchFamily="34" charset="-122"/>
                <a:ea typeface="微软雅黑" panose="020B0503020204020204" pitchFamily="34" charset="-122"/>
                <a:cs typeface="+mn-ea"/>
                <a:sym typeface="+mn-lt"/>
              </a:rPr>
              <a:t>SU</a:t>
            </a:r>
            <a:r>
              <a:rPr lang="zh-CN" altLang="en-US" sz="1200" kern="0" dirty="0">
                <a:solidFill>
                  <a:srgbClr val="212121"/>
                </a:solidFill>
                <a:latin typeface="微软雅黑" panose="020B0503020204020204" pitchFamily="34" charset="-122"/>
                <a:ea typeface="微软雅黑" panose="020B0503020204020204" pitchFamily="34" charset="-122"/>
                <a:cs typeface="+mn-ea"/>
                <a:sym typeface="+mn-lt"/>
              </a:rPr>
              <a:t>平面的交付、验证及调优</a:t>
            </a:r>
            <a:endParaRPr lang="en-US" altLang="zh-CN" sz="1200" kern="0" dirty="0">
              <a:solidFill>
                <a:srgbClr val="1D1D1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a:spLocks noGrp="1"/>
          </p:cNvSpPr>
          <p:nvPr>
            <p:ph type="title" idx="4294967295"/>
          </p:nvPr>
        </p:nvSpPr>
        <p:spPr>
          <a:xfrm>
            <a:off x="0" y="144463"/>
            <a:ext cx="8064500" cy="439737"/>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解决方案可交付性评审结论</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内容占位符 2"/>
          <p:cNvSpPr>
            <a:spLocks noGrp="1"/>
          </p:cNvSpPr>
          <p:nvPr>
            <p:ph idx="4294967295"/>
          </p:nvPr>
        </p:nvSpPr>
        <p:spPr>
          <a:xfrm>
            <a:off x="0" y="641350"/>
            <a:ext cx="10514013" cy="776288"/>
          </a:xfrm>
          <a:prstGeom prst="rect">
            <a:avLst/>
          </a:prstGeom>
        </p:spPr>
        <p:txBody>
          <a:bodyPr/>
          <a:lstStyle/>
          <a:p>
            <a:pPr marL="0" indent="0" eaLnBrk="1" hangingPunct="1">
              <a:lnSpc>
                <a:spcPct val="130000"/>
              </a:lnSpc>
              <a:buNone/>
              <a:defRPr/>
            </a:pPr>
            <a:r>
              <a:rPr lang="zh-CN" altLang="en-US" sz="154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540" kern="1200" dirty="0">
                <a:latin typeface="微软雅黑" panose="020B0503020204020204" pitchFamily="34" charset="-122"/>
                <a:ea typeface="微软雅黑" panose="020B0503020204020204" pitchFamily="34" charset="-122"/>
                <a:cs typeface="+mn-cs"/>
                <a:sym typeface="微软雅黑" panose="020B0503020204020204" pitchFamily="34" charset="-122"/>
              </a:rPr>
              <a:t>分别分析产品解决方案以及专业服务解决方案（</a:t>
            </a:r>
            <a:r>
              <a:rPr lang="en-US" altLang="zh-CN" sz="1540" kern="1200" dirty="0">
                <a:latin typeface="微软雅黑" panose="020B0503020204020204" pitchFamily="34" charset="-122"/>
                <a:ea typeface="微软雅黑" panose="020B0503020204020204" pitchFamily="34" charset="-122"/>
                <a:cs typeface="+mn-cs"/>
                <a:sym typeface="微软雅黑" panose="020B0503020204020204" pitchFamily="34" charset="-122"/>
              </a:rPr>
              <a:t>TMO</a:t>
            </a:r>
            <a:r>
              <a:rPr lang="zh-CN" altLang="en-US" sz="1540" kern="1200" dirty="0">
                <a:latin typeface="微软雅黑" panose="020B0503020204020204" pitchFamily="34" charset="-122"/>
                <a:ea typeface="微软雅黑" panose="020B0503020204020204" pitchFamily="34" charset="-122"/>
                <a:cs typeface="+mn-cs"/>
                <a:sym typeface="微软雅黑" panose="020B0503020204020204" pitchFamily="34" charset="-122"/>
              </a:rPr>
              <a:t>）可交付性的</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评审结论以及风险点的落实情况；</a:t>
            </a:r>
            <a:endPar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矩形 6"/>
          <p:cNvSpPr/>
          <p:nvPr/>
        </p:nvSpPr>
        <p:spPr>
          <a:xfrm>
            <a:off x="85587" y="999155"/>
            <a:ext cx="1984839" cy="874407"/>
          </a:xfrm>
          <a:prstGeom prst="rect">
            <a:avLst/>
          </a:prstGeom>
        </p:spPr>
        <p:txBody>
          <a:bodyPr wrap="none">
            <a:spAutoFit/>
          </a:bodyPr>
          <a:lstStyle/>
          <a:p>
            <a:pPr defTabSz="914400" fontAlgn="base">
              <a:lnSpc>
                <a:spcPct val="150000"/>
              </a:lnSpc>
              <a:spcBef>
                <a:spcPct val="0"/>
              </a:spcBef>
              <a:spcAft>
                <a:spcPct val="0"/>
              </a:spcAft>
              <a:defRPr/>
            </a:pPr>
            <a:r>
              <a:rPr lang="en-US" altLang="zh-CN"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DTRB</a:t>
            </a:r>
            <a:r>
              <a:rPr lang="zh-CN" altLang="en-US"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评审结论：</a:t>
            </a:r>
            <a:endParaRPr lang="en-US" altLang="zh-CN"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b="1" kern="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不通过</a:t>
            </a:r>
            <a:endParaRPr lang="zh-CN" altLang="en-US" sz="154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103572" y="1997019"/>
            <a:ext cx="2441694" cy="872034"/>
          </a:xfrm>
          <a:prstGeom prst="rect">
            <a:avLst/>
          </a:prstGeom>
        </p:spPr>
        <p:txBody>
          <a:bodyPr wrap="none">
            <a:spAutoFit/>
          </a:bodyPr>
          <a:lstStyle/>
          <a:p>
            <a:pPr defTabSz="914400" fontAlgn="base">
              <a:lnSpc>
                <a:spcPct val="150000"/>
              </a:lnSpc>
              <a:spcBef>
                <a:spcPct val="0"/>
              </a:spcBef>
              <a:spcAft>
                <a:spcPct val="0"/>
              </a:spcAft>
              <a:defRPr/>
            </a:pPr>
            <a:r>
              <a:rPr lang="en-US" altLang="zh-CN"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DTRB</a:t>
            </a:r>
            <a:r>
              <a:rPr lang="zh-CN" altLang="en-US"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评审风险状态：</a:t>
            </a:r>
            <a:endParaRPr lang="en-US" altLang="zh-CN"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sz="1600" b="1" i="1" kern="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2" name="表格 1"/>
          <p:cNvGraphicFramePr>
            <a:graphicFrameLocks noGrp="1"/>
          </p:cNvGraphicFramePr>
          <p:nvPr/>
        </p:nvGraphicFramePr>
        <p:xfrm>
          <a:off x="425116" y="2743199"/>
          <a:ext cx="11466095" cy="3115646"/>
        </p:xfrm>
        <a:graphic>
          <a:graphicData uri="http://schemas.openxmlformats.org/drawingml/2006/table">
            <a:tbl>
              <a:tblPr firstRow="1" firstCol="1" bandRow="1">
                <a:tableStyleId>{72833802-FEF1-4C79-8D5D-14CF1EAF98D9}</a:tableStyleId>
              </a:tblPr>
              <a:tblGrid>
                <a:gridCol w="573304"/>
                <a:gridCol w="2866524"/>
                <a:gridCol w="1605254"/>
                <a:gridCol w="6421013"/>
              </a:tblGrid>
              <a:tr h="333594">
                <a:tc>
                  <a:txBody>
                    <a:bodyPr/>
                    <a:lstStyle/>
                    <a:p>
                      <a:pPr latinLnBrk="1">
                        <a:spcAft>
                          <a:spcPts val="0"/>
                        </a:spcAft>
                      </a:pPr>
                      <a:r>
                        <a:rPr lang="zh-CN" sz="1200" kern="100" dirty="0">
                          <a:solidFill>
                            <a:srgbClr val="FFFFFF"/>
                          </a:solidFill>
                          <a:effectLst/>
                        </a:rPr>
                        <a:t>序号 </a:t>
                      </a:r>
                      <a:endParaRPr lang="zh-CN" sz="1200" kern="100" dirty="0">
                        <a:solidFill>
                          <a:srgbClr val="FFFFFF"/>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FFFF"/>
                          </a:solidFill>
                          <a:effectLst/>
                        </a:rPr>
                        <a:t>评审要素 </a:t>
                      </a:r>
                      <a:endParaRPr lang="zh-CN" sz="1200" kern="100" dirty="0">
                        <a:solidFill>
                          <a:srgbClr val="FFFFFF"/>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FFFF"/>
                          </a:solidFill>
                          <a:effectLst/>
                        </a:rPr>
                        <a:t>评审结论 </a:t>
                      </a:r>
                      <a:endParaRPr lang="zh-CN" sz="1200" kern="100" dirty="0">
                        <a:solidFill>
                          <a:srgbClr val="FFFFFF"/>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FFFF"/>
                          </a:solidFill>
                          <a:effectLst/>
                        </a:rPr>
                        <a:t>评审意见 </a:t>
                      </a:r>
                      <a:endParaRPr lang="zh-CN" sz="1200" kern="100" dirty="0">
                        <a:solidFill>
                          <a:srgbClr val="FFFFFF"/>
                        </a:solidFill>
                        <a:effectLst/>
                        <a:latin typeface="宋体" pitchFamily="2" charset="-122"/>
                        <a:ea typeface="宋体" pitchFamily="2" charset="-122"/>
                        <a:cs typeface="宋体" pitchFamily="2" charset="-122"/>
                      </a:endParaRPr>
                    </a:p>
                  </a:txBody>
                  <a:tcPr marL="9525" marR="9525" marT="9525" marB="9525" anchor="ctr"/>
                </a:tc>
              </a:tr>
              <a:tr h="635718">
                <a:tc>
                  <a:txBody>
                    <a:bodyPr/>
                    <a:lstStyle/>
                    <a:p>
                      <a:pPr latinLnBrk="1">
                        <a:spcAft>
                          <a:spcPts val="0"/>
                        </a:spcAft>
                      </a:pPr>
                      <a:r>
                        <a:rPr lang="en-US" sz="1200" kern="100">
                          <a:effectLst/>
                        </a:rPr>
                        <a:t>1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产品技术方案可交付性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0000"/>
                          </a:solidFill>
                          <a:effectLst/>
                        </a:rPr>
                        <a:t>不通过 </a:t>
                      </a:r>
                      <a:endParaRPr lang="zh-CN" sz="1200" kern="100" dirty="0">
                        <a:solidFill>
                          <a:srgbClr val="FF0000"/>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en-US" sz="1200" kern="100">
                          <a:effectLst/>
                        </a:rPr>
                        <a:t>A5 POD</a:t>
                      </a:r>
                      <a:r>
                        <a:rPr lang="zh-CN" sz="1200" kern="100">
                          <a:effectLst/>
                        </a:rPr>
                        <a:t>上电依赖的数字能源</a:t>
                      </a:r>
                      <a:r>
                        <a:rPr lang="en-US" sz="1200" kern="100">
                          <a:effectLst/>
                        </a:rPr>
                        <a:t>850KW CDU</a:t>
                      </a:r>
                      <a:r>
                        <a:rPr lang="zh-CN" sz="1200" kern="100">
                          <a:effectLst/>
                        </a:rPr>
                        <a:t>当前未</a:t>
                      </a:r>
                      <a:r>
                        <a:rPr lang="en-US" sz="1200" kern="100">
                          <a:effectLst/>
                        </a:rPr>
                        <a:t>TR5</a:t>
                      </a:r>
                      <a:r>
                        <a:rPr lang="zh-CN" sz="1200" kern="100">
                          <a:effectLst/>
                        </a:rPr>
                        <a:t>，无法满足设备按期成套集成上电需求。 </a:t>
                      </a:r>
                      <a:endParaRPr lang="zh-CN" sz="1200" kern="100">
                        <a:effectLst/>
                        <a:latin typeface="宋体" pitchFamily="2" charset="-122"/>
                        <a:ea typeface="宋体" pitchFamily="2" charset="-122"/>
                        <a:cs typeface="宋体" pitchFamily="2" charset="-122"/>
                      </a:endParaRPr>
                    </a:p>
                  </a:txBody>
                  <a:tcPr marL="9525" marR="9525" marT="9525" marB="9525" anchor="ctr"/>
                </a:tc>
              </a:tr>
              <a:tr h="635718">
                <a:tc>
                  <a:txBody>
                    <a:bodyPr/>
                    <a:lstStyle/>
                    <a:p>
                      <a:pPr latinLnBrk="1">
                        <a:spcAft>
                          <a:spcPts val="0"/>
                        </a:spcAft>
                      </a:pPr>
                      <a:r>
                        <a:rPr lang="en-US" sz="1200" kern="100">
                          <a:effectLst/>
                        </a:rPr>
                        <a:t>2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服务方案可交付性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0000"/>
                          </a:solidFill>
                          <a:effectLst/>
                        </a:rPr>
                        <a:t>不通过 </a:t>
                      </a:r>
                      <a:endParaRPr lang="zh-CN" sz="1200" kern="100" dirty="0">
                        <a:solidFill>
                          <a:srgbClr val="FF0000"/>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当前项目承诺绝对工期</a:t>
                      </a:r>
                      <a:r>
                        <a:rPr lang="en-US" sz="1200" kern="100">
                          <a:effectLst/>
                        </a:rPr>
                        <a:t>930</a:t>
                      </a:r>
                      <a:r>
                        <a:rPr lang="zh-CN" sz="1200" kern="100">
                          <a:effectLst/>
                        </a:rPr>
                        <a:t>完成交付，</a:t>
                      </a:r>
                      <a:r>
                        <a:rPr lang="en-US" sz="1200" kern="100">
                          <a:effectLst/>
                        </a:rPr>
                        <a:t>L1</a:t>
                      </a:r>
                      <a:r>
                        <a:rPr lang="zh-CN" sz="1200" kern="100">
                          <a:effectLst/>
                        </a:rPr>
                        <a:t>准备完成度及产品</a:t>
                      </a:r>
                      <a:r>
                        <a:rPr lang="en-US" sz="1200" kern="100">
                          <a:effectLst/>
                        </a:rPr>
                        <a:t>ESS</a:t>
                      </a:r>
                      <a:r>
                        <a:rPr lang="zh-CN" sz="1200" kern="100">
                          <a:effectLst/>
                        </a:rPr>
                        <a:t>发货风险极高，绝对工期为禁止条款。 </a:t>
                      </a:r>
                      <a:endParaRPr lang="zh-CN" sz="1200" kern="100">
                        <a:effectLst/>
                        <a:latin typeface="宋体" pitchFamily="2" charset="-122"/>
                        <a:ea typeface="宋体" pitchFamily="2" charset="-122"/>
                        <a:cs typeface="宋体" pitchFamily="2" charset="-122"/>
                      </a:endParaRPr>
                    </a:p>
                  </a:txBody>
                  <a:tcPr marL="9525" marR="9525" marT="9525" marB="9525" anchor="ctr"/>
                </a:tc>
              </a:tr>
              <a:tr h="377654">
                <a:tc>
                  <a:txBody>
                    <a:bodyPr/>
                    <a:lstStyle/>
                    <a:p>
                      <a:pPr latinLnBrk="1">
                        <a:spcAft>
                          <a:spcPts val="0"/>
                        </a:spcAft>
                      </a:pPr>
                      <a:r>
                        <a:rPr lang="en-US" sz="1200" kern="100">
                          <a:effectLst/>
                        </a:rPr>
                        <a:t>3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网络安全方案满足度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通过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当前按照标准组网方案已配置出口防火墙。 </a:t>
                      </a:r>
                      <a:endParaRPr lang="zh-CN" sz="1200" kern="100">
                        <a:effectLst/>
                        <a:latin typeface="宋体" pitchFamily="2" charset="-122"/>
                        <a:ea typeface="宋体" pitchFamily="2" charset="-122"/>
                        <a:cs typeface="宋体" pitchFamily="2" charset="-122"/>
                      </a:endParaRPr>
                    </a:p>
                  </a:txBody>
                  <a:tcPr marL="9525" marR="9525" marT="9525" marB="9525" anchor="ctr"/>
                </a:tc>
              </a:tr>
              <a:tr h="377654">
                <a:tc>
                  <a:txBody>
                    <a:bodyPr/>
                    <a:lstStyle/>
                    <a:p>
                      <a:pPr latinLnBrk="1">
                        <a:spcAft>
                          <a:spcPts val="0"/>
                        </a:spcAft>
                      </a:pPr>
                      <a:r>
                        <a:rPr lang="en-US" sz="1200" kern="100">
                          <a:effectLst/>
                        </a:rPr>
                        <a:t>4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业务连续性满足度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不涉及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不涉及 </a:t>
                      </a:r>
                      <a:endParaRPr lang="zh-CN" sz="1200" kern="100">
                        <a:effectLst/>
                        <a:latin typeface="宋体" pitchFamily="2" charset="-122"/>
                        <a:ea typeface="宋体" pitchFamily="2" charset="-122"/>
                        <a:cs typeface="宋体" pitchFamily="2" charset="-122"/>
                      </a:endParaRPr>
                    </a:p>
                  </a:txBody>
                  <a:tcPr marL="9525" marR="9525" marT="9525" marB="9525" anchor="ctr"/>
                </a:tc>
              </a:tr>
              <a:tr h="377654">
                <a:tc>
                  <a:txBody>
                    <a:bodyPr/>
                    <a:lstStyle/>
                    <a:p>
                      <a:pPr latinLnBrk="1">
                        <a:spcAft>
                          <a:spcPts val="0"/>
                        </a:spcAft>
                      </a:pPr>
                      <a:r>
                        <a:rPr lang="en-US" sz="1200" kern="100">
                          <a:effectLst/>
                        </a:rPr>
                        <a:t>5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专业服务配置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带条件通过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当前按照交付范围配置了下路集成专业服务，但是驻场服务尚未确定。 </a:t>
                      </a:r>
                      <a:endParaRPr lang="zh-CN" sz="1200" kern="100">
                        <a:effectLst/>
                        <a:latin typeface="宋体" pitchFamily="2" charset="-122"/>
                        <a:ea typeface="宋体" pitchFamily="2" charset="-122"/>
                        <a:cs typeface="宋体" pitchFamily="2" charset="-122"/>
                      </a:endParaRPr>
                    </a:p>
                  </a:txBody>
                  <a:tcPr marL="9525" marR="9525" marT="9525" marB="9525" anchor="ctr"/>
                </a:tc>
              </a:tr>
              <a:tr h="377654">
                <a:tc>
                  <a:txBody>
                    <a:bodyPr/>
                    <a:lstStyle/>
                    <a:p>
                      <a:pPr latinLnBrk="1">
                        <a:spcAft>
                          <a:spcPts val="0"/>
                        </a:spcAft>
                      </a:pPr>
                      <a:r>
                        <a:rPr lang="en-US" sz="1200" kern="100">
                          <a:effectLst/>
                        </a:rPr>
                        <a:t>6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a:effectLst/>
                        </a:rPr>
                        <a:t>硬件或软件版本早期发货</a:t>
                      </a:r>
                      <a:r>
                        <a:rPr lang="en-US" sz="1200" kern="100">
                          <a:effectLst/>
                        </a:rPr>
                        <a:t>(GA</a:t>
                      </a:r>
                      <a:r>
                        <a:rPr lang="zh-CN" sz="1200" kern="100">
                          <a:effectLst/>
                        </a:rPr>
                        <a:t>前</a:t>
                      </a:r>
                      <a:r>
                        <a:rPr lang="en-US" sz="1200" kern="100">
                          <a:effectLst/>
                        </a:rPr>
                        <a:t>) </a:t>
                      </a:r>
                      <a:endParaRPr lang="zh-CN" sz="1200" kern="100">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solidFill>
                            <a:srgbClr val="FF0000"/>
                          </a:solidFill>
                          <a:effectLst/>
                        </a:rPr>
                        <a:t>不通过 </a:t>
                      </a:r>
                      <a:endParaRPr lang="zh-CN" sz="1200" kern="100" dirty="0">
                        <a:solidFill>
                          <a:srgbClr val="FF0000"/>
                        </a:solidFill>
                        <a:effectLst/>
                        <a:latin typeface="宋体" pitchFamily="2" charset="-122"/>
                        <a:ea typeface="宋体" pitchFamily="2" charset="-122"/>
                        <a:cs typeface="宋体" pitchFamily="2" charset="-122"/>
                      </a:endParaRPr>
                    </a:p>
                  </a:txBody>
                  <a:tcPr marL="9525" marR="9525" marT="9525" marB="9525" anchor="ctr"/>
                </a:tc>
                <a:tc>
                  <a:txBody>
                    <a:bodyPr/>
                    <a:lstStyle/>
                    <a:p>
                      <a:pPr latinLnBrk="1">
                        <a:spcAft>
                          <a:spcPts val="0"/>
                        </a:spcAft>
                      </a:pPr>
                      <a:r>
                        <a:rPr lang="zh-CN" sz="1200" kern="100" dirty="0">
                          <a:effectLst/>
                        </a:rPr>
                        <a:t>当前设备尚未完成</a:t>
                      </a:r>
                      <a:r>
                        <a:rPr lang="en-US" sz="1200" kern="100" dirty="0">
                          <a:effectLst/>
                        </a:rPr>
                        <a:t>TR5</a:t>
                      </a:r>
                      <a:r>
                        <a:rPr lang="zh-CN" sz="1200" kern="100" dirty="0">
                          <a:effectLst/>
                        </a:rPr>
                        <a:t>，尚未进行</a:t>
                      </a:r>
                      <a:r>
                        <a:rPr lang="en-US" sz="1200" kern="100" dirty="0">
                          <a:effectLst/>
                        </a:rPr>
                        <a:t>ESS</a:t>
                      </a:r>
                      <a:r>
                        <a:rPr lang="zh-CN" sz="1200" kern="100" dirty="0">
                          <a:effectLst/>
                        </a:rPr>
                        <a:t>发货申请备案审批，无法保证设备货期。 </a:t>
                      </a:r>
                      <a:endParaRPr lang="zh-CN" sz="1200" kern="100" dirty="0">
                        <a:effectLst/>
                        <a:latin typeface="宋体" pitchFamily="2" charset="-122"/>
                        <a:ea typeface="宋体" pitchFamily="2" charset="-122"/>
                        <a:cs typeface="宋体" pitchFamily="2" charset="-122"/>
                      </a:endParaRPr>
                    </a:p>
                  </a:txBody>
                  <a:tcPr marL="9525" marR="9525" marT="9525" marB="9525" anchor="ctr"/>
                </a:tc>
              </a:tr>
            </a:tbl>
          </a:graphicData>
        </a:graphic>
      </p:graphicFrame>
      <p:graphicFrame>
        <p:nvGraphicFramePr>
          <p:cNvPr id="3" name="对象 2"/>
          <p:cNvGraphicFramePr>
            <a:graphicFrameLocks noChangeAspect="1"/>
          </p:cNvGraphicFramePr>
          <p:nvPr/>
        </p:nvGraphicFramePr>
        <p:xfrm>
          <a:off x="3672138" y="1598584"/>
          <a:ext cx="8861425" cy="514350"/>
        </p:xfrm>
        <a:graphic>
          <a:graphicData uri="http://schemas.openxmlformats.org/presentationml/2006/ole">
            <mc:AlternateContent xmlns:mc="http://schemas.openxmlformats.org/markup-compatibility/2006">
              <mc:Choice xmlns:v="urn:schemas-microsoft-com:vml" Requires="v">
                <p:oleObj spid="_x0000_s28724" name="包装程序外壳对象" showAsIcon="1" r:id="rId1" imgW="7489190" imgH="434975" progId="Package">
                  <p:embed/>
                </p:oleObj>
              </mc:Choice>
              <mc:Fallback>
                <p:oleObj name="包装程序外壳对象" showAsIcon="1" r:id="rId1" imgW="7489190" imgH="434975" progId="Package">
                  <p:embed/>
                  <p:pic>
                    <p:nvPicPr>
                      <p:cNvPr id="0" name="图片 28691"/>
                      <p:cNvPicPr/>
                      <p:nvPr/>
                    </p:nvPicPr>
                    <p:blipFill>
                      <a:blip r:embed="rId2"/>
                      <a:stretch>
                        <a:fillRect/>
                      </a:stretch>
                    </p:blipFill>
                    <p:spPr>
                      <a:xfrm>
                        <a:off x="3672138" y="1598584"/>
                        <a:ext cx="8861425" cy="514350"/>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 name="矩形 948"/>
          <p:cNvSpPr/>
          <p:nvPr/>
        </p:nvSpPr>
        <p:spPr>
          <a:xfrm>
            <a:off x="83881" y="562900"/>
            <a:ext cx="8818549" cy="3893348"/>
          </a:xfrm>
          <a:prstGeom prst="rect">
            <a:avLst/>
          </a:prstGeom>
          <a:solidFill>
            <a:schemeClr val="accent5">
              <a:lumMod val="60000"/>
              <a:lumOff val="40000"/>
            </a:schemeClr>
          </a:solidFill>
          <a:ln w="25400" cap="flat" cmpd="sng" algn="ctr">
            <a:noFill/>
            <a:prstDash val="solid"/>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endParaRPr lang="zh-CN" altLang="en-US" sz="2400" kern="0" dirty="0">
              <a:solidFill>
                <a:srgbClr val="666666"/>
              </a:solidFill>
              <a:latin typeface="微软雅黑"/>
              <a:ea typeface="微软雅黑"/>
              <a:cs typeface="+mn-ea"/>
              <a:sym typeface="+mn-lt"/>
            </a:endParaRPr>
          </a:p>
        </p:txBody>
      </p:sp>
      <p:sp>
        <p:nvSpPr>
          <p:cNvPr id="6" name="文本框 12"/>
          <p:cNvSpPr txBox="1"/>
          <p:nvPr/>
        </p:nvSpPr>
        <p:spPr bwMode="auto">
          <a:xfrm>
            <a:off x="170592" y="-17963"/>
            <a:ext cx="8974018" cy="492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84" tIns="45642" rIns="91284" bIns="45642">
            <a:spAutoFit/>
          </a:bodyPr>
          <a:lstStyle>
            <a:lvl1pPr>
              <a:defRPr>
                <a:solidFill>
                  <a:schemeClr val="tx1"/>
                </a:solidFill>
                <a:latin typeface="Calibri"/>
                <a:ea typeface="宋体" pitchFamily="2" charset="-122"/>
              </a:defRPr>
            </a:lvl1pPr>
            <a:lvl2pPr marL="742950" indent="-285750">
              <a:defRPr>
                <a:solidFill>
                  <a:schemeClr val="tx1"/>
                </a:solidFill>
                <a:latin typeface="Calibri"/>
                <a:ea typeface="宋体" pitchFamily="2" charset="-122"/>
              </a:defRPr>
            </a:lvl2pPr>
            <a:lvl3pPr marL="1143000" indent="-228600">
              <a:defRPr>
                <a:solidFill>
                  <a:schemeClr val="tx1"/>
                </a:solidFill>
                <a:latin typeface="Calibri"/>
                <a:ea typeface="宋体" pitchFamily="2" charset="-122"/>
              </a:defRPr>
            </a:lvl3pPr>
            <a:lvl4pPr marL="1600200" indent="-228600">
              <a:defRPr>
                <a:solidFill>
                  <a:schemeClr val="tx1"/>
                </a:solidFill>
                <a:latin typeface="Calibri"/>
                <a:ea typeface="宋体" pitchFamily="2" charset="-122"/>
              </a:defRPr>
            </a:lvl4pPr>
            <a:lvl5pPr marL="2057400" indent="-228600">
              <a:defRPr>
                <a:solidFill>
                  <a:schemeClr val="tx1"/>
                </a:solidFill>
                <a:latin typeface="Calibri"/>
                <a:ea typeface="宋体" pitchFamily="2" charset="-122"/>
              </a:defRPr>
            </a:lvl5pPr>
            <a:lvl6pPr marL="2514600" indent="-228600" eaLnBrk="0" fontAlgn="base" hangingPunct="0">
              <a:spcBef>
                <a:spcPct val="0"/>
              </a:spcBef>
              <a:spcAft>
                <a:spcPct val="0"/>
              </a:spcAft>
              <a:buFont typeface="Arial" panose="02080604020202020204" pitchFamily="34" charset="0"/>
              <a:defRPr>
                <a:solidFill>
                  <a:schemeClr val="tx1"/>
                </a:solidFill>
                <a:latin typeface="Calibri"/>
                <a:ea typeface="宋体" pitchFamily="2" charset="-122"/>
              </a:defRPr>
            </a:lvl6pPr>
            <a:lvl7pPr marL="2971800" indent="-228600" eaLnBrk="0" fontAlgn="base" hangingPunct="0">
              <a:spcBef>
                <a:spcPct val="0"/>
              </a:spcBef>
              <a:spcAft>
                <a:spcPct val="0"/>
              </a:spcAft>
              <a:buFont typeface="Arial" panose="02080604020202020204" pitchFamily="34" charset="0"/>
              <a:defRPr>
                <a:solidFill>
                  <a:schemeClr val="tx1"/>
                </a:solidFill>
                <a:latin typeface="Calibri"/>
                <a:ea typeface="宋体" pitchFamily="2" charset="-122"/>
              </a:defRPr>
            </a:lvl7pPr>
            <a:lvl8pPr marL="3429000" indent="-228600" eaLnBrk="0" fontAlgn="base" hangingPunct="0">
              <a:spcBef>
                <a:spcPct val="0"/>
              </a:spcBef>
              <a:spcAft>
                <a:spcPct val="0"/>
              </a:spcAft>
              <a:buFont typeface="Arial" panose="02080604020202020204" pitchFamily="34" charset="0"/>
              <a:defRPr>
                <a:solidFill>
                  <a:schemeClr val="tx1"/>
                </a:solidFill>
                <a:latin typeface="Calibri"/>
                <a:ea typeface="宋体" pitchFamily="2" charset="-122"/>
              </a:defRPr>
            </a:lvl8pPr>
            <a:lvl9pPr marL="3886200" indent="-228600" eaLnBrk="0" fontAlgn="base" hangingPunct="0">
              <a:spcBef>
                <a:spcPct val="0"/>
              </a:spcBef>
              <a:spcAft>
                <a:spcPct val="0"/>
              </a:spcAft>
              <a:buFont typeface="Arial" panose="02080604020202020204" pitchFamily="34" charset="0"/>
              <a:defRPr>
                <a:solidFill>
                  <a:schemeClr val="tx1"/>
                </a:solidFill>
                <a:latin typeface="Calibri"/>
                <a:ea typeface="宋体" pitchFamily="2" charset="-122"/>
              </a:defRPr>
            </a:lvl9pPr>
          </a:lstStyle>
          <a:p>
            <a:pPr defTabSz="913765" fontAlgn="base">
              <a:lnSpc>
                <a:spcPts val="3440"/>
              </a:lnSpc>
              <a:spcBef>
                <a:spcPct val="0"/>
              </a:spcBef>
              <a:spcAft>
                <a:spcPct val="0"/>
              </a:spcAft>
              <a:defRPr/>
            </a:pPr>
            <a:r>
              <a:rPr lang="zh-CN" altLang="en-US" sz="2400" b="1" dirty="0">
                <a:solidFill>
                  <a:srgbClr val="C00000"/>
                </a:solidFill>
                <a:latin typeface="微软雅黑" panose="020B0503020204020204" pitchFamily="34" charset="-122"/>
                <a:ea typeface="微软雅黑" panose="020B0503020204020204" pitchFamily="34" charset="-122"/>
              </a:rPr>
              <a:t>项目整体组网拓扑</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grpSp>
        <p:nvGrpSpPr>
          <p:cNvPr id="666" name="组合 665"/>
          <p:cNvGrpSpPr/>
          <p:nvPr/>
        </p:nvGrpSpPr>
        <p:grpSpPr>
          <a:xfrm>
            <a:off x="3631468" y="1305283"/>
            <a:ext cx="5316009" cy="3127656"/>
            <a:chOff x="3006708" y="1569302"/>
            <a:chExt cx="5317240" cy="3411670"/>
          </a:xfrm>
        </p:grpSpPr>
        <p:grpSp>
          <p:nvGrpSpPr>
            <p:cNvPr id="420" name="组合 419"/>
            <p:cNvGrpSpPr/>
            <p:nvPr/>
          </p:nvGrpSpPr>
          <p:grpSpPr>
            <a:xfrm>
              <a:off x="3006708" y="1569302"/>
              <a:ext cx="4933891" cy="3351864"/>
              <a:chOff x="1344465" y="440158"/>
              <a:chExt cx="8443642" cy="4541300"/>
            </a:xfrm>
          </p:grpSpPr>
          <p:cxnSp>
            <p:nvCxnSpPr>
              <p:cNvPr id="4" name="直接连接符 3"/>
              <p:cNvCxnSpPr>
                <a:stCxn id="44" idx="0"/>
                <a:endCxn id="40" idx="2"/>
              </p:cNvCxnSpPr>
              <p:nvPr>
                <p:custDataLst>
                  <p:tags r:id="rId1"/>
                </p:custDataLst>
              </p:nvPr>
            </p:nvCxnSpPr>
            <p:spPr>
              <a:xfrm flipV="1">
                <a:off x="1852265" y="3943628"/>
                <a:ext cx="0"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a:stCxn id="45" idx="0"/>
                <a:endCxn id="40" idx="2"/>
              </p:cNvCxnSpPr>
              <p:nvPr>
                <p:custDataLst>
                  <p:tags r:id="rId2"/>
                </p:custDataLst>
              </p:nvPr>
            </p:nvCxnSpPr>
            <p:spPr>
              <a:xfrm flipH="1" flipV="1">
                <a:off x="1852265"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46" idx="0"/>
                <a:endCxn id="40" idx="2"/>
              </p:cNvCxnSpPr>
              <p:nvPr>
                <p:custDataLst>
                  <p:tags r:id="rId3"/>
                </p:custDataLst>
              </p:nvPr>
            </p:nvCxnSpPr>
            <p:spPr>
              <a:xfrm flipH="1" flipV="1">
                <a:off x="1852265" y="3943628"/>
                <a:ext cx="1332538"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48" idx="0"/>
                <a:endCxn id="40" idx="2"/>
              </p:cNvCxnSpPr>
              <p:nvPr>
                <p:custDataLst>
                  <p:tags r:id="rId4"/>
                </p:custDataLst>
              </p:nvPr>
            </p:nvCxnSpPr>
            <p:spPr>
              <a:xfrm flipH="1" flipV="1">
                <a:off x="1852265"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a:stCxn id="44" idx="0"/>
                <a:endCxn id="41" idx="2"/>
              </p:cNvCxnSpPr>
              <p:nvPr>
                <p:custDataLst>
                  <p:tags r:id="rId5"/>
                </p:custDataLst>
              </p:nvPr>
            </p:nvCxnSpPr>
            <p:spPr>
              <a:xfrm flipV="1">
                <a:off x="1852265" y="3943628"/>
                <a:ext cx="666269"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44" idx="0"/>
                <a:endCxn id="42" idx="2"/>
              </p:cNvCxnSpPr>
              <p:nvPr>
                <p:custDataLst>
                  <p:tags r:id="rId6"/>
                </p:custDataLst>
              </p:nvPr>
            </p:nvCxnSpPr>
            <p:spPr>
              <a:xfrm flipV="1">
                <a:off x="1852265" y="3943628"/>
                <a:ext cx="1332538"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a:stCxn id="44" idx="0"/>
                <a:endCxn id="43" idx="2"/>
              </p:cNvCxnSpPr>
              <p:nvPr>
                <p:custDataLst>
                  <p:tags r:id="rId7"/>
                </p:custDataLst>
              </p:nvPr>
            </p:nvCxnSpPr>
            <p:spPr>
              <a:xfrm flipV="1">
                <a:off x="1852265"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a:stCxn id="45" idx="0"/>
                <a:endCxn id="41" idx="2"/>
              </p:cNvCxnSpPr>
              <p:nvPr>
                <p:custDataLst>
                  <p:tags r:id="rId8"/>
                </p:custDataLst>
              </p:nvPr>
            </p:nvCxnSpPr>
            <p:spPr>
              <a:xfrm flipV="1">
                <a:off x="2518534" y="3943628"/>
                <a:ext cx="0"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a:stCxn id="46" idx="0"/>
                <a:endCxn id="41" idx="2"/>
              </p:cNvCxnSpPr>
              <p:nvPr>
                <p:custDataLst>
                  <p:tags r:id="rId9"/>
                </p:custDataLst>
              </p:nvPr>
            </p:nvCxnSpPr>
            <p:spPr>
              <a:xfrm flipH="1" flipV="1">
                <a:off x="2518534"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9" name="直接连接符 28"/>
              <p:cNvCxnSpPr>
                <a:stCxn id="48" idx="0"/>
                <a:endCxn id="41" idx="2"/>
              </p:cNvCxnSpPr>
              <p:nvPr>
                <p:custDataLst>
                  <p:tags r:id="rId10"/>
                </p:custDataLst>
              </p:nvPr>
            </p:nvCxnSpPr>
            <p:spPr>
              <a:xfrm flipH="1" flipV="1">
                <a:off x="2518534"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a:stCxn id="45" idx="0"/>
                <a:endCxn id="42" idx="2"/>
              </p:cNvCxnSpPr>
              <p:nvPr>
                <p:custDataLst>
                  <p:tags r:id="rId11"/>
                </p:custDataLst>
              </p:nvPr>
            </p:nvCxnSpPr>
            <p:spPr>
              <a:xfrm flipV="1">
                <a:off x="2518534"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a:stCxn id="46" idx="0"/>
                <a:endCxn id="42" idx="2"/>
              </p:cNvCxnSpPr>
              <p:nvPr>
                <p:custDataLst>
                  <p:tags r:id="rId12"/>
                </p:custDataLst>
              </p:nvPr>
            </p:nvCxnSpPr>
            <p:spPr>
              <a:xfrm flipV="1">
                <a:off x="3184803"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3" name="直接连接符 32"/>
              <p:cNvCxnSpPr>
                <a:stCxn id="48" idx="0"/>
                <a:endCxn id="42" idx="2"/>
              </p:cNvCxnSpPr>
              <p:nvPr>
                <p:custDataLst>
                  <p:tags r:id="rId13"/>
                </p:custDataLst>
              </p:nvPr>
            </p:nvCxnSpPr>
            <p:spPr>
              <a:xfrm flipH="1" flipV="1">
                <a:off x="3184803"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45" idx="0"/>
                <a:endCxn id="43" idx="2"/>
              </p:cNvCxnSpPr>
              <p:nvPr>
                <p:custDataLst>
                  <p:tags r:id="rId14"/>
                </p:custDataLst>
              </p:nvPr>
            </p:nvCxnSpPr>
            <p:spPr>
              <a:xfrm flipV="1">
                <a:off x="2518534"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 name="直接连接符 36"/>
              <p:cNvCxnSpPr>
                <a:stCxn id="46" idx="0"/>
                <a:endCxn id="43" idx="2"/>
              </p:cNvCxnSpPr>
              <p:nvPr>
                <p:custDataLst>
                  <p:tags r:id="rId15"/>
                </p:custDataLst>
              </p:nvPr>
            </p:nvCxnSpPr>
            <p:spPr>
              <a:xfrm flipV="1">
                <a:off x="3184803"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9" name="直接连接符 38"/>
              <p:cNvCxnSpPr>
                <a:stCxn id="48" idx="0"/>
                <a:endCxn id="43" idx="2"/>
              </p:cNvCxnSpPr>
              <p:nvPr>
                <p:custDataLst>
                  <p:tags r:id="rId16"/>
                </p:custDataLst>
              </p:nvPr>
            </p:nvCxnSpPr>
            <p:spPr>
              <a:xfrm flipV="1">
                <a:off x="3851072"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pic>
            <p:nvPicPr>
              <p:cNvPr id="40" name="图片 39" descr="CE12800交换机-蓝.png"/>
              <p:cNvPicPr>
                <a:picLocks noChangeAspect="1"/>
              </p:cNvPicPr>
              <p:nvPr>
                <p:custDataLst>
                  <p:tags r:id="rId17"/>
                </p:custDataLst>
              </p:nvPr>
            </p:nvPicPr>
            <p:blipFill>
              <a:blip r:embed="rId18" cstate="print"/>
              <a:stretch>
                <a:fillRect/>
              </a:stretch>
            </p:blipFill>
            <p:spPr>
              <a:xfrm>
                <a:off x="1668072" y="3653366"/>
                <a:ext cx="367750" cy="290262"/>
              </a:xfrm>
              <a:prstGeom prst="rect">
                <a:avLst/>
              </a:prstGeom>
            </p:spPr>
          </p:pic>
          <p:pic>
            <p:nvPicPr>
              <p:cNvPr id="41" name="图片 40" descr="CE12800交换机-蓝.png"/>
              <p:cNvPicPr>
                <a:picLocks noChangeAspect="1"/>
              </p:cNvPicPr>
              <p:nvPr>
                <p:custDataLst>
                  <p:tags r:id="rId19"/>
                </p:custDataLst>
              </p:nvPr>
            </p:nvPicPr>
            <p:blipFill>
              <a:blip r:embed="rId18" cstate="print"/>
              <a:stretch>
                <a:fillRect/>
              </a:stretch>
            </p:blipFill>
            <p:spPr>
              <a:xfrm>
                <a:off x="2334342" y="3653366"/>
                <a:ext cx="367750" cy="290262"/>
              </a:xfrm>
              <a:prstGeom prst="rect">
                <a:avLst/>
              </a:prstGeom>
            </p:spPr>
          </p:pic>
          <p:pic>
            <p:nvPicPr>
              <p:cNvPr id="42" name="图片 41" descr="CE12800交换机-蓝.png"/>
              <p:cNvPicPr>
                <a:picLocks noChangeAspect="1"/>
              </p:cNvPicPr>
              <p:nvPr>
                <p:custDataLst>
                  <p:tags r:id="rId20"/>
                </p:custDataLst>
              </p:nvPr>
            </p:nvPicPr>
            <p:blipFill>
              <a:blip r:embed="rId18" cstate="print"/>
              <a:stretch>
                <a:fillRect/>
              </a:stretch>
            </p:blipFill>
            <p:spPr>
              <a:xfrm>
                <a:off x="3000611" y="3653366"/>
                <a:ext cx="367750" cy="290262"/>
              </a:xfrm>
              <a:prstGeom prst="rect">
                <a:avLst/>
              </a:prstGeom>
            </p:spPr>
          </p:pic>
          <p:pic>
            <p:nvPicPr>
              <p:cNvPr id="43" name="图片 42" descr="CE12800交换机-蓝.png"/>
              <p:cNvPicPr>
                <a:picLocks noChangeAspect="1"/>
              </p:cNvPicPr>
              <p:nvPr>
                <p:custDataLst>
                  <p:tags r:id="rId21"/>
                </p:custDataLst>
              </p:nvPr>
            </p:nvPicPr>
            <p:blipFill>
              <a:blip r:embed="rId18" cstate="print"/>
              <a:stretch>
                <a:fillRect/>
              </a:stretch>
            </p:blipFill>
            <p:spPr>
              <a:xfrm>
                <a:off x="3666880" y="3653366"/>
                <a:ext cx="367750" cy="290262"/>
              </a:xfrm>
              <a:prstGeom prst="rect">
                <a:avLst/>
              </a:prstGeom>
            </p:spPr>
          </p:pic>
          <p:pic>
            <p:nvPicPr>
              <p:cNvPr id="44" name="图片 43" descr="TOR交换机-蓝.png"/>
              <p:cNvPicPr>
                <a:picLocks noChangeAspect="1"/>
              </p:cNvPicPr>
              <p:nvPr>
                <p:custDataLst>
                  <p:tags r:id="rId22"/>
                </p:custDataLst>
              </p:nvPr>
            </p:nvPicPr>
            <p:blipFill>
              <a:blip r:embed="rId23" cstate="print"/>
              <a:stretch>
                <a:fillRect/>
              </a:stretch>
            </p:blipFill>
            <p:spPr>
              <a:xfrm>
                <a:off x="1668072" y="4689926"/>
                <a:ext cx="368385" cy="291532"/>
              </a:xfrm>
              <a:prstGeom prst="rect">
                <a:avLst/>
              </a:prstGeom>
            </p:spPr>
          </p:pic>
          <p:pic>
            <p:nvPicPr>
              <p:cNvPr id="45" name="图片 44" descr="TOR交换机-蓝.png"/>
              <p:cNvPicPr>
                <a:picLocks noChangeAspect="1"/>
              </p:cNvPicPr>
              <p:nvPr>
                <p:custDataLst>
                  <p:tags r:id="rId24"/>
                </p:custDataLst>
              </p:nvPr>
            </p:nvPicPr>
            <p:blipFill>
              <a:blip r:embed="rId23" cstate="print"/>
              <a:stretch>
                <a:fillRect/>
              </a:stretch>
            </p:blipFill>
            <p:spPr>
              <a:xfrm>
                <a:off x="2334341" y="4689926"/>
                <a:ext cx="368385" cy="291532"/>
              </a:xfrm>
              <a:prstGeom prst="rect">
                <a:avLst/>
              </a:prstGeom>
            </p:spPr>
          </p:pic>
          <p:pic>
            <p:nvPicPr>
              <p:cNvPr id="46" name="图片 45" descr="TOR交换机-蓝.png"/>
              <p:cNvPicPr>
                <a:picLocks noChangeAspect="1"/>
              </p:cNvPicPr>
              <p:nvPr>
                <p:custDataLst>
                  <p:tags r:id="rId25"/>
                </p:custDataLst>
              </p:nvPr>
            </p:nvPicPr>
            <p:blipFill>
              <a:blip r:embed="rId23" cstate="print"/>
              <a:stretch>
                <a:fillRect/>
              </a:stretch>
            </p:blipFill>
            <p:spPr>
              <a:xfrm>
                <a:off x="3000610" y="4689926"/>
                <a:ext cx="368385" cy="291532"/>
              </a:xfrm>
              <a:prstGeom prst="rect">
                <a:avLst/>
              </a:prstGeom>
            </p:spPr>
          </p:pic>
          <p:pic>
            <p:nvPicPr>
              <p:cNvPr id="48" name="图片 47" descr="TOR交换机-蓝.png"/>
              <p:cNvPicPr>
                <a:picLocks noChangeAspect="1"/>
              </p:cNvPicPr>
              <p:nvPr>
                <p:custDataLst>
                  <p:tags r:id="rId26"/>
                </p:custDataLst>
              </p:nvPr>
            </p:nvPicPr>
            <p:blipFill>
              <a:blip r:embed="rId23" cstate="print"/>
              <a:stretch>
                <a:fillRect/>
              </a:stretch>
            </p:blipFill>
            <p:spPr>
              <a:xfrm>
                <a:off x="3666880" y="4689926"/>
                <a:ext cx="368385" cy="291532"/>
              </a:xfrm>
              <a:prstGeom prst="rect">
                <a:avLst/>
              </a:prstGeom>
            </p:spPr>
          </p:pic>
          <p:cxnSp>
            <p:nvCxnSpPr>
              <p:cNvPr id="49" name="直接连接符 48"/>
              <p:cNvCxnSpPr>
                <a:stCxn id="137" idx="0"/>
                <a:endCxn id="132" idx="2"/>
              </p:cNvCxnSpPr>
              <p:nvPr>
                <p:custDataLst>
                  <p:tags r:id="rId27"/>
                </p:custDataLst>
              </p:nvPr>
            </p:nvCxnSpPr>
            <p:spPr>
              <a:xfrm flipV="1">
                <a:off x="4517341"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138" idx="0"/>
                <a:endCxn id="132" idx="2"/>
              </p:cNvCxnSpPr>
              <p:nvPr>
                <p:custDataLst>
                  <p:tags r:id="rId28"/>
                </p:custDataLst>
              </p:nvPr>
            </p:nvCxnSpPr>
            <p:spPr>
              <a:xfrm flipH="1" flipV="1">
                <a:off x="4517342"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2" name="直接连接符 51"/>
              <p:cNvCxnSpPr>
                <a:stCxn id="139" idx="0"/>
                <a:endCxn id="132" idx="2"/>
              </p:cNvCxnSpPr>
              <p:nvPr>
                <p:custDataLst>
                  <p:tags r:id="rId29"/>
                </p:custDataLst>
              </p:nvPr>
            </p:nvCxnSpPr>
            <p:spPr>
              <a:xfrm flipH="1" flipV="1">
                <a:off x="4517341"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a:stCxn id="141" idx="0"/>
                <a:endCxn id="132" idx="2"/>
              </p:cNvCxnSpPr>
              <p:nvPr>
                <p:custDataLst>
                  <p:tags r:id="rId30"/>
                </p:custDataLst>
              </p:nvPr>
            </p:nvCxnSpPr>
            <p:spPr>
              <a:xfrm flipH="1" flipV="1">
                <a:off x="4517342"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a:stCxn id="137" idx="0"/>
                <a:endCxn id="133" idx="2"/>
              </p:cNvCxnSpPr>
              <p:nvPr>
                <p:custDataLst>
                  <p:tags r:id="rId31"/>
                </p:custDataLst>
              </p:nvPr>
            </p:nvCxnSpPr>
            <p:spPr>
              <a:xfrm flipV="1">
                <a:off x="4517342"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137" idx="0"/>
                <a:endCxn id="134" idx="2"/>
              </p:cNvCxnSpPr>
              <p:nvPr>
                <p:custDataLst>
                  <p:tags r:id="rId32"/>
                </p:custDataLst>
              </p:nvPr>
            </p:nvCxnSpPr>
            <p:spPr>
              <a:xfrm flipV="1">
                <a:off x="4517341"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137" idx="0"/>
                <a:endCxn id="136" idx="2"/>
              </p:cNvCxnSpPr>
              <p:nvPr>
                <p:custDataLst>
                  <p:tags r:id="rId33"/>
                </p:custDataLst>
              </p:nvPr>
            </p:nvCxnSpPr>
            <p:spPr>
              <a:xfrm flipV="1">
                <a:off x="4517342"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8" name="直接连接符 57"/>
              <p:cNvCxnSpPr>
                <a:stCxn id="138" idx="0"/>
                <a:endCxn id="133" idx="2"/>
              </p:cNvCxnSpPr>
              <p:nvPr>
                <p:custDataLst>
                  <p:tags r:id="rId34"/>
                </p:custDataLst>
              </p:nvPr>
            </p:nvCxnSpPr>
            <p:spPr>
              <a:xfrm flipV="1">
                <a:off x="5183610"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139" idx="0"/>
                <a:endCxn id="133" idx="2"/>
              </p:cNvCxnSpPr>
              <p:nvPr>
                <p:custDataLst>
                  <p:tags r:id="rId35"/>
                </p:custDataLst>
              </p:nvPr>
            </p:nvCxnSpPr>
            <p:spPr>
              <a:xfrm flipH="1" flipV="1">
                <a:off x="5183611"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0" name="直接连接符 59"/>
              <p:cNvCxnSpPr>
                <a:stCxn id="141" idx="0"/>
                <a:endCxn id="133" idx="2"/>
              </p:cNvCxnSpPr>
              <p:nvPr>
                <p:custDataLst>
                  <p:tags r:id="rId36"/>
                </p:custDataLst>
              </p:nvPr>
            </p:nvCxnSpPr>
            <p:spPr>
              <a:xfrm flipH="1" flipV="1">
                <a:off x="5183611"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1" name="直接连接符 60"/>
              <p:cNvCxnSpPr>
                <a:stCxn id="138" idx="0"/>
                <a:endCxn id="134" idx="2"/>
              </p:cNvCxnSpPr>
              <p:nvPr>
                <p:custDataLst>
                  <p:tags r:id="rId37"/>
                </p:custDataLst>
              </p:nvPr>
            </p:nvCxnSpPr>
            <p:spPr>
              <a:xfrm flipV="1">
                <a:off x="5183611"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2" name="直接连接符 61"/>
              <p:cNvCxnSpPr>
                <a:stCxn id="139" idx="0"/>
                <a:endCxn id="134" idx="2"/>
              </p:cNvCxnSpPr>
              <p:nvPr>
                <p:custDataLst>
                  <p:tags r:id="rId38"/>
                </p:custDataLst>
              </p:nvPr>
            </p:nvCxnSpPr>
            <p:spPr>
              <a:xfrm flipV="1">
                <a:off x="5849880"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3" name="直接连接符 62"/>
              <p:cNvCxnSpPr>
                <a:stCxn id="141" idx="0"/>
                <a:endCxn id="134" idx="2"/>
              </p:cNvCxnSpPr>
              <p:nvPr>
                <p:custDataLst>
                  <p:tags r:id="rId39"/>
                </p:custDataLst>
              </p:nvPr>
            </p:nvCxnSpPr>
            <p:spPr>
              <a:xfrm flipH="1" flipV="1">
                <a:off x="5849880"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29" name="直接连接符 128"/>
              <p:cNvCxnSpPr>
                <a:stCxn id="138" idx="0"/>
                <a:endCxn id="136" idx="2"/>
              </p:cNvCxnSpPr>
              <p:nvPr>
                <p:custDataLst>
                  <p:tags r:id="rId40"/>
                </p:custDataLst>
              </p:nvPr>
            </p:nvCxnSpPr>
            <p:spPr>
              <a:xfrm flipV="1">
                <a:off x="5183611"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0" name="直接连接符 129"/>
              <p:cNvCxnSpPr>
                <a:stCxn id="139" idx="0"/>
                <a:endCxn id="136" idx="2"/>
              </p:cNvCxnSpPr>
              <p:nvPr>
                <p:custDataLst>
                  <p:tags r:id="rId41"/>
                </p:custDataLst>
              </p:nvPr>
            </p:nvCxnSpPr>
            <p:spPr>
              <a:xfrm flipV="1">
                <a:off x="5849880"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1" name="直接连接符 130"/>
              <p:cNvCxnSpPr>
                <a:stCxn id="141" idx="0"/>
                <a:endCxn id="136" idx="2"/>
              </p:cNvCxnSpPr>
              <p:nvPr>
                <p:custDataLst>
                  <p:tags r:id="rId42"/>
                </p:custDataLst>
              </p:nvPr>
            </p:nvCxnSpPr>
            <p:spPr>
              <a:xfrm flipV="1">
                <a:off x="6516149" y="3943628"/>
                <a:ext cx="0"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pic>
            <p:nvPicPr>
              <p:cNvPr id="132" name="图片 131" descr="CE12800交换机-蓝.png"/>
              <p:cNvPicPr>
                <a:picLocks noChangeAspect="1"/>
              </p:cNvPicPr>
              <p:nvPr>
                <p:custDataLst>
                  <p:tags r:id="rId43"/>
                </p:custDataLst>
              </p:nvPr>
            </p:nvPicPr>
            <p:blipFill>
              <a:blip r:embed="rId18" cstate="print"/>
              <a:stretch>
                <a:fillRect/>
              </a:stretch>
            </p:blipFill>
            <p:spPr>
              <a:xfrm>
                <a:off x="4333149" y="3653366"/>
                <a:ext cx="367750" cy="290262"/>
              </a:xfrm>
              <a:prstGeom prst="rect">
                <a:avLst/>
              </a:prstGeom>
            </p:spPr>
          </p:pic>
          <p:pic>
            <p:nvPicPr>
              <p:cNvPr id="133" name="图片 132" descr="CE12800交换机-蓝.png"/>
              <p:cNvPicPr>
                <a:picLocks noChangeAspect="1"/>
              </p:cNvPicPr>
              <p:nvPr>
                <p:custDataLst>
                  <p:tags r:id="rId44"/>
                </p:custDataLst>
              </p:nvPr>
            </p:nvPicPr>
            <p:blipFill>
              <a:blip r:embed="rId18" cstate="print"/>
              <a:stretch>
                <a:fillRect/>
              </a:stretch>
            </p:blipFill>
            <p:spPr>
              <a:xfrm>
                <a:off x="4999418" y="3653366"/>
                <a:ext cx="367750" cy="290262"/>
              </a:xfrm>
              <a:prstGeom prst="rect">
                <a:avLst/>
              </a:prstGeom>
            </p:spPr>
          </p:pic>
          <p:pic>
            <p:nvPicPr>
              <p:cNvPr id="134" name="图片 133" descr="CE12800交换机-蓝.png"/>
              <p:cNvPicPr>
                <a:picLocks noChangeAspect="1"/>
              </p:cNvPicPr>
              <p:nvPr>
                <p:custDataLst>
                  <p:tags r:id="rId45"/>
                </p:custDataLst>
              </p:nvPr>
            </p:nvPicPr>
            <p:blipFill>
              <a:blip r:embed="rId18" cstate="print"/>
              <a:stretch>
                <a:fillRect/>
              </a:stretch>
            </p:blipFill>
            <p:spPr>
              <a:xfrm>
                <a:off x="5665688" y="3653366"/>
                <a:ext cx="367750" cy="290262"/>
              </a:xfrm>
              <a:prstGeom prst="rect">
                <a:avLst/>
              </a:prstGeom>
            </p:spPr>
          </p:pic>
          <p:pic>
            <p:nvPicPr>
              <p:cNvPr id="136" name="图片 135" descr="CE12800交换机-蓝.png"/>
              <p:cNvPicPr>
                <a:picLocks noChangeAspect="1"/>
              </p:cNvPicPr>
              <p:nvPr>
                <p:custDataLst>
                  <p:tags r:id="rId46"/>
                </p:custDataLst>
              </p:nvPr>
            </p:nvPicPr>
            <p:blipFill>
              <a:blip r:embed="rId18" cstate="print"/>
              <a:stretch>
                <a:fillRect/>
              </a:stretch>
            </p:blipFill>
            <p:spPr>
              <a:xfrm>
                <a:off x="6331957" y="3653366"/>
                <a:ext cx="367750" cy="290262"/>
              </a:xfrm>
              <a:prstGeom prst="rect">
                <a:avLst/>
              </a:prstGeom>
            </p:spPr>
          </p:pic>
          <p:pic>
            <p:nvPicPr>
              <p:cNvPr id="137" name="图片 136" descr="TOR交换机-蓝.png"/>
              <p:cNvPicPr>
                <a:picLocks noChangeAspect="1"/>
              </p:cNvPicPr>
              <p:nvPr>
                <p:custDataLst>
                  <p:tags r:id="rId47"/>
                </p:custDataLst>
              </p:nvPr>
            </p:nvPicPr>
            <p:blipFill>
              <a:blip r:embed="rId23" cstate="print"/>
              <a:stretch>
                <a:fillRect/>
              </a:stretch>
            </p:blipFill>
            <p:spPr>
              <a:xfrm>
                <a:off x="4333149" y="4689926"/>
                <a:ext cx="368385" cy="291532"/>
              </a:xfrm>
              <a:prstGeom prst="rect">
                <a:avLst/>
              </a:prstGeom>
            </p:spPr>
          </p:pic>
          <p:pic>
            <p:nvPicPr>
              <p:cNvPr id="138" name="图片 137" descr="TOR交换机-蓝.png"/>
              <p:cNvPicPr>
                <a:picLocks noChangeAspect="1"/>
              </p:cNvPicPr>
              <p:nvPr>
                <p:custDataLst>
                  <p:tags r:id="rId48"/>
                </p:custDataLst>
              </p:nvPr>
            </p:nvPicPr>
            <p:blipFill>
              <a:blip r:embed="rId23" cstate="print"/>
              <a:stretch>
                <a:fillRect/>
              </a:stretch>
            </p:blipFill>
            <p:spPr>
              <a:xfrm>
                <a:off x="4999418" y="4689926"/>
                <a:ext cx="368385" cy="291532"/>
              </a:xfrm>
              <a:prstGeom prst="rect">
                <a:avLst/>
              </a:prstGeom>
            </p:spPr>
          </p:pic>
          <p:pic>
            <p:nvPicPr>
              <p:cNvPr id="139" name="图片 138" descr="TOR交换机-蓝.png"/>
              <p:cNvPicPr>
                <a:picLocks noChangeAspect="1"/>
              </p:cNvPicPr>
              <p:nvPr>
                <p:custDataLst>
                  <p:tags r:id="rId49"/>
                </p:custDataLst>
              </p:nvPr>
            </p:nvPicPr>
            <p:blipFill>
              <a:blip r:embed="rId23" cstate="print"/>
              <a:stretch>
                <a:fillRect/>
              </a:stretch>
            </p:blipFill>
            <p:spPr>
              <a:xfrm>
                <a:off x="5665687" y="4689926"/>
                <a:ext cx="368385" cy="291532"/>
              </a:xfrm>
              <a:prstGeom prst="rect">
                <a:avLst/>
              </a:prstGeom>
            </p:spPr>
          </p:pic>
          <p:pic>
            <p:nvPicPr>
              <p:cNvPr id="141" name="图片 140" descr="TOR交换机-蓝.png"/>
              <p:cNvPicPr>
                <a:picLocks noChangeAspect="1"/>
              </p:cNvPicPr>
              <p:nvPr>
                <p:custDataLst>
                  <p:tags r:id="rId50"/>
                </p:custDataLst>
              </p:nvPr>
            </p:nvPicPr>
            <p:blipFill>
              <a:blip r:embed="rId23" cstate="print"/>
              <a:stretch>
                <a:fillRect/>
              </a:stretch>
            </p:blipFill>
            <p:spPr>
              <a:xfrm>
                <a:off x="6331956" y="4689926"/>
                <a:ext cx="368385" cy="291532"/>
              </a:xfrm>
              <a:prstGeom prst="rect">
                <a:avLst/>
              </a:prstGeom>
            </p:spPr>
          </p:pic>
          <p:cxnSp>
            <p:nvCxnSpPr>
              <p:cNvPr id="142" name="直接连接符 141"/>
              <p:cNvCxnSpPr>
                <a:stCxn id="44" idx="0"/>
                <a:endCxn id="132" idx="2"/>
              </p:cNvCxnSpPr>
              <p:nvPr>
                <p:custDataLst>
                  <p:tags r:id="rId51"/>
                </p:custDataLst>
              </p:nvPr>
            </p:nvCxnSpPr>
            <p:spPr>
              <a:xfrm flipV="1">
                <a:off x="1852264"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3" name="直接连接符 142"/>
              <p:cNvCxnSpPr>
                <a:stCxn id="44" idx="0"/>
                <a:endCxn id="133" idx="2"/>
              </p:cNvCxnSpPr>
              <p:nvPr>
                <p:custDataLst>
                  <p:tags r:id="rId52"/>
                </p:custDataLst>
              </p:nvPr>
            </p:nvCxnSpPr>
            <p:spPr>
              <a:xfrm flipV="1">
                <a:off x="1852265" y="3943628"/>
                <a:ext cx="3331346"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4" name="直接连接符 143"/>
              <p:cNvCxnSpPr>
                <a:stCxn id="44" idx="0"/>
                <a:endCxn id="134" idx="2"/>
              </p:cNvCxnSpPr>
              <p:nvPr>
                <p:custDataLst>
                  <p:tags r:id="rId53"/>
                </p:custDataLst>
              </p:nvPr>
            </p:nvCxnSpPr>
            <p:spPr>
              <a:xfrm flipV="1">
                <a:off x="1852265" y="3943628"/>
                <a:ext cx="3997615"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5" name="直接连接符 144"/>
              <p:cNvCxnSpPr>
                <a:stCxn id="44" idx="0"/>
                <a:endCxn id="136" idx="2"/>
              </p:cNvCxnSpPr>
              <p:nvPr>
                <p:custDataLst>
                  <p:tags r:id="rId54"/>
                </p:custDataLst>
              </p:nvPr>
            </p:nvCxnSpPr>
            <p:spPr>
              <a:xfrm flipV="1">
                <a:off x="1852265" y="3943628"/>
                <a:ext cx="4663884"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6" name="直接连接符 145"/>
              <p:cNvCxnSpPr>
                <a:stCxn id="45" idx="0"/>
                <a:endCxn id="132" idx="2"/>
              </p:cNvCxnSpPr>
              <p:nvPr>
                <p:custDataLst>
                  <p:tags r:id="rId55"/>
                </p:custDataLst>
              </p:nvPr>
            </p:nvCxnSpPr>
            <p:spPr>
              <a:xfrm flipV="1">
                <a:off x="2518534"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7" name="直接连接符 146"/>
              <p:cNvCxnSpPr>
                <a:stCxn id="45" idx="0"/>
                <a:endCxn id="133" idx="2"/>
              </p:cNvCxnSpPr>
              <p:nvPr>
                <p:custDataLst>
                  <p:tags r:id="rId56"/>
                </p:custDataLst>
              </p:nvPr>
            </p:nvCxnSpPr>
            <p:spPr>
              <a:xfrm flipV="1">
                <a:off x="2518534"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8" name="直接连接符 147"/>
              <p:cNvCxnSpPr>
                <a:stCxn id="45" idx="0"/>
                <a:endCxn id="134" idx="2"/>
              </p:cNvCxnSpPr>
              <p:nvPr>
                <p:custDataLst>
                  <p:tags r:id="rId57"/>
                </p:custDataLst>
              </p:nvPr>
            </p:nvCxnSpPr>
            <p:spPr>
              <a:xfrm flipV="1">
                <a:off x="2518534" y="3943628"/>
                <a:ext cx="3331346"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9" name="直接连接符 148"/>
              <p:cNvCxnSpPr>
                <a:stCxn id="45" idx="0"/>
                <a:endCxn id="136" idx="2"/>
              </p:cNvCxnSpPr>
              <p:nvPr>
                <p:custDataLst>
                  <p:tags r:id="rId58"/>
                </p:custDataLst>
              </p:nvPr>
            </p:nvCxnSpPr>
            <p:spPr>
              <a:xfrm flipV="1">
                <a:off x="2518534" y="3943628"/>
                <a:ext cx="3997615"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0" name="直接连接符 149"/>
              <p:cNvCxnSpPr>
                <a:stCxn id="46" idx="0"/>
                <a:endCxn id="132" idx="2"/>
              </p:cNvCxnSpPr>
              <p:nvPr>
                <p:custDataLst>
                  <p:tags r:id="rId59"/>
                </p:custDataLst>
              </p:nvPr>
            </p:nvCxnSpPr>
            <p:spPr>
              <a:xfrm flipV="1">
                <a:off x="3184803"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1" name="直接连接符 150"/>
              <p:cNvCxnSpPr>
                <a:stCxn id="46" idx="0"/>
                <a:endCxn id="133" idx="2"/>
              </p:cNvCxnSpPr>
              <p:nvPr>
                <p:custDataLst>
                  <p:tags r:id="rId60"/>
                </p:custDataLst>
              </p:nvPr>
            </p:nvCxnSpPr>
            <p:spPr>
              <a:xfrm flipV="1">
                <a:off x="3184803"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2" name="直接连接符 151"/>
              <p:cNvCxnSpPr>
                <a:stCxn id="46" idx="0"/>
                <a:endCxn id="134" idx="2"/>
              </p:cNvCxnSpPr>
              <p:nvPr>
                <p:custDataLst>
                  <p:tags r:id="rId61"/>
                </p:custDataLst>
              </p:nvPr>
            </p:nvCxnSpPr>
            <p:spPr>
              <a:xfrm flipV="1">
                <a:off x="3184803"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3" name="直接连接符 152"/>
              <p:cNvCxnSpPr>
                <a:stCxn id="46" idx="0"/>
                <a:endCxn id="136" idx="2"/>
              </p:cNvCxnSpPr>
              <p:nvPr>
                <p:custDataLst>
                  <p:tags r:id="rId62"/>
                </p:custDataLst>
              </p:nvPr>
            </p:nvCxnSpPr>
            <p:spPr>
              <a:xfrm flipV="1">
                <a:off x="3184803" y="3943628"/>
                <a:ext cx="3331346"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4" name="直接连接符 153"/>
              <p:cNvCxnSpPr>
                <a:stCxn id="48" idx="0"/>
                <a:endCxn id="132" idx="2"/>
              </p:cNvCxnSpPr>
              <p:nvPr>
                <p:custDataLst>
                  <p:tags r:id="rId63"/>
                </p:custDataLst>
              </p:nvPr>
            </p:nvCxnSpPr>
            <p:spPr>
              <a:xfrm flipV="1">
                <a:off x="3851073"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5" name="直接连接符 154"/>
              <p:cNvCxnSpPr>
                <a:stCxn id="48" idx="0"/>
                <a:endCxn id="133" idx="2"/>
              </p:cNvCxnSpPr>
              <p:nvPr>
                <p:custDataLst>
                  <p:tags r:id="rId64"/>
                </p:custDataLst>
              </p:nvPr>
            </p:nvCxnSpPr>
            <p:spPr>
              <a:xfrm flipV="1">
                <a:off x="3851072"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6" name="直接连接符 155"/>
              <p:cNvCxnSpPr>
                <a:stCxn id="48" idx="0"/>
                <a:endCxn id="134" idx="2"/>
              </p:cNvCxnSpPr>
              <p:nvPr>
                <p:custDataLst>
                  <p:tags r:id="rId65"/>
                </p:custDataLst>
              </p:nvPr>
            </p:nvCxnSpPr>
            <p:spPr>
              <a:xfrm flipV="1">
                <a:off x="3851072"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7" name="直接连接符 156"/>
              <p:cNvCxnSpPr>
                <a:stCxn id="48" idx="0"/>
                <a:endCxn id="136" idx="2"/>
              </p:cNvCxnSpPr>
              <p:nvPr>
                <p:custDataLst>
                  <p:tags r:id="rId66"/>
                </p:custDataLst>
              </p:nvPr>
            </p:nvCxnSpPr>
            <p:spPr>
              <a:xfrm flipV="1">
                <a:off x="3851072"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8" name="直接连接符 157"/>
              <p:cNvCxnSpPr>
                <a:stCxn id="137" idx="0"/>
                <a:endCxn id="43" idx="2"/>
              </p:cNvCxnSpPr>
              <p:nvPr>
                <p:custDataLst>
                  <p:tags r:id="rId67"/>
                </p:custDataLst>
              </p:nvPr>
            </p:nvCxnSpPr>
            <p:spPr>
              <a:xfrm flipH="1" flipV="1">
                <a:off x="3851073" y="3943628"/>
                <a:ext cx="666269"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9" name="直接连接符 158"/>
              <p:cNvCxnSpPr>
                <a:stCxn id="137" idx="0"/>
                <a:endCxn id="42" idx="2"/>
              </p:cNvCxnSpPr>
              <p:nvPr>
                <p:custDataLst>
                  <p:tags r:id="rId68"/>
                </p:custDataLst>
              </p:nvPr>
            </p:nvCxnSpPr>
            <p:spPr>
              <a:xfrm flipH="1" flipV="1">
                <a:off x="3184803"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0" name="直接连接符 159"/>
              <p:cNvCxnSpPr>
                <a:stCxn id="137" idx="0"/>
                <a:endCxn id="41" idx="2"/>
              </p:cNvCxnSpPr>
              <p:nvPr>
                <p:custDataLst>
                  <p:tags r:id="rId69"/>
                </p:custDataLst>
              </p:nvPr>
            </p:nvCxnSpPr>
            <p:spPr>
              <a:xfrm flipH="1" flipV="1">
                <a:off x="2518534"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1" name="直接连接符 160"/>
              <p:cNvCxnSpPr>
                <a:stCxn id="137" idx="0"/>
                <a:endCxn id="40" idx="2"/>
              </p:cNvCxnSpPr>
              <p:nvPr>
                <p:custDataLst>
                  <p:tags r:id="rId70"/>
                </p:custDataLst>
              </p:nvPr>
            </p:nvCxnSpPr>
            <p:spPr>
              <a:xfrm flipH="1" flipV="1">
                <a:off x="1852264" y="3943628"/>
                <a:ext cx="2665077"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62" name="直接连接符 161"/>
              <p:cNvCxnSpPr>
                <a:stCxn id="138" idx="0"/>
                <a:endCxn id="40" idx="2"/>
              </p:cNvCxnSpPr>
              <p:nvPr>
                <p:custDataLst>
                  <p:tags r:id="rId71"/>
                </p:custDataLst>
              </p:nvPr>
            </p:nvCxnSpPr>
            <p:spPr>
              <a:xfrm flipH="1" flipV="1">
                <a:off x="1852265" y="3943628"/>
                <a:ext cx="3331346" cy="7462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63" name="直接连接符 162"/>
              <p:cNvCxnSpPr>
                <a:stCxn id="138" idx="0"/>
                <a:endCxn id="41" idx="2"/>
              </p:cNvCxnSpPr>
              <p:nvPr>
                <p:custDataLst>
                  <p:tags r:id="rId72"/>
                </p:custDataLst>
              </p:nvPr>
            </p:nvCxnSpPr>
            <p:spPr>
              <a:xfrm flipH="1" flipV="1">
                <a:off x="2518534"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5" name="直接连接符 164"/>
              <p:cNvCxnSpPr>
                <a:stCxn id="138" idx="0"/>
                <a:endCxn id="42" idx="2"/>
              </p:cNvCxnSpPr>
              <p:nvPr>
                <p:custDataLst>
                  <p:tags r:id="rId73"/>
                </p:custDataLst>
              </p:nvPr>
            </p:nvCxnSpPr>
            <p:spPr>
              <a:xfrm flipH="1" flipV="1">
                <a:off x="3184803"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6" name="直接连接符 165"/>
              <p:cNvCxnSpPr>
                <a:stCxn id="138" idx="0"/>
                <a:endCxn id="43" idx="2"/>
              </p:cNvCxnSpPr>
              <p:nvPr>
                <p:custDataLst>
                  <p:tags r:id="rId74"/>
                </p:custDataLst>
              </p:nvPr>
            </p:nvCxnSpPr>
            <p:spPr>
              <a:xfrm flipH="1" flipV="1">
                <a:off x="3851072" y="3943628"/>
                <a:ext cx="133253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7" name="直接连接符 166"/>
              <p:cNvCxnSpPr>
                <a:stCxn id="139" idx="0"/>
                <a:endCxn id="43" idx="2"/>
              </p:cNvCxnSpPr>
              <p:nvPr>
                <p:custDataLst>
                  <p:tags r:id="rId75"/>
                </p:custDataLst>
              </p:nvPr>
            </p:nvCxnSpPr>
            <p:spPr>
              <a:xfrm flipH="1" flipV="1">
                <a:off x="3851072" y="3943628"/>
                <a:ext cx="1998808"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8" name="直接连接符 167"/>
              <p:cNvCxnSpPr>
                <a:stCxn id="139" idx="0"/>
                <a:endCxn id="42" idx="2"/>
              </p:cNvCxnSpPr>
              <p:nvPr>
                <p:custDataLst>
                  <p:tags r:id="rId76"/>
                </p:custDataLst>
              </p:nvPr>
            </p:nvCxnSpPr>
            <p:spPr>
              <a:xfrm flipH="1" flipV="1">
                <a:off x="3184803"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9" name="直接连接符 168"/>
              <p:cNvCxnSpPr>
                <a:stCxn id="139" idx="0"/>
                <a:endCxn id="41" idx="2"/>
              </p:cNvCxnSpPr>
              <p:nvPr>
                <p:custDataLst>
                  <p:tags r:id="rId77"/>
                </p:custDataLst>
              </p:nvPr>
            </p:nvCxnSpPr>
            <p:spPr>
              <a:xfrm flipH="1" flipV="1">
                <a:off x="2518534" y="3943628"/>
                <a:ext cx="3331346"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70" name="直接连接符 169"/>
              <p:cNvCxnSpPr>
                <a:stCxn id="139" idx="0"/>
                <a:endCxn id="40" idx="2"/>
              </p:cNvCxnSpPr>
              <p:nvPr>
                <p:custDataLst>
                  <p:tags r:id="rId78"/>
                </p:custDataLst>
              </p:nvPr>
            </p:nvCxnSpPr>
            <p:spPr>
              <a:xfrm flipH="1" flipV="1">
                <a:off x="1852265" y="3943628"/>
                <a:ext cx="3997615"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71" name="直接连接符 170"/>
              <p:cNvCxnSpPr>
                <a:stCxn id="141" idx="0"/>
                <a:endCxn id="40" idx="2"/>
              </p:cNvCxnSpPr>
              <p:nvPr>
                <p:custDataLst>
                  <p:tags r:id="rId79"/>
                </p:custDataLst>
              </p:nvPr>
            </p:nvCxnSpPr>
            <p:spPr>
              <a:xfrm flipH="1" flipV="1">
                <a:off x="1852265" y="3943628"/>
                <a:ext cx="4663884"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72" name="直接连接符 171"/>
              <p:cNvCxnSpPr>
                <a:stCxn id="141" idx="0"/>
                <a:endCxn id="41" idx="2"/>
              </p:cNvCxnSpPr>
              <p:nvPr>
                <p:custDataLst>
                  <p:tags r:id="rId80"/>
                </p:custDataLst>
              </p:nvPr>
            </p:nvCxnSpPr>
            <p:spPr>
              <a:xfrm flipH="1" flipV="1">
                <a:off x="2518534" y="3943628"/>
                <a:ext cx="3997615"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73" name="直接连接符 172"/>
              <p:cNvCxnSpPr>
                <a:stCxn id="141" idx="0"/>
                <a:endCxn id="42" idx="2"/>
              </p:cNvCxnSpPr>
              <p:nvPr>
                <p:custDataLst>
                  <p:tags r:id="rId81"/>
                </p:custDataLst>
              </p:nvPr>
            </p:nvCxnSpPr>
            <p:spPr>
              <a:xfrm flipH="1" flipV="1">
                <a:off x="3184803" y="3943628"/>
                <a:ext cx="3331346"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74" name="直接连接符 173"/>
              <p:cNvCxnSpPr>
                <a:stCxn id="141" idx="0"/>
                <a:endCxn id="43" idx="2"/>
              </p:cNvCxnSpPr>
              <p:nvPr>
                <p:custDataLst>
                  <p:tags r:id="rId82"/>
                </p:custDataLst>
              </p:nvPr>
            </p:nvCxnSpPr>
            <p:spPr>
              <a:xfrm flipH="1" flipV="1">
                <a:off x="3851072" y="3943628"/>
                <a:ext cx="2665077" cy="746298"/>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sp>
            <p:nvSpPr>
              <p:cNvPr id="175" name="文本框 174"/>
              <p:cNvSpPr txBox="1"/>
              <p:nvPr>
                <p:custDataLst>
                  <p:tags r:id="rId83"/>
                </p:custDataLst>
              </p:nvPr>
            </p:nvSpPr>
            <p:spPr>
              <a:xfrm>
                <a:off x="7729596" y="4082620"/>
                <a:ext cx="2058511" cy="682132"/>
              </a:xfrm>
              <a:prstGeom prst="rect">
                <a:avLst/>
              </a:prstGeom>
              <a:noFill/>
            </p:spPr>
            <p:txBody>
              <a:bodyPr wrap="square" rtlCol="0">
                <a:spAutoFit/>
              </a:bodyPr>
              <a:lstStyle/>
              <a:p>
                <a:pPr defTabSz="914400">
                  <a:defRPr/>
                </a:pPr>
                <a:r>
                  <a:rPr lang="en-US" altLang="zh-CN" sz="1200" b="1" dirty="0">
                    <a:solidFill>
                      <a:prstClr val="black"/>
                    </a:solidFill>
                    <a:latin typeface="Calibri"/>
                    <a:ea typeface="宋体"/>
                  </a:rPr>
                  <a:t>S0</a:t>
                </a:r>
                <a:r>
                  <a:rPr lang="en-US" altLang="zh-CN" sz="1200" dirty="0">
                    <a:solidFill>
                      <a:prstClr val="black"/>
                    </a:solidFill>
                    <a:latin typeface="Calibri"/>
                    <a:ea typeface="宋体"/>
                  </a:rPr>
                  <a:t>: CE8885-48BQ8EO*8</a:t>
                </a:r>
                <a:endParaRPr lang="en-US" altLang="zh-CN" sz="1200" dirty="0">
                  <a:solidFill>
                    <a:prstClr val="black"/>
                  </a:solidFill>
                  <a:latin typeface="Calibri"/>
                  <a:ea typeface="宋体"/>
                </a:endParaRPr>
              </a:p>
            </p:txBody>
          </p:sp>
          <p:sp>
            <p:nvSpPr>
              <p:cNvPr id="176" name="文本框 175"/>
              <p:cNvSpPr txBox="1"/>
              <p:nvPr>
                <p:custDataLst>
                  <p:tags r:id="rId84"/>
                </p:custDataLst>
              </p:nvPr>
            </p:nvSpPr>
            <p:spPr>
              <a:xfrm>
                <a:off x="6684731" y="1439128"/>
                <a:ext cx="2058511" cy="682132"/>
              </a:xfrm>
              <a:prstGeom prst="rect">
                <a:avLst/>
              </a:prstGeom>
              <a:noFill/>
            </p:spPr>
            <p:txBody>
              <a:bodyPr wrap="square" rtlCol="0">
                <a:spAutoFit/>
              </a:bodyPr>
              <a:lstStyle/>
              <a:p>
                <a:pPr defTabSz="914400">
                  <a:defRPr/>
                </a:pPr>
                <a:r>
                  <a:rPr lang="en-US" altLang="zh-CN" sz="1200" b="1" dirty="0">
                    <a:solidFill>
                      <a:prstClr val="black"/>
                    </a:solidFill>
                    <a:latin typeface="Calibri"/>
                    <a:ea typeface="宋体"/>
                  </a:rPr>
                  <a:t>S3</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177" name="图片 176" descr="CE12800交换机-蓝.png"/>
              <p:cNvPicPr>
                <a:picLocks noChangeAspect="1"/>
              </p:cNvPicPr>
              <p:nvPr>
                <p:custDataLst>
                  <p:tags r:id="rId85"/>
                </p:custDataLst>
              </p:nvPr>
            </p:nvPicPr>
            <p:blipFill>
              <a:blip r:embed="rId18" cstate="print"/>
              <a:stretch>
                <a:fillRect/>
              </a:stretch>
            </p:blipFill>
            <p:spPr>
              <a:xfrm>
                <a:off x="1668072" y="2418641"/>
                <a:ext cx="367750" cy="290262"/>
              </a:xfrm>
              <a:prstGeom prst="rect">
                <a:avLst/>
              </a:prstGeom>
            </p:spPr>
          </p:pic>
          <p:pic>
            <p:nvPicPr>
              <p:cNvPr id="178" name="图片 177" descr="CE12800交换机-蓝.png"/>
              <p:cNvPicPr>
                <a:picLocks noChangeAspect="1"/>
              </p:cNvPicPr>
              <p:nvPr>
                <p:custDataLst>
                  <p:tags r:id="rId86"/>
                </p:custDataLst>
              </p:nvPr>
            </p:nvPicPr>
            <p:blipFill>
              <a:blip r:embed="rId18" cstate="print"/>
              <a:stretch>
                <a:fillRect/>
              </a:stretch>
            </p:blipFill>
            <p:spPr>
              <a:xfrm>
                <a:off x="2334342" y="2418641"/>
                <a:ext cx="367750" cy="290262"/>
              </a:xfrm>
              <a:prstGeom prst="rect">
                <a:avLst/>
              </a:prstGeom>
            </p:spPr>
          </p:pic>
          <p:pic>
            <p:nvPicPr>
              <p:cNvPr id="179" name="图片 178" descr="CE12800交换机-蓝.png"/>
              <p:cNvPicPr>
                <a:picLocks noChangeAspect="1"/>
              </p:cNvPicPr>
              <p:nvPr>
                <p:custDataLst>
                  <p:tags r:id="rId87"/>
                </p:custDataLst>
              </p:nvPr>
            </p:nvPicPr>
            <p:blipFill>
              <a:blip r:embed="rId18" cstate="print"/>
              <a:stretch>
                <a:fillRect/>
              </a:stretch>
            </p:blipFill>
            <p:spPr>
              <a:xfrm>
                <a:off x="3000611" y="2418641"/>
                <a:ext cx="367750" cy="290262"/>
              </a:xfrm>
              <a:prstGeom prst="rect">
                <a:avLst/>
              </a:prstGeom>
            </p:spPr>
          </p:pic>
          <p:pic>
            <p:nvPicPr>
              <p:cNvPr id="180" name="图片 179" descr="CE12800交换机-蓝.png"/>
              <p:cNvPicPr>
                <a:picLocks noChangeAspect="1"/>
              </p:cNvPicPr>
              <p:nvPr>
                <p:custDataLst>
                  <p:tags r:id="rId88"/>
                </p:custDataLst>
              </p:nvPr>
            </p:nvPicPr>
            <p:blipFill>
              <a:blip r:embed="rId18" cstate="print"/>
              <a:stretch>
                <a:fillRect/>
              </a:stretch>
            </p:blipFill>
            <p:spPr>
              <a:xfrm>
                <a:off x="3666880" y="2418641"/>
                <a:ext cx="367750" cy="290262"/>
              </a:xfrm>
              <a:prstGeom prst="rect">
                <a:avLst/>
              </a:prstGeom>
            </p:spPr>
          </p:pic>
          <p:pic>
            <p:nvPicPr>
              <p:cNvPr id="181" name="图片 180" descr="CE12800交换机-蓝.png"/>
              <p:cNvPicPr>
                <a:picLocks noChangeAspect="1"/>
              </p:cNvPicPr>
              <p:nvPr>
                <p:custDataLst>
                  <p:tags r:id="rId89"/>
                </p:custDataLst>
              </p:nvPr>
            </p:nvPicPr>
            <p:blipFill>
              <a:blip r:embed="rId18" cstate="print"/>
              <a:stretch>
                <a:fillRect/>
              </a:stretch>
            </p:blipFill>
            <p:spPr>
              <a:xfrm>
                <a:off x="4333149" y="2418641"/>
                <a:ext cx="367750" cy="290262"/>
              </a:xfrm>
              <a:prstGeom prst="rect">
                <a:avLst/>
              </a:prstGeom>
            </p:spPr>
          </p:pic>
          <p:pic>
            <p:nvPicPr>
              <p:cNvPr id="182" name="图片 181" descr="CE12800交换机-蓝.png"/>
              <p:cNvPicPr>
                <a:picLocks noChangeAspect="1"/>
              </p:cNvPicPr>
              <p:nvPr>
                <p:custDataLst>
                  <p:tags r:id="rId90"/>
                </p:custDataLst>
              </p:nvPr>
            </p:nvPicPr>
            <p:blipFill>
              <a:blip r:embed="rId18" cstate="print"/>
              <a:stretch>
                <a:fillRect/>
              </a:stretch>
            </p:blipFill>
            <p:spPr>
              <a:xfrm>
                <a:off x="4999418" y="2418641"/>
                <a:ext cx="367750" cy="290262"/>
              </a:xfrm>
              <a:prstGeom prst="rect">
                <a:avLst/>
              </a:prstGeom>
            </p:spPr>
          </p:pic>
          <p:pic>
            <p:nvPicPr>
              <p:cNvPr id="183" name="图片 182" descr="CE12800交换机-蓝.png"/>
              <p:cNvPicPr>
                <a:picLocks noChangeAspect="1"/>
              </p:cNvPicPr>
              <p:nvPr>
                <p:custDataLst>
                  <p:tags r:id="rId91"/>
                </p:custDataLst>
              </p:nvPr>
            </p:nvPicPr>
            <p:blipFill>
              <a:blip r:embed="rId18" cstate="print"/>
              <a:stretch>
                <a:fillRect/>
              </a:stretch>
            </p:blipFill>
            <p:spPr>
              <a:xfrm>
                <a:off x="5665688" y="2418641"/>
                <a:ext cx="367750" cy="290262"/>
              </a:xfrm>
              <a:prstGeom prst="rect">
                <a:avLst/>
              </a:prstGeom>
            </p:spPr>
          </p:pic>
          <p:pic>
            <p:nvPicPr>
              <p:cNvPr id="184" name="图片 183" descr="CE12800交换机-蓝.png"/>
              <p:cNvPicPr>
                <a:picLocks noChangeAspect="1"/>
              </p:cNvPicPr>
              <p:nvPr>
                <p:custDataLst>
                  <p:tags r:id="rId92"/>
                </p:custDataLst>
              </p:nvPr>
            </p:nvPicPr>
            <p:blipFill>
              <a:blip r:embed="rId18" cstate="print"/>
              <a:stretch>
                <a:fillRect/>
              </a:stretch>
            </p:blipFill>
            <p:spPr>
              <a:xfrm>
                <a:off x="6331957" y="2418641"/>
                <a:ext cx="367750" cy="290262"/>
              </a:xfrm>
              <a:prstGeom prst="rect">
                <a:avLst/>
              </a:prstGeom>
            </p:spPr>
          </p:pic>
          <p:cxnSp>
            <p:nvCxnSpPr>
              <p:cNvPr id="185" name="直接连接符 184"/>
              <p:cNvCxnSpPr>
                <a:stCxn id="40" idx="0"/>
                <a:endCxn id="177" idx="2"/>
              </p:cNvCxnSpPr>
              <p:nvPr>
                <p:custDataLst>
                  <p:tags r:id="rId93"/>
                </p:custDataLst>
              </p:nvPr>
            </p:nvCxnSpPr>
            <p:spPr>
              <a:xfrm flipV="1">
                <a:off x="1852265"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6" name="直接连接符 185"/>
              <p:cNvCxnSpPr>
                <a:stCxn id="40" idx="0"/>
                <a:endCxn id="178" idx="2"/>
              </p:cNvCxnSpPr>
              <p:nvPr>
                <p:custDataLst>
                  <p:tags r:id="rId94"/>
                </p:custDataLst>
              </p:nvPr>
            </p:nvCxnSpPr>
            <p:spPr>
              <a:xfrm flipV="1">
                <a:off x="1852265"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7" name="直接连接符 186"/>
              <p:cNvCxnSpPr>
                <a:stCxn id="40" idx="0"/>
                <a:endCxn id="179" idx="2"/>
              </p:cNvCxnSpPr>
              <p:nvPr>
                <p:custDataLst>
                  <p:tags r:id="rId95"/>
                </p:custDataLst>
              </p:nvPr>
            </p:nvCxnSpPr>
            <p:spPr>
              <a:xfrm flipV="1">
                <a:off x="1852265"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1" name="直接连接符 190"/>
              <p:cNvCxnSpPr>
                <a:stCxn id="40" idx="0"/>
                <a:endCxn id="180" idx="2"/>
              </p:cNvCxnSpPr>
              <p:nvPr>
                <p:custDataLst>
                  <p:tags r:id="rId96"/>
                </p:custDataLst>
              </p:nvPr>
            </p:nvCxnSpPr>
            <p:spPr>
              <a:xfrm flipV="1">
                <a:off x="1852265"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2" name="直接连接符 191"/>
              <p:cNvCxnSpPr>
                <a:stCxn id="40" idx="0"/>
                <a:endCxn id="181" idx="2"/>
              </p:cNvCxnSpPr>
              <p:nvPr>
                <p:custDataLst>
                  <p:tags r:id="rId97"/>
                </p:custDataLst>
              </p:nvPr>
            </p:nvCxnSpPr>
            <p:spPr>
              <a:xfrm flipV="1">
                <a:off x="1852264"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3" name="直接连接符 192"/>
              <p:cNvCxnSpPr>
                <a:stCxn id="40" idx="0"/>
                <a:endCxn id="182" idx="2"/>
              </p:cNvCxnSpPr>
              <p:nvPr>
                <p:custDataLst>
                  <p:tags r:id="rId98"/>
                </p:custDataLst>
              </p:nvPr>
            </p:nvCxnSpPr>
            <p:spPr>
              <a:xfrm flipV="1">
                <a:off x="1852265"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5" name="直接连接符 194"/>
              <p:cNvCxnSpPr>
                <a:stCxn id="40" idx="0"/>
                <a:endCxn id="183" idx="2"/>
              </p:cNvCxnSpPr>
              <p:nvPr>
                <p:custDataLst>
                  <p:tags r:id="rId99"/>
                </p:custDataLst>
              </p:nvPr>
            </p:nvCxnSpPr>
            <p:spPr>
              <a:xfrm flipV="1">
                <a:off x="1852265" y="2708902"/>
                <a:ext cx="3997615"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6" name="直接连接符 195"/>
              <p:cNvCxnSpPr>
                <a:stCxn id="40" idx="0"/>
                <a:endCxn id="184" idx="2"/>
              </p:cNvCxnSpPr>
              <p:nvPr>
                <p:custDataLst>
                  <p:tags r:id="rId100"/>
                </p:custDataLst>
              </p:nvPr>
            </p:nvCxnSpPr>
            <p:spPr>
              <a:xfrm flipV="1">
                <a:off x="1852265" y="2708902"/>
                <a:ext cx="4663884"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7" name="直接连接符 196"/>
              <p:cNvCxnSpPr>
                <a:stCxn id="177" idx="2"/>
                <a:endCxn id="41" idx="0"/>
              </p:cNvCxnSpPr>
              <p:nvPr>
                <p:custDataLst>
                  <p:tags r:id="rId101"/>
                </p:custDataLst>
              </p:nvPr>
            </p:nvCxnSpPr>
            <p:spPr>
              <a:xfrm>
                <a:off x="1852265"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8" name="直接连接符 197"/>
              <p:cNvCxnSpPr>
                <a:stCxn id="178" idx="2"/>
                <a:endCxn id="41" idx="0"/>
              </p:cNvCxnSpPr>
              <p:nvPr>
                <p:custDataLst>
                  <p:tags r:id="rId102"/>
                </p:custDataLst>
              </p:nvPr>
            </p:nvCxnSpPr>
            <p:spPr>
              <a:xfrm>
                <a:off x="2518534"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9" name="直接连接符 198"/>
              <p:cNvCxnSpPr>
                <a:stCxn id="179" idx="2"/>
                <a:endCxn id="41" idx="0"/>
              </p:cNvCxnSpPr>
              <p:nvPr>
                <p:custDataLst>
                  <p:tags r:id="rId103"/>
                </p:custDataLst>
              </p:nvPr>
            </p:nvCxnSpPr>
            <p:spPr>
              <a:xfrm flipH="1">
                <a:off x="2518534"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0" name="直接连接符 199"/>
              <p:cNvCxnSpPr>
                <a:stCxn id="180" idx="2"/>
                <a:endCxn id="41" idx="0"/>
              </p:cNvCxnSpPr>
              <p:nvPr>
                <p:custDataLst>
                  <p:tags r:id="rId104"/>
                </p:custDataLst>
              </p:nvPr>
            </p:nvCxnSpPr>
            <p:spPr>
              <a:xfrm flipH="1">
                <a:off x="2518534"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1" name="直接连接符 200"/>
              <p:cNvCxnSpPr>
                <a:stCxn id="181" idx="2"/>
                <a:endCxn id="41" idx="0"/>
              </p:cNvCxnSpPr>
              <p:nvPr>
                <p:custDataLst>
                  <p:tags r:id="rId105"/>
                </p:custDataLst>
              </p:nvPr>
            </p:nvCxnSpPr>
            <p:spPr>
              <a:xfrm flipH="1">
                <a:off x="2518534"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2" name="直接连接符 201"/>
              <p:cNvCxnSpPr>
                <a:stCxn id="182" idx="2"/>
                <a:endCxn id="41" idx="0"/>
              </p:cNvCxnSpPr>
              <p:nvPr>
                <p:custDataLst>
                  <p:tags r:id="rId106"/>
                </p:custDataLst>
              </p:nvPr>
            </p:nvCxnSpPr>
            <p:spPr>
              <a:xfrm flipH="1">
                <a:off x="2518534"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3" name="直接连接符 202"/>
              <p:cNvCxnSpPr>
                <a:stCxn id="183" idx="2"/>
                <a:endCxn id="41" idx="0"/>
              </p:cNvCxnSpPr>
              <p:nvPr>
                <p:custDataLst>
                  <p:tags r:id="rId107"/>
                </p:custDataLst>
              </p:nvPr>
            </p:nvCxnSpPr>
            <p:spPr>
              <a:xfrm flipH="1">
                <a:off x="2518534"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4" name="直接连接符 203"/>
              <p:cNvCxnSpPr>
                <a:stCxn id="184" idx="2"/>
                <a:endCxn id="41" idx="0"/>
              </p:cNvCxnSpPr>
              <p:nvPr>
                <p:custDataLst>
                  <p:tags r:id="rId108"/>
                </p:custDataLst>
              </p:nvPr>
            </p:nvCxnSpPr>
            <p:spPr>
              <a:xfrm flipH="1">
                <a:off x="2518534" y="2708902"/>
                <a:ext cx="3997615"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5" name="直接连接符 204"/>
              <p:cNvCxnSpPr>
                <a:stCxn id="177" idx="2"/>
                <a:endCxn id="42" idx="0"/>
              </p:cNvCxnSpPr>
              <p:nvPr>
                <p:custDataLst>
                  <p:tags r:id="rId109"/>
                </p:custDataLst>
              </p:nvPr>
            </p:nvCxnSpPr>
            <p:spPr>
              <a:xfrm>
                <a:off x="1852265"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6" name="直接连接符 205"/>
              <p:cNvCxnSpPr>
                <a:stCxn id="178" idx="2"/>
                <a:endCxn id="42" idx="0"/>
              </p:cNvCxnSpPr>
              <p:nvPr>
                <p:custDataLst>
                  <p:tags r:id="rId110"/>
                </p:custDataLst>
              </p:nvPr>
            </p:nvCxnSpPr>
            <p:spPr>
              <a:xfrm>
                <a:off x="2518534"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7" name="直接连接符 206"/>
              <p:cNvCxnSpPr>
                <a:stCxn id="179" idx="2"/>
                <a:endCxn id="42" idx="0"/>
              </p:cNvCxnSpPr>
              <p:nvPr>
                <p:custDataLst>
                  <p:tags r:id="rId111"/>
                </p:custDataLst>
              </p:nvPr>
            </p:nvCxnSpPr>
            <p:spPr>
              <a:xfrm>
                <a:off x="3184803"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8" name="直接连接符 207"/>
              <p:cNvCxnSpPr>
                <a:stCxn id="180" idx="2"/>
                <a:endCxn id="42" idx="0"/>
              </p:cNvCxnSpPr>
              <p:nvPr>
                <p:custDataLst>
                  <p:tags r:id="rId112"/>
                </p:custDataLst>
              </p:nvPr>
            </p:nvCxnSpPr>
            <p:spPr>
              <a:xfrm flipH="1">
                <a:off x="3184803"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9" name="直接连接符 208"/>
              <p:cNvCxnSpPr>
                <a:stCxn id="181" idx="2"/>
                <a:endCxn id="42" idx="0"/>
              </p:cNvCxnSpPr>
              <p:nvPr>
                <p:custDataLst>
                  <p:tags r:id="rId113"/>
                </p:custDataLst>
              </p:nvPr>
            </p:nvCxnSpPr>
            <p:spPr>
              <a:xfrm flipH="1">
                <a:off x="3184803"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0" name="直接连接符 209"/>
              <p:cNvCxnSpPr>
                <a:stCxn id="182" idx="2"/>
                <a:endCxn id="42" idx="0"/>
              </p:cNvCxnSpPr>
              <p:nvPr>
                <p:custDataLst>
                  <p:tags r:id="rId114"/>
                </p:custDataLst>
              </p:nvPr>
            </p:nvCxnSpPr>
            <p:spPr>
              <a:xfrm flipH="1">
                <a:off x="3184803"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1" name="直接连接符 210"/>
              <p:cNvCxnSpPr>
                <a:stCxn id="183" idx="2"/>
                <a:endCxn id="42" idx="0"/>
              </p:cNvCxnSpPr>
              <p:nvPr>
                <p:custDataLst>
                  <p:tags r:id="rId115"/>
                </p:custDataLst>
              </p:nvPr>
            </p:nvCxnSpPr>
            <p:spPr>
              <a:xfrm flipH="1">
                <a:off x="3184803"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4" name="直接连接符 213"/>
              <p:cNvCxnSpPr>
                <a:stCxn id="184" idx="2"/>
                <a:endCxn id="42" idx="0"/>
              </p:cNvCxnSpPr>
              <p:nvPr>
                <p:custDataLst>
                  <p:tags r:id="rId116"/>
                </p:custDataLst>
              </p:nvPr>
            </p:nvCxnSpPr>
            <p:spPr>
              <a:xfrm flipH="1">
                <a:off x="3184803"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5" name="直接连接符 214"/>
              <p:cNvCxnSpPr>
                <a:stCxn id="177" idx="2"/>
                <a:endCxn id="43" idx="0"/>
              </p:cNvCxnSpPr>
              <p:nvPr>
                <p:custDataLst>
                  <p:tags r:id="rId117"/>
                </p:custDataLst>
              </p:nvPr>
            </p:nvCxnSpPr>
            <p:spPr>
              <a:xfrm>
                <a:off x="1852265"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6" name="直接连接符 215"/>
              <p:cNvCxnSpPr>
                <a:stCxn id="178" idx="2"/>
                <a:endCxn id="43" idx="0"/>
              </p:cNvCxnSpPr>
              <p:nvPr>
                <p:custDataLst>
                  <p:tags r:id="rId118"/>
                </p:custDataLst>
              </p:nvPr>
            </p:nvCxnSpPr>
            <p:spPr>
              <a:xfrm>
                <a:off x="2518534"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7" name="直接连接符 216"/>
              <p:cNvCxnSpPr>
                <a:stCxn id="179" idx="2"/>
                <a:endCxn id="43" idx="0"/>
              </p:cNvCxnSpPr>
              <p:nvPr>
                <p:custDataLst>
                  <p:tags r:id="rId119"/>
                </p:custDataLst>
              </p:nvPr>
            </p:nvCxnSpPr>
            <p:spPr>
              <a:xfrm>
                <a:off x="3184803"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8" name="直接连接符 217"/>
              <p:cNvCxnSpPr>
                <a:stCxn id="180" idx="2"/>
                <a:endCxn id="43" idx="0"/>
              </p:cNvCxnSpPr>
              <p:nvPr>
                <p:custDataLst>
                  <p:tags r:id="rId120"/>
                </p:custDataLst>
              </p:nvPr>
            </p:nvCxnSpPr>
            <p:spPr>
              <a:xfrm>
                <a:off x="3851072"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0" name="直接连接符 219"/>
              <p:cNvCxnSpPr>
                <a:stCxn id="181" idx="2"/>
                <a:endCxn id="43" idx="0"/>
              </p:cNvCxnSpPr>
              <p:nvPr>
                <p:custDataLst>
                  <p:tags r:id="rId121"/>
                </p:custDataLst>
              </p:nvPr>
            </p:nvCxnSpPr>
            <p:spPr>
              <a:xfrm flipH="1">
                <a:off x="3851073"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1" name="直接连接符 220"/>
              <p:cNvCxnSpPr>
                <a:stCxn id="182" idx="2"/>
                <a:endCxn id="43" idx="0"/>
              </p:cNvCxnSpPr>
              <p:nvPr>
                <p:custDataLst>
                  <p:tags r:id="rId122"/>
                </p:custDataLst>
              </p:nvPr>
            </p:nvCxnSpPr>
            <p:spPr>
              <a:xfrm flipH="1">
                <a:off x="3851072"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3" name="直接连接符 222"/>
              <p:cNvCxnSpPr>
                <a:stCxn id="183" idx="2"/>
                <a:endCxn id="43" idx="0"/>
              </p:cNvCxnSpPr>
              <p:nvPr>
                <p:custDataLst>
                  <p:tags r:id="rId123"/>
                </p:custDataLst>
              </p:nvPr>
            </p:nvCxnSpPr>
            <p:spPr>
              <a:xfrm flipH="1">
                <a:off x="3851072"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4" name="直接连接符 223"/>
              <p:cNvCxnSpPr>
                <a:stCxn id="184" idx="2"/>
                <a:endCxn id="43" idx="0"/>
              </p:cNvCxnSpPr>
              <p:nvPr>
                <p:custDataLst>
                  <p:tags r:id="rId124"/>
                </p:custDataLst>
              </p:nvPr>
            </p:nvCxnSpPr>
            <p:spPr>
              <a:xfrm flipH="1">
                <a:off x="3851072"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5" name="直接连接符 224"/>
              <p:cNvCxnSpPr>
                <a:stCxn id="177" idx="2"/>
                <a:endCxn id="132" idx="0"/>
              </p:cNvCxnSpPr>
              <p:nvPr>
                <p:custDataLst>
                  <p:tags r:id="rId125"/>
                </p:custDataLst>
              </p:nvPr>
            </p:nvCxnSpPr>
            <p:spPr>
              <a:xfrm>
                <a:off x="1852264"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6" name="直接连接符 225"/>
              <p:cNvCxnSpPr>
                <a:stCxn id="177" idx="2"/>
                <a:endCxn id="133" idx="0"/>
              </p:cNvCxnSpPr>
              <p:nvPr>
                <p:custDataLst>
                  <p:tags r:id="rId126"/>
                </p:custDataLst>
              </p:nvPr>
            </p:nvCxnSpPr>
            <p:spPr>
              <a:xfrm>
                <a:off x="1852265"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8" name="直接连接符 227"/>
              <p:cNvCxnSpPr>
                <a:stCxn id="177" idx="2"/>
                <a:endCxn id="134" idx="0"/>
              </p:cNvCxnSpPr>
              <p:nvPr>
                <p:custDataLst>
                  <p:tags r:id="rId127"/>
                </p:custDataLst>
              </p:nvPr>
            </p:nvCxnSpPr>
            <p:spPr>
              <a:xfrm>
                <a:off x="1852265" y="2708902"/>
                <a:ext cx="3997615"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9" name="直接连接符 228"/>
              <p:cNvCxnSpPr>
                <a:stCxn id="177" idx="2"/>
                <a:endCxn id="136" idx="0"/>
              </p:cNvCxnSpPr>
              <p:nvPr>
                <p:custDataLst>
                  <p:tags r:id="rId128"/>
                </p:custDataLst>
              </p:nvPr>
            </p:nvCxnSpPr>
            <p:spPr>
              <a:xfrm>
                <a:off x="1852265" y="2708902"/>
                <a:ext cx="4663884"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0" name="直接连接符 229"/>
              <p:cNvCxnSpPr>
                <a:stCxn id="178" idx="2"/>
                <a:endCxn id="132" idx="0"/>
              </p:cNvCxnSpPr>
              <p:nvPr>
                <p:custDataLst>
                  <p:tags r:id="rId129"/>
                </p:custDataLst>
              </p:nvPr>
            </p:nvCxnSpPr>
            <p:spPr>
              <a:xfrm>
                <a:off x="2518534"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1" name="直接连接符 230"/>
              <p:cNvCxnSpPr>
                <a:stCxn id="179" idx="2"/>
                <a:endCxn id="132" idx="0"/>
              </p:cNvCxnSpPr>
              <p:nvPr>
                <p:custDataLst>
                  <p:tags r:id="rId130"/>
                </p:custDataLst>
              </p:nvPr>
            </p:nvCxnSpPr>
            <p:spPr>
              <a:xfrm>
                <a:off x="3184803"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2" name="直接连接符 231"/>
              <p:cNvCxnSpPr>
                <a:stCxn id="180" idx="2"/>
                <a:endCxn id="132" idx="0"/>
              </p:cNvCxnSpPr>
              <p:nvPr>
                <p:custDataLst>
                  <p:tags r:id="rId131"/>
                </p:custDataLst>
              </p:nvPr>
            </p:nvCxnSpPr>
            <p:spPr>
              <a:xfrm>
                <a:off x="3851073"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3" name="直接连接符 232"/>
              <p:cNvCxnSpPr>
                <a:stCxn id="181" idx="2"/>
                <a:endCxn id="132" idx="0"/>
              </p:cNvCxnSpPr>
              <p:nvPr>
                <p:custDataLst>
                  <p:tags r:id="rId132"/>
                </p:custDataLst>
              </p:nvPr>
            </p:nvCxnSpPr>
            <p:spPr>
              <a:xfrm>
                <a:off x="4517341"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4" name="直接连接符 233"/>
              <p:cNvCxnSpPr>
                <a:stCxn id="182" idx="2"/>
                <a:endCxn id="132" idx="0"/>
              </p:cNvCxnSpPr>
              <p:nvPr>
                <p:custDataLst>
                  <p:tags r:id="rId133"/>
                </p:custDataLst>
              </p:nvPr>
            </p:nvCxnSpPr>
            <p:spPr>
              <a:xfrm flipH="1">
                <a:off x="4517342"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5" name="直接连接符 234"/>
              <p:cNvCxnSpPr>
                <a:stCxn id="183" idx="2"/>
                <a:endCxn id="132" idx="0"/>
              </p:cNvCxnSpPr>
              <p:nvPr>
                <p:custDataLst>
                  <p:tags r:id="rId134"/>
                </p:custDataLst>
              </p:nvPr>
            </p:nvCxnSpPr>
            <p:spPr>
              <a:xfrm flipH="1">
                <a:off x="4517341"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6" name="直接连接符 235"/>
              <p:cNvCxnSpPr>
                <a:stCxn id="184" idx="2"/>
                <a:endCxn id="132" idx="0"/>
              </p:cNvCxnSpPr>
              <p:nvPr>
                <p:custDataLst>
                  <p:tags r:id="rId135"/>
                </p:custDataLst>
              </p:nvPr>
            </p:nvCxnSpPr>
            <p:spPr>
              <a:xfrm flipH="1">
                <a:off x="4517342"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7" name="直接连接符 236"/>
              <p:cNvCxnSpPr>
                <a:stCxn id="178" idx="2"/>
                <a:endCxn id="133" idx="0"/>
              </p:cNvCxnSpPr>
              <p:nvPr>
                <p:custDataLst>
                  <p:tags r:id="rId136"/>
                </p:custDataLst>
              </p:nvPr>
            </p:nvCxnSpPr>
            <p:spPr>
              <a:xfrm>
                <a:off x="2518534"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8" name="直接连接符 237"/>
              <p:cNvCxnSpPr>
                <a:stCxn id="179" idx="2"/>
                <a:endCxn id="133" idx="0"/>
              </p:cNvCxnSpPr>
              <p:nvPr>
                <p:custDataLst>
                  <p:tags r:id="rId137"/>
                </p:custDataLst>
              </p:nvPr>
            </p:nvCxnSpPr>
            <p:spPr>
              <a:xfrm>
                <a:off x="3184803"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9" name="直接连接符 238"/>
              <p:cNvCxnSpPr>
                <a:stCxn id="180" idx="2"/>
                <a:endCxn id="133" idx="0"/>
              </p:cNvCxnSpPr>
              <p:nvPr>
                <p:custDataLst>
                  <p:tags r:id="rId138"/>
                </p:custDataLst>
              </p:nvPr>
            </p:nvCxnSpPr>
            <p:spPr>
              <a:xfrm>
                <a:off x="3851072"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0" name="直接连接符 239"/>
              <p:cNvCxnSpPr>
                <a:stCxn id="181" idx="2"/>
                <a:endCxn id="133" idx="0"/>
              </p:cNvCxnSpPr>
              <p:nvPr>
                <p:custDataLst>
                  <p:tags r:id="rId139"/>
                </p:custDataLst>
              </p:nvPr>
            </p:nvCxnSpPr>
            <p:spPr>
              <a:xfrm>
                <a:off x="4517342"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1" name="直接连接符 240"/>
              <p:cNvCxnSpPr>
                <a:stCxn id="182" idx="2"/>
                <a:endCxn id="133" idx="0"/>
              </p:cNvCxnSpPr>
              <p:nvPr>
                <p:custDataLst>
                  <p:tags r:id="rId140"/>
                </p:custDataLst>
              </p:nvPr>
            </p:nvCxnSpPr>
            <p:spPr>
              <a:xfrm>
                <a:off x="5183610"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2" name="直接连接符 241"/>
              <p:cNvCxnSpPr>
                <a:stCxn id="183" idx="2"/>
                <a:endCxn id="133" idx="0"/>
              </p:cNvCxnSpPr>
              <p:nvPr>
                <p:custDataLst>
                  <p:tags r:id="rId141"/>
                </p:custDataLst>
              </p:nvPr>
            </p:nvCxnSpPr>
            <p:spPr>
              <a:xfrm flipH="1">
                <a:off x="5183611"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3" name="直接连接符 242"/>
              <p:cNvCxnSpPr>
                <a:stCxn id="184" idx="2"/>
                <a:endCxn id="133" idx="0"/>
              </p:cNvCxnSpPr>
              <p:nvPr>
                <p:custDataLst>
                  <p:tags r:id="rId142"/>
                </p:custDataLst>
              </p:nvPr>
            </p:nvCxnSpPr>
            <p:spPr>
              <a:xfrm flipH="1">
                <a:off x="5183611"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4" name="直接连接符 243"/>
              <p:cNvCxnSpPr>
                <a:stCxn id="178" idx="2"/>
                <a:endCxn id="134" idx="0"/>
              </p:cNvCxnSpPr>
              <p:nvPr>
                <p:custDataLst>
                  <p:tags r:id="rId143"/>
                </p:custDataLst>
              </p:nvPr>
            </p:nvCxnSpPr>
            <p:spPr>
              <a:xfrm>
                <a:off x="2518534"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5" name="直接连接符 244"/>
              <p:cNvCxnSpPr>
                <a:stCxn id="179" idx="2"/>
                <a:endCxn id="134" idx="0"/>
              </p:cNvCxnSpPr>
              <p:nvPr>
                <p:custDataLst>
                  <p:tags r:id="rId144"/>
                </p:custDataLst>
              </p:nvPr>
            </p:nvCxnSpPr>
            <p:spPr>
              <a:xfrm>
                <a:off x="3184803"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6" name="直接连接符 245"/>
              <p:cNvCxnSpPr>
                <a:stCxn id="180" idx="2"/>
                <a:endCxn id="134" idx="0"/>
              </p:cNvCxnSpPr>
              <p:nvPr>
                <p:custDataLst>
                  <p:tags r:id="rId145"/>
                </p:custDataLst>
              </p:nvPr>
            </p:nvCxnSpPr>
            <p:spPr>
              <a:xfrm>
                <a:off x="3851072"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7" name="直接连接符 246"/>
              <p:cNvCxnSpPr>
                <a:stCxn id="181" idx="2"/>
                <a:endCxn id="134" idx="0"/>
              </p:cNvCxnSpPr>
              <p:nvPr>
                <p:custDataLst>
                  <p:tags r:id="rId146"/>
                </p:custDataLst>
              </p:nvPr>
            </p:nvCxnSpPr>
            <p:spPr>
              <a:xfrm>
                <a:off x="4517341"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8" name="直接连接符 247"/>
              <p:cNvCxnSpPr>
                <a:stCxn id="182" idx="2"/>
                <a:endCxn id="134" idx="0"/>
              </p:cNvCxnSpPr>
              <p:nvPr>
                <p:custDataLst>
                  <p:tags r:id="rId147"/>
                </p:custDataLst>
              </p:nvPr>
            </p:nvCxnSpPr>
            <p:spPr>
              <a:xfrm>
                <a:off x="5183611"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49" name="直接连接符 248"/>
              <p:cNvCxnSpPr>
                <a:stCxn id="183" idx="2"/>
                <a:endCxn id="134" idx="0"/>
              </p:cNvCxnSpPr>
              <p:nvPr>
                <p:custDataLst>
                  <p:tags r:id="rId148"/>
                </p:custDataLst>
              </p:nvPr>
            </p:nvCxnSpPr>
            <p:spPr>
              <a:xfrm>
                <a:off x="5849880"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0" name="直接连接符 249"/>
              <p:cNvCxnSpPr>
                <a:stCxn id="184" idx="2"/>
                <a:endCxn id="134" idx="0"/>
              </p:cNvCxnSpPr>
              <p:nvPr>
                <p:custDataLst>
                  <p:tags r:id="rId149"/>
                </p:custDataLst>
              </p:nvPr>
            </p:nvCxnSpPr>
            <p:spPr>
              <a:xfrm flipH="1">
                <a:off x="5849880"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1" name="直接连接符 250"/>
              <p:cNvCxnSpPr>
                <a:stCxn id="178" idx="2"/>
                <a:endCxn id="136" idx="0"/>
              </p:cNvCxnSpPr>
              <p:nvPr>
                <p:custDataLst>
                  <p:tags r:id="rId150"/>
                </p:custDataLst>
              </p:nvPr>
            </p:nvCxnSpPr>
            <p:spPr>
              <a:xfrm>
                <a:off x="2518534" y="2708902"/>
                <a:ext cx="3997615"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5" name="直接连接符 254"/>
              <p:cNvCxnSpPr>
                <a:stCxn id="179" idx="2"/>
                <a:endCxn id="136" idx="0"/>
              </p:cNvCxnSpPr>
              <p:nvPr>
                <p:custDataLst>
                  <p:tags r:id="rId151"/>
                </p:custDataLst>
              </p:nvPr>
            </p:nvCxnSpPr>
            <p:spPr>
              <a:xfrm>
                <a:off x="3184803" y="2708902"/>
                <a:ext cx="3331346"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6" name="直接连接符 255"/>
              <p:cNvCxnSpPr>
                <a:stCxn id="180" idx="2"/>
                <a:endCxn id="136" idx="0"/>
              </p:cNvCxnSpPr>
              <p:nvPr>
                <p:custDataLst>
                  <p:tags r:id="rId152"/>
                </p:custDataLst>
              </p:nvPr>
            </p:nvCxnSpPr>
            <p:spPr>
              <a:xfrm>
                <a:off x="3851072" y="2708902"/>
                <a:ext cx="2665077"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8" name="直接连接符 257"/>
              <p:cNvCxnSpPr>
                <a:stCxn id="181" idx="2"/>
                <a:endCxn id="136" idx="0"/>
              </p:cNvCxnSpPr>
              <p:nvPr>
                <p:custDataLst>
                  <p:tags r:id="rId153"/>
                </p:custDataLst>
              </p:nvPr>
            </p:nvCxnSpPr>
            <p:spPr>
              <a:xfrm>
                <a:off x="4517342" y="2708902"/>
                <a:ext cx="199880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9" name="直接连接符 258"/>
              <p:cNvCxnSpPr>
                <a:stCxn id="182" idx="2"/>
                <a:endCxn id="136" idx="0"/>
              </p:cNvCxnSpPr>
              <p:nvPr>
                <p:custDataLst>
                  <p:tags r:id="rId154"/>
                </p:custDataLst>
              </p:nvPr>
            </p:nvCxnSpPr>
            <p:spPr>
              <a:xfrm>
                <a:off x="5183611" y="2708902"/>
                <a:ext cx="1332538"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1" name="直接连接符 260"/>
              <p:cNvCxnSpPr>
                <a:stCxn id="183" idx="2"/>
                <a:endCxn id="136" idx="0"/>
              </p:cNvCxnSpPr>
              <p:nvPr>
                <p:custDataLst>
                  <p:tags r:id="rId155"/>
                </p:custDataLst>
              </p:nvPr>
            </p:nvCxnSpPr>
            <p:spPr>
              <a:xfrm>
                <a:off x="5849880" y="2708902"/>
                <a:ext cx="666269"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2" name="直接连接符 261"/>
              <p:cNvCxnSpPr>
                <a:stCxn id="184" idx="2"/>
                <a:endCxn id="136" idx="0"/>
              </p:cNvCxnSpPr>
              <p:nvPr>
                <p:custDataLst>
                  <p:tags r:id="rId156"/>
                </p:custDataLst>
              </p:nvPr>
            </p:nvCxnSpPr>
            <p:spPr>
              <a:xfrm>
                <a:off x="6516149" y="2708902"/>
                <a:ext cx="0" cy="94446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264" name="文本框 263"/>
              <p:cNvSpPr txBox="1"/>
              <p:nvPr>
                <p:custDataLst>
                  <p:tags r:id="rId157"/>
                </p:custDataLst>
              </p:nvPr>
            </p:nvSpPr>
            <p:spPr>
              <a:xfrm>
                <a:off x="6700341" y="3562252"/>
                <a:ext cx="2058511" cy="682132"/>
              </a:xfrm>
              <a:prstGeom prst="rect">
                <a:avLst/>
              </a:prstGeom>
              <a:noFill/>
            </p:spPr>
            <p:txBody>
              <a:bodyPr wrap="square" rtlCol="0">
                <a:spAutoFit/>
              </a:bodyPr>
              <a:lstStyle/>
              <a:p>
                <a:pPr defTabSz="914400">
                  <a:defRPr/>
                </a:pPr>
                <a:r>
                  <a:rPr lang="en-US" altLang="zh-CN" sz="1200" b="1" dirty="0">
                    <a:solidFill>
                      <a:prstClr val="black"/>
                    </a:solidFill>
                    <a:latin typeface="Calibri"/>
                    <a:ea typeface="宋体"/>
                  </a:rPr>
                  <a:t>S1</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265" name="图片 264" descr="CE12800交换机-蓝.png"/>
              <p:cNvPicPr>
                <a:picLocks noChangeAspect="1"/>
              </p:cNvPicPr>
              <p:nvPr>
                <p:custDataLst>
                  <p:tags r:id="rId158"/>
                </p:custDataLst>
              </p:nvPr>
            </p:nvPicPr>
            <p:blipFill>
              <a:blip r:embed="rId18" cstate="print"/>
              <a:stretch>
                <a:fillRect/>
              </a:stretch>
            </p:blipFill>
            <p:spPr>
              <a:xfrm>
                <a:off x="1668072" y="1446231"/>
                <a:ext cx="367750" cy="290262"/>
              </a:xfrm>
              <a:prstGeom prst="rect">
                <a:avLst/>
              </a:prstGeom>
            </p:spPr>
          </p:pic>
          <p:pic>
            <p:nvPicPr>
              <p:cNvPr id="266" name="图片 265" descr="CE12800交换机-蓝.png"/>
              <p:cNvPicPr>
                <a:picLocks noChangeAspect="1"/>
              </p:cNvPicPr>
              <p:nvPr>
                <p:custDataLst>
                  <p:tags r:id="rId159"/>
                </p:custDataLst>
              </p:nvPr>
            </p:nvPicPr>
            <p:blipFill>
              <a:blip r:embed="rId18" cstate="print"/>
              <a:stretch>
                <a:fillRect/>
              </a:stretch>
            </p:blipFill>
            <p:spPr>
              <a:xfrm>
                <a:off x="2334342" y="1446231"/>
                <a:ext cx="367750" cy="290262"/>
              </a:xfrm>
              <a:prstGeom prst="rect">
                <a:avLst/>
              </a:prstGeom>
            </p:spPr>
          </p:pic>
          <p:pic>
            <p:nvPicPr>
              <p:cNvPr id="267" name="图片 266" descr="CE12800交换机-蓝.png"/>
              <p:cNvPicPr>
                <a:picLocks noChangeAspect="1"/>
              </p:cNvPicPr>
              <p:nvPr>
                <p:custDataLst>
                  <p:tags r:id="rId160"/>
                </p:custDataLst>
              </p:nvPr>
            </p:nvPicPr>
            <p:blipFill>
              <a:blip r:embed="rId18" cstate="print"/>
              <a:stretch>
                <a:fillRect/>
              </a:stretch>
            </p:blipFill>
            <p:spPr>
              <a:xfrm>
                <a:off x="3000611" y="1446231"/>
                <a:ext cx="367750" cy="290262"/>
              </a:xfrm>
              <a:prstGeom prst="rect">
                <a:avLst/>
              </a:prstGeom>
            </p:spPr>
          </p:pic>
          <p:pic>
            <p:nvPicPr>
              <p:cNvPr id="268" name="图片 267" descr="CE12800交换机-蓝.png"/>
              <p:cNvPicPr>
                <a:picLocks noChangeAspect="1"/>
              </p:cNvPicPr>
              <p:nvPr>
                <p:custDataLst>
                  <p:tags r:id="rId161"/>
                </p:custDataLst>
              </p:nvPr>
            </p:nvPicPr>
            <p:blipFill>
              <a:blip r:embed="rId18" cstate="print"/>
              <a:stretch>
                <a:fillRect/>
              </a:stretch>
            </p:blipFill>
            <p:spPr>
              <a:xfrm>
                <a:off x="3666880" y="1446231"/>
                <a:ext cx="367750" cy="290262"/>
              </a:xfrm>
              <a:prstGeom prst="rect">
                <a:avLst/>
              </a:prstGeom>
            </p:spPr>
          </p:pic>
          <p:pic>
            <p:nvPicPr>
              <p:cNvPr id="269" name="图片 268" descr="CE12800交换机-蓝.png"/>
              <p:cNvPicPr>
                <a:picLocks noChangeAspect="1"/>
              </p:cNvPicPr>
              <p:nvPr>
                <p:custDataLst>
                  <p:tags r:id="rId162"/>
                </p:custDataLst>
              </p:nvPr>
            </p:nvPicPr>
            <p:blipFill>
              <a:blip r:embed="rId18" cstate="print"/>
              <a:stretch>
                <a:fillRect/>
              </a:stretch>
            </p:blipFill>
            <p:spPr>
              <a:xfrm>
                <a:off x="4333149" y="1446231"/>
                <a:ext cx="367750" cy="290262"/>
              </a:xfrm>
              <a:prstGeom prst="rect">
                <a:avLst/>
              </a:prstGeom>
            </p:spPr>
          </p:pic>
          <p:pic>
            <p:nvPicPr>
              <p:cNvPr id="270" name="图片 269" descr="CE12800交换机-蓝.png"/>
              <p:cNvPicPr>
                <a:picLocks noChangeAspect="1"/>
              </p:cNvPicPr>
              <p:nvPr>
                <p:custDataLst>
                  <p:tags r:id="rId163"/>
                </p:custDataLst>
              </p:nvPr>
            </p:nvPicPr>
            <p:blipFill>
              <a:blip r:embed="rId18" cstate="print"/>
              <a:stretch>
                <a:fillRect/>
              </a:stretch>
            </p:blipFill>
            <p:spPr>
              <a:xfrm>
                <a:off x="4999418" y="1446231"/>
                <a:ext cx="367750" cy="290262"/>
              </a:xfrm>
              <a:prstGeom prst="rect">
                <a:avLst/>
              </a:prstGeom>
            </p:spPr>
          </p:pic>
          <p:pic>
            <p:nvPicPr>
              <p:cNvPr id="271" name="图片 270" descr="CE12800交换机-蓝.png"/>
              <p:cNvPicPr>
                <a:picLocks noChangeAspect="1"/>
              </p:cNvPicPr>
              <p:nvPr>
                <p:custDataLst>
                  <p:tags r:id="rId164"/>
                </p:custDataLst>
              </p:nvPr>
            </p:nvPicPr>
            <p:blipFill>
              <a:blip r:embed="rId18" cstate="print"/>
              <a:stretch>
                <a:fillRect/>
              </a:stretch>
            </p:blipFill>
            <p:spPr>
              <a:xfrm>
                <a:off x="5665688" y="1446231"/>
                <a:ext cx="367750" cy="290262"/>
              </a:xfrm>
              <a:prstGeom prst="rect">
                <a:avLst/>
              </a:prstGeom>
            </p:spPr>
          </p:pic>
          <p:pic>
            <p:nvPicPr>
              <p:cNvPr id="272" name="图片 271" descr="CE12800交换机-蓝.png"/>
              <p:cNvPicPr>
                <a:picLocks noChangeAspect="1"/>
              </p:cNvPicPr>
              <p:nvPr>
                <p:custDataLst>
                  <p:tags r:id="rId165"/>
                </p:custDataLst>
              </p:nvPr>
            </p:nvPicPr>
            <p:blipFill>
              <a:blip r:embed="rId18" cstate="print"/>
              <a:stretch>
                <a:fillRect/>
              </a:stretch>
            </p:blipFill>
            <p:spPr>
              <a:xfrm>
                <a:off x="6331957" y="1446231"/>
                <a:ext cx="367750" cy="290262"/>
              </a:xfrm>
              <a:prstGeom prst="rect">
                <a:avLst/>
              </a:prstGeom>
            </p:spPr>
          </p:pic>
          <p:cxnSp>
            <p:nvCxnSpPr>
              <p:cNvPr id="273" name="直接连接符 272"/>
              <p:cNvCxnSpPr>
                <a:stCxn id="177" idx="0"/>
                <a:endCxn id="265" idx="2"/>
              </p:cNvCxnSpPr>
              <p:nvPr>
                <p:custDataLst>
                  <p:tags r:id="rId166"/>
                </p:custDataLst>
              </p:nvPr>
            </p:nvCxnSpPr>
            <p:spPr>
              <a:xfrm flipV="1">
                <a:off x="1852265"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4" name="直接连接符 273"/>
              <p:cNvCxnSpPr>
                <a:stCxn id="177" idx="0"/>
                <a:endCxn id="266" idx="2"/>
              </p:cNvCxnSpPr>
              <p:nvPr>
                <p:custDataLst>
                  <p:tags r:id="rId167"/>
                </p:custDataLst>
              </p:nvPr>
            </p:nvCxnSpPr>
            <p:spPr>
              <a:xfrm flipV="1">
                <a:off x="1852265"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5" name="直接连接符 274"/>
              <p:cNvCxnSpPr>
                <a:stCxn id="177" idx="0"/>
                <a:endCxn id="267" idx="2"/>
              </p:cNvCxnSpPr>
              <p:nvPr>
                <p:custDataLst>
                  <p:tags r:id="rId168"/>
                </p:custDataLst>
              </p:nvPr>
            </p:nvCxnSpPr>
            <p:spPr>
              <a:xfrm flipV="1">
                <a:off x="1852265"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6" name="直接连接符 275"/>
              <p:cNvCxnSpPr>
                <a:stCxn id="177" idx="0"/>
                <a:endCxn id="268" idx="2"/>
              </p:cNvCxnSpPr>
              <p:nvPr>
                <p:custDataLst>
                  <p:tags r:id="rId169"/>
                </p:custDataLst>
              </p:nvPr>
            </p:nvCxnSpPr>
            <p:spPr>
              <a:xfrm flipV="1">
                <a:off x="1852265"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7" name="直接连接符 276"/>
              <p:cNvCxnSpPr>
                <a:stCxn id="177" idx="0"/>
                <a:endCxn id="269" idx="2"/>
              </p:cNvCxnSpPr>
              <p:nvPr>
                <p:custDataLst>
                  <p:tags r:id="rId170"/>
                </p:custDataLst>
              </p:nvPr>
            </p:nvCxnSpPr>
            <p:spPr>
              <a:xfrm flipV="1">
                <a:off x="1852264"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8" name="直接连接符 277"/>
              <p:cNvCxnSpPr>
                <a:stCxn id="177" idx="0"/>
                <a:endCxn id="270" idx="2"/>
              </p:cNvCxnSpPr>
              <p:nvPr>
                <p:custDataLst>
                  <p:tags r:id="rId171"/>
                </p:custDataLst>
              </p:nvPr>
            </p:nvCxnSpPr>
            <p:spPr>
              <a:xfrm flipV="1">
                <a:off x="1852265"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9" name="直接连接符 278"/>
              <p:cNvCxnSpPr>
                <a:stCxn id="177" idx="0"/>
                <a:endCxn id="271" idx="2"/>
              </p:cNvCxnSpPr>
              <p:nvPr>
                <p:custDataLst>
                  <p:tags r:id="rId172"/>
                </p:custDataLst>
              </p:nvPr>
            </p:nvCxnSpPr>
            <p:spPr>
              <a:xfrm flipV="1">
                <a:off x="1852265" y="1736492"/>
                <a:ext cx="3997615"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0" name="直接连接符 279"/>
              <p:cNvCxnSpPr>
                <a:stCxn id="177" idx="0"/>
                <a:endCxn id="272" idx="2"/>
              </p:cNvCxnSpPr>
              <p:nvPr>
                <p:custDataLst>
                  <p:tags r:id="rId173"/>
                </p:custDataLst>
              </p:nvPr>
            </p:nvCxnSpPr>
            <p:spPr>
              <a:xfrm flipV="1">
                <a:off x="1852265" y="1736492"/>
                <a:ext cx="4663884"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1" name="直接连接符 280"/>
              <p:cNvCxnSpPr>
                <a:stCxn id="178" idx="0"/>
                <a:endCxn id="266" idx="2"/>
              </p:cNvCxnSpPr>
              <p:nvPr>
                <p:custDataLst>
                  <p:tags r:id="rId174"/>
                </p:custDataLst>
              </p:nvPr>
            </p:nvCxnSpPr>
            <p:spPr>
              <a:xfrm flipV="1">
                <a:off x="2518534"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2" name="直接连接符 281"/>
              <p:cNvCxnSpPr>
                <a:stCxn id="178" idx="0"/>
                <a:endCxn id="265" idx="2"/>
              </p:cNvCxnSpPr>
              <p:nvPr>
                <p:custDataLst>
                  <p:tags r:id="rId175"/>
                </p:custDataLst>
              </p:nvPr>
            </p:nvCxnSpPr>
            <p:spPr>
              <a:xfrm flipH="1" flipV="1">
                <a:off x="1852265"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0" name="直接连接符 289"/>
              <p:cNvCxnSpPr>
                <a:stCxn id="178" idx="0"/>
                <a:endCxn id="267" idx="2"/>
              </p:cNvCxnSpPr>
              <p:nvPr>
                <p:custDataLst>
                  <p:tags r:id="rId176"/>
                </p:custDataLst>
              </p:nvPr>
            </p:nvCxnSpPr>
            <p:spPr>
              <a:xfrm flipV="1">
                <a:off x="2518534"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1" name="直接连接符 290"/>
              <p:cNvCxnSpPr>
                <a:stCxn id="178" idx="0"/>
                <a:endCxn id="268" idx="2"/>
              </p:cNvCxnSpPr>
              <p:nvPr>
                <p:custDataLst>
                  <p:tags r:id="rId177"/>
                </p:custDataLst>
              </p:nvPr>
            </p:nvCxnSpPr>
            <p:spPr>
              <a:xfrm flipV="1">
                <a:off x="2518534"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2" name="直接连接符 291"/>
              <p:cNvCxnSpPr>
                <a:stCxn id="178" idx="0"/>
                <a:endCxn id="269" idx="2"/>
              </p:cNvCxnSpPr>
              <p:nvPr>
                <p:custDataLst>
                  <p:tags r:id="rId178"/>
                </p:custDataLst>
              </p:nvPr>
            </p:nvCxnSpPr>
            <p:spPr>
              <a:xfrm flipV="1">
                <a:off x="2518534"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3" name="直接连接符 292"/>
              <p:cNvCxnSpPr>
                <a:stCxn id="178" idx="0"/>
                <a:endCxn id="270" idx="2"/>
              </p:cNvCxnSpPr>
              <p:nvPr>
                <p:custDataLst>
                  <p:tags r:id="rId179"/>
                </p:custDataLst>
              </p:nvPr>
            </p:nvCxnSpPr>
            <p:spPr>
              <a:xfrm flipV="1">
                <a:off x="2518534"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4" name="直接连接符 293"/>
              <p:cNvCxnSpPr>
                <a:stCxn id="178" idx="0"/>
                <a:endCxn id="271" idx="2"/>
              </p:cNvCxnSpPr>
              <p:nvPr>
                <p:custDataLst>
                  <p:tags r:id="rId180"/>
                </p:custDataLst>
              </p:nvPr>
            </p:nvCxnSpPr>
            <p:spPr>
              <a:xfrm flipV="1">
                <a:off x="2518534"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5" name="直接连接符 294"/>
              <p:cNvCxnSpPr>
                <a:stCxn id="178" idx="0"/>
                <a:endCxn id="272" idx="2"/>
              </p:cNvCxnSpPr>
              <p:nvPr>
                <p:custDataLst>
                  <p:tags r:id="rId181"/>
                </p:custDataLst>
              </p:nvPr>
            </p:nvCxnSpPr>
            <p:spPr>
              <a:xfrm flipV="1">
                <a:off x="2518534" y="1736492"/>
                <a:ext cx="3997615"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6" name="直接连接符 295"/>
              <p:cNvCxnSpPr>
                <a:stCxn id="179" idx="0"/>
                <a:endCxn id="265" idx="2"/>
              </p:cNvCxnSpPr>
              <p:nvPr>
                <p:custDataLst>
                  <p:tags r:id="rId182"/>
                </p:custDataLst>
              </p:nvPr>
            </p:nvCxnSpPr>
            <p:spPr>
              <a:xfrm flipH="1" flipV="1">
                <a:off x="1852265"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7" name="直接连接符 296"/>
              <p:cNvCxnSpPr>
                <a:stCxn id="179" idx="0"/>
                <a:endCxn id="266" idx="2"/>
              </p:cNvCxnSpPr>
              <p:nvPr>
                <p:custDataLst>
                  <p:tags r:id="rId183"/>
                </p:custDataLst>
              </p:nvPr>
            </p:nvCxnSpPr>
            <p:spPr>
              <a:xfrm flipH="1" flipV="1">
                <a:off x="2518534"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8" name="直接连接符 297"/>
              <p:cNvCxnSpPr>
                <a:stCxn id="179" idx="0"/>
                <a:endCxn id="267" idx="2"/>
              </p:cNvCxnSpPr>
              <p:nvPr>
                <p:custDataLst>
                  <p:tags r:id="rId184"/>
                </p:custDataLst>
              </p:nvPr>
            </p:nvCxnSpPr>
            <p:spPr>
              <a:xfrm flipV="1">
                <a:off x="3184803"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9" name="直接连接符 298"/>
              <p:cNvCxnSpPr>
                <a:stCxn id="179" idx="0"/>
                <a:endCxn id="268" idx="2"/>
              </p:cNvCxnSpPr>
              <p:nvPr>
                <p:custDataLst>
                  <p:tags r:id="rId185"/>
                </p:custDataLst>
              </p:nvPr>
            </p:nvCxnSpPr>
            <p:spPr>
              <a:xfrm flipV="1">
                <a:off x="3184803"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0" name="直接连接符 299"/>
              <p:cNvCxnSpPr>
                <a:stCxn id="179" idx="0"/>
                <a:endCxn id="269" idx="2"/>
              </p:cNvCxnSpPr>
              <p:nvPr>
                <p:custDataLst>
                  <p:tags r:id="rId186"/>
                </p:custDataLst>
              </p:nvPr>
            </p:nvCxnSpPr>
            <p:spPr>
              <a:xfrm flipV="1">
                <a:off x="3184803"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1" name="直接连接符 300"/>
              <p:cNvCxnSpPr>
                <a:stCxn id="179" idx="0"/>
                <a:endCxn id="270" idx="2"/>
              </p:cNvCxnSpPr>
              <p:nvPr>
                <p:custDataLst>
                  <p:tags r:id="rId187"/>
                </p:custDataLst>
              </p:nvPr>
            </p:nvCxnSpPr>
            <p:spPr>
              <a:xfrm flipV="1">
                <a:off x="3184803"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2" name="直接连接符 301"/>
              <p:cNvCxnSpPr>
                <a:stCxn id="179" idx="0"/>
                <a:endCxn id="271" idx="2"/>
              </p:cNvCxnSpPr>
              <p:nvPr>
                <p:custDataLst>
                  <p:tags r:id="rId188"/>
                </p:custDataLst>
              </p:nvPr>
            </p:nvCxnSpPr>
            <p:spPr>
              <a:xfrm flipV="1">
                <a:off x="3184803"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4" name="直接连接符 303"/>
              <p:cNvCxnSpPr>
                <a:stCxn id="179" idx="0"/>
                <a:endCxn id="272" idx="2"/>
              </p:cNvCxnSpPr>
              <p:nvPr>
                <p:custDataLst>
                  <p:tags r:id="rId189"/>
                </p:custDataLst>
              </p:nvPr>
            </p:nvCxnSpPr>
            <p:spPr>
              <a:xfrm flipV="1">
                <a:off x="3184803"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5" name="直接连接符 304"/>
              <p:cNvCxnSpPr>
                <a:stCxn id="180" idx="0"/>
                <a:endCxn id="265" idx="2"/>
              </p:cNvCxnSpPr>
              <p:nvPr>
                <p:custDataLst>
                  <p:tags r:id="rId190"/>
                </p:custDataLst>
              </p:nvPr>
            </p:nvCxnSpPr>
            <p:spPr>
              <a:xfrm flipH="1" flipV="1">
                <a:off x="1852265"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6" name="直接连接符 305"/>
              <p:cNvCxnSpPr>
                <a:stCxn id="180" idx="0"/>
                <a:endCxn id="266" idx="2"/>
              </p:cNvCxnSpPr>
              <p:nvPr>
                <p:custDataLst>
                  <p:tags r:id="rId191"/>
                </p:custDataLst>
              </p:nvPr>
            </p:nvCxnSpPr>
            <p:spPr>
              <a:xfrm flipH="1" flipV="1">
                <a:off x="2518534"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7" name="直接连接符 306"/>
              <p:cNvCxnSpPr>
                <a:stCxn id="180" idx="0"/>
                <a:endCxn id="267" idx="2"/>
              </p:cNvCxnSpPr>
              <p:nvPr>
                <p:custDataLst>
                  <p:tags r:id="rId192"/>
                </p:custDataLst>
              </p:nvPr>
            </p:nvCxnSpPr>
            <p:spPr>
              <a:xfrm flipH="1" flipV="1">
                <a:off x="3184803"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8" name="直接连接符 307"/>
              <p:cNvCxnSpPr>
                <a:endCxn id="268" idx="2"/>
              </p:cNvCxnSpPr>
              <p:nvPr>
                <p:custDataLst>
                  <p:tags r:id="rId193"/>
                </p:custDataLst>
              </p:nvPr>
            </p:nvCxnSpPr>
            <p:spPr>
              <a:xfrm flipV="1">
                <a:off x="3851072" y="1736493"/>
                <a:ext cx="0" cy="67389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9" name="直接连接符 308"/>
              <p:cNvCxnSpPr>
                <a:stCxn id="180" idx="0"/>
                <a:endCxn id="269" idx="2"/>
              </p:cNvCxnSpPr>
              <p:nvPr>
                <p:custDataLst>
                  <p:tags r:id="rId194"/>
                </p:custDataLst>
              </p:nvPr>
            </p:nvCxnSpPr>
            <p:spPr>
              <a:xfrm flipV="1">
                <a:off x="3851073"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0" name="直接连接符 309"/>
              <p:cNvCxnSpPr>
                <a:stCxn id="180" idx="0"/>
                <a:endCxn id="270" idx="2"/>
              </p:cNvCxnSpPr>
              <p:nvPr>
                <p:custDataLst>
                  <p:tags r:id="rId195"/>
                </p:custDataLst>
              </p:nvPr>
            </p:nvCxnSpPr>
            <p:spPr>
              <a:xfrm flipV="1">
                <a:off x="3851072"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1" name="直接连接符 310"/>
              <p:cNvCxnSpPr>
                <a:stCxn id="180" idx="0"/>
                <a:endCxn id="271" idx="2"/>
              </p:cNvCxnSpPr>
              <p:nvPr>
                <p:custDataLst>
                  <p:tags r:id="rId196"/>
                </p:custDataLst>
              </p:nvPr>
            </p:nvCxnSpPr>
            <p:spPr>
              <a:xfrm flipV="1">
                <a:off x="3851072"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2" name="直接连接符 311"/>
              <p:cNvCxnSpPr>
                <a:stCxn id="180" idx="0"/>
                <a:endCxn id="272" idx="2"/>
              </p:cNvCxnSpPr>
              <p:nvPr>
                <p:custDataLst>
                  <p:tags r:id="rId197"/>
                </p:custDataLst>
              </p:nvPr>
            </p:nvCxnSpPr>
            <p:spPr>
              <a:xfrm flipV="1">
                <a:off x="3851072"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3" name="直接连接符 312"/>
              <p:cNvCxnSpPr>
                <a:stCxn id="181" idx="0"/>
                <a:endCxn id="265" idx="2"/>
              </p:cNvCxnSpPr>
              <p:nvPr>
                <p:custDataLst>
                  <p:tags r:id="rId198"/>
                </p:custDataLst>
              </p:nvPr>
            </p:nvCxnSpPr>
            <p:spPr>
              <a:xfrm flipH="1" flipV="1">
                <a:off x="1852264"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4" name="直接连接符 313"/>
              <p:cNvCxnSpPr>
                <a:stCxn id="181" idx="0"/>
                <a:endCxn id="266" idx="2"/>
              </p:cNvCxnSpPr>
              <p:nvPr>
                <p:custDataLst>
                  <p:tags r:id="rId199"/>
                </p:custDataLst>
              </p:nvPr>
            </p:nvCxnSpPr>
            <p:spPr>
              <a:xfrm flipH="1" flipV="1">
                <a:off x="2518534"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5" name="直接连接符 314"/>
              <p:cNvCxnSpPr>
                <a:stCxn id="181" idx="0"/>
                <a:endCxn id="267" idx="2"/>
              </p:cNvCxnSpPr>
              <p:nvPr>
                <p:custDataLst>
                  <p:tags r:id="rId200"/>
                </p:custDataLst>
              </p:nvPr>
            </p:nvCxnSpPr>
            <p:spPr>
              <a:xfrm flipH="1" flipV="1">
                <a:off x="3184803"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6" name="直接连接符 315"/>
              <p:cNvCxnSpPr>
                <a:stCxn id="181" idx="0"/>
                <a:endCxn id="268" idx="2"/>
              </p:cNvCxnSpPr>
              <p:nvPr>
                <p:custDataLst>
                  <p:tags r:id="rId201"/>
                </p:custDataLst>
              </p:nvPr>
            </p:nvCxnSpPr>
            <p:spPr>
              <a:xfrm flipH="1" flipV="1">
                <a:off x="3851073"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7" name="直接连接符 316"/>
              <p:cNvCxnSpPr>
                <a:stCxn id="181" idx="0"/>
                <a:endCxn id="269" idx="2"/>
              </p:cNvCxnSpPr>
              <p:nvPr>
                <p:custDataLst>
                  <p:tags r:id="rId202"/>
                </p:custDataLst>
              </p:nvPr>
            </p:nvCxnSpPr>
            <p:spPr>
              <a:xfrm flipV="1">
                <a:off x="4517341"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8" name="直接连接符 317"/>
              <p:cNvCxnSpPr>
                <a:stCxn id="181" idx="0"/>
                <a:endCxn id="270" idx="2"/>
              </p:cNvCxnSpPr>
              <p:nvPr>
                <p:custDataLst>
                  <p:tags r:id="rId203"/>
                </p:custDataLst>
              </p:nvPr>
            </p:nvCxnSpPr>
            <p:spPr>
              <a:xfrm flipV="1">
                <a:off x="4517342"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9" name="直接连接符 318"/>
              <p:cNvCxnSpPr>
                <a:stCxn id="181" idx="0"/>
                <a:endCxn id="271" idx="2"/>
              </p:cNvCxnSpPr>
              <p:nvPr>
                <p:custDataLst>
                  <p:tags r:id="rId204"/>
                </p:custDataLst>
              </p:nvPr>
            </p:nvCxnSpPr>
            <p:spPr>
              <a:xfrm flipV="1">
                <a:off x="4517341"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0" name="直接连接符 319"/>
              <p:cNvCxnSpPr>
                <a:stCxn id="181" idx="0"/>
                <a:endCxn id="272" idx="2"/>
              </p:cNvCxnSpPr>
              <p:nvPr>
                <p:custDataLst>
                  <p:tags r:id="rId205"/>
                </p:custDataLst>
              </p:nvPr>
            </p:nvCxnSpPr>
            <p:spPr>
              <a:xfrm flipV="1">
                <a:off x="4517342"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1" name="直接连接符 320"/>
              <p:cNvCxnSpPr>
                <a:stCxn id="182" idx="0"/>
                <a:endCxn id="265" idx="2"/>
              </p:cNvCxnSpPr>
              <p:nvPr>
                <p:custDataLst>
                  <p:tags r:id="rId206"/>
                </p:custDataLst>
              </p:nvPr>
            </p:nvCxnSpPr>
            <p:spPr>
              <a:xfrm flipH="1" flipV="1">
                <a:off x="1852265"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2" name="直接连接符 321"/>
              <p:cNvCxnSpPr>
                <a:stCxn id="182" idx="0"/>
                <a:endCxn id="266" idx="2"/>
              </p:cNvCxnSpPr>
              <p:nvPr>
                <p:custDataLst>
                  <p:tags r:id="rId207"/>
                </p:custDataLst>
              </p:nvPr>
            </p:nvCxnSpPr>
            <p:spPr>
              <a:xfrm flipH="1" flipV="1">
                <a:off x="2518534"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3" name="直接连接符 322"/>
              <p:cNvCxnSpPr>
                <a:stCxn id="182" idx="0"/>
                <a:endCxn id="267" idx="2"/>
              </p:cNvCxnSpPr>
              <p:nvPr>
                <p:custDataLst>
                  <p:tags r:id="rId208"/>
                </p:custDataLst>
              </p:nvPr>
            </p:nvCxnSpPr>
            <p:spPr>
              <a:xfrm flipH="1" flipV="1">
                <a:off x="3184803"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4" name="直接连接符 323"/>
              <p:cNvCxnSpPr>
                <a:stCxn id="182" idx="0"/>
                <a:endCxn id="268" idx="2"/>
              </p:cNvCxnSpPr>
              <p:nvPr>
                <p:custDataLst>
                  <p:tags r:id="rId209"/>
                </p:custDataLst>
              </p:nvPr>
            </p:nvCxnSpPr>
            <p:spPr>
              <a:xfrm flipH="1" flipV="1">
                <a:off x="3851072"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5" name="直接连接符 324"/>
              <p:cNvCxnSpPr>
                <a:stCxn id="182" idx="0"/>
                <a:endCxn id="269" idx="2"/>
              </p:cNvCxnSpPr>
              <p:nvPr>
                <p:custDataLst>
                  <p:tags r:id="rId210"/>
                </p:custDataLst>
              </p:nvPr>
            </p:nvCxnSpPr>
            <p:spPr>
              <a:xfrm flipH="1" flipV="1">
                <a:off x="4517342"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6" name="直接连接符 325"/>
              <p:cNvCxnSpPr>
                <a:stCxn id="182" idx="0"/>
                <a:endCxn id="270" idx="2"/>
              </p:cNvCxnSpPr>
              <p:nvPr>
                <p:custDataLst>
                  <p:tags r:id="rId211"/>
                </p:custDataLst>
              </p:nvPr>
            </p:nvCxnSpPr>
            <p:spPr>
              <a:xfrm flipV="1">
                <a:off x="5183610"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7" name="直接连接符 326"/>
              <p:cNvCxnSpPr>
                <a:stCxn id="182" idx="0"/>
                <a:endCxn id="271" idx="2"/>
              </p:cNvCxnSpPr>
              <p:nvPr>
                <p:custDataLst>
                  <p:tags r:id="rId212"/>
                </p:custDataLst>
              </p:nvPr>
            </p:nvCxnSpPr>
            <p:spPr>
              <a:xfrm flipV="1">
                <a:off x="5183611"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8" name="直接连接符 327"/>
              <p:cNvCxnSpPr>
                <a:stCxn id="182" idx="0"/>
                <a:endCxn id="272" idx="2"/>
              </p:cNvCxnSpPr>
              <p:nvPr>
                <p:custDataLst>
                  <p:tags r:id="rId213"/>
                </p:custDataLst>
              </p:nvPr>
            </p:nvCxnSpPr>
            <p:spPr>
              <a:xfrm flipV="1">
                <a:off x="5183611"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9" name="直接连接符 328"/>
              <p:cNvCxnSpPr>
                <a:stCxn id="183" idx="0"/>
                <a:endCxn id="265" idx="2"/>
              </p:cNvCxnSpPr>
              <p:nvPr>
                <p:custDataLst>
                  <p:tags r:id="rId214"/>
                </p:custDataLst>
              </p:nvPr>
            </p:nvCxnSpPr>
            <p:spPr>
              <a:xfrm flipH="1" flipV="1">
                <a:off x="1852265" y="1736492"/>
                <a:ext cx="3997615"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0" name="直接连接符 329"/>
              <p:cNvCxnSpPr>
                <a:stCxn id="183" idx="0"/>
                <a:endCxn id="266" idx="2"/>
              </p:cNvCxnSpPr>
              <p:nvPr>
                <p:custDataLst>
                  <p:tags r:id="rId215"/>
                </p:custDataLst>
              </p:nvPr>
            </p:nvCxnSpPr>
            <p:spPr>
              <a:xfrm flipH="1" flipV="1">
                <a:off x="2518534"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2" name="直接连接符 331"/>
              <p:cNvCxnSpPr>
                <a:stCxn id="183" idx="0"/>
                <a:endCxn id="267" idx="2"/>
              </p:cNvCxnSpPr>
              <p:nvPr>
                <p:custDataLst>
                  <p:tags r:id="rId216"/>
                </p:custDataLst>
              </p:nvPr>
            </p:nvCxnSpPr>
            <p:spPr>
              <a:xfrm flipH="1" flipV="1">
                <a:off x="3184803"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3" name="直接连接符 332"/>
              <p:cNvCxnSpPr>
                <a:stCxn id="183" idx="0"/>
                <a:endCxn id="268" idx="2"/>
              </p:cNvCxnSpPr>
              <p:nvPr>
                <p:custDataLst>
                  <p:tags r:id="rId217"/>
                </p:custDataLst>
              </p:nvPr>
            </p:nvCxnSpPr>
            <p:spPr>
              <a:xfrm flipH="1" flipV="1">
                <a:off x="3851072"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6" name="直接连接符 335"/>
              <p:cNvCxnSpPr>
                <a:stCxn id="183" idx="0"/>
                <a:endCxn id="269" idx="2"/>
              </p:cNvCxnSpPr>
              <p:nvPr>
                <p:custDataLst>
                  <p:tags r:id="rId218"/>
                </p:custDataLst>
              </p:nvPr>
            </p:nvCxnSpPr>
            <p:spPr>
              <a:xfrm flipH="1" flipV="1">
                <a:off x="4517341"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7" name="直接连接符 336"/>
              <p:cNvCxnSpPr>
                <a:stCxn id="183" idx="0"/>
                <a:endCxn id="270" idx="2"/>
              </p:cNvCxnSpPr>
              <p:nvPr>
                <p:custDataLst>
                  <p:tags r:id="rId219"/>
                </p:custDataLst>
              </p:nvPr>
            </p:nvCxnSpPr>
            <p:spPr>
              <a:xfrm flipH="1" flipV="1">
                <a:off x="5183611"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8" name="直接连接符 337"/>
              <p:cNvCxnSpPr>
                <a:stCxn id="183" idx="0"/>
                <a:endCxn id="271" idx="2"/>
              </p:cNvCxnSpPr>
              <p:nvPr>
                <p:custDataLst>
                  <p:tags r:id="rId220"/>
                </p:custDataLst>
              </p:nvPr>
            </p:nvCxnSpPr>
            <p:spPr>
              <a:xfrm flipV="1">
                <a:off x="5849880"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9" name="直接连接符 338"/>
              <p:cNvCxnSpPr>
                <a:stCxn id="183" idx="0"/>
                <a:endCxn id="272" idx="2"/>
              </p:cNvCxnSpPr>
              <p:nvPr>
                <p:custDataLst>
                  <p:tags r:id="rId221"/>
                </p:custDataLst>
              </p:nvPr>
            </p:nvCxnSpPr>
            <p:spPr>
              <a:xfrm flipV="1">
                <a:off x="5849880"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0" name="直接连接符 339"/>
              <p:cNvCxnSpPr>
                <a:stCxn id="184" idx="0"/>
                <a:endCxn id="272" idx="2"/>
              </p:cNvCxnSpPr>
              <p:nvPr>
                <p:custDataLst>
                  <p:tags r:id="rId222"/>
                </p:custDataLst>
              </p:nvPr>
            </p:nvCxnSpPr>
            <p:spPr>
              <a:xfrm flipV="1">
                <a:off x="6516149" y="1736492"/>
                <a:ext cx="0"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1" name="直接连接符 340"/>
              <p:cNvCxnSpPr>
                <a:stCxn id="184" idx="0"/>
                <a:endCxn id="271" idx="2"/>
              </p:cNvCxnSpPr>
              <p:nvPr>
                <p:custDataLst>
                  <p:tags r:id="rId223"/>
                </p:custDataLst>
              </p:nvPr>
            </p:nvCxnSpPr>
            <p:spPr>
              <a:xfrm flipH="1" flipV="1">
                <a:off x="5849880" y="1736492"/>
                <a:ext cx="666269"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2" name="直接连接符 341"/>
              <p:cNvCxnSpPr>
                <a:stCxn id="184" idx="0"/>
                <a:endCxn id="270" idx="2"/>
              </p:cNvCxnSpPr>
              <p:nvPr>
                <p:custDataLst>
                  <p:tags r:id="rId224"/>
                </p:custDataLst>
              </p:nvPr>
            </p:nvCxnSpPr>
            <p:spPr>
              <a:xfrm flipH="1" flipV="1">
                <a:off x="5183611" y="1736492"/>
                <a:ext cx="133253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7" name="直接连接符 346"/>
              <p:cNvCxnSpPr>
                <a:stCxn id="184" idx="0"/>
                <a:endCxn id="269" idx="2"/>
              </p:cNvCxnSpPr>
              <p:nvPr>
                <p:custDataLst>
                  <p:tags r:id="rId225"/>
                </p:custDataLst>
              </p:nvPr>
            </p:nvCxnSpPr>
            <p:spPr>
              <a:xfrm flipH="1" flipV="1">
                <a:off x="4517342" y="1736492"/>
                <a:ext cx="1998808"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1" name="直接连接符 350"/>
              <p:cNvCxnSpPr>
                <a:stCxn id="184" idx="0"/>
                <a:endCxn id="268" idx="2"/>
              </p:cNvCxnSpPr>
              <p:nvPr>
                <p:custDataLst>
                  <p:tags r:id="rId226"/>
                </p:custDataLst>
              </p:nvPr>
            </p:nvCxnSpPr>
            <p:spPr>
              <a:xfrm flipH="1" flipV="1">
                <a:off x="3851072" y="1736492"/>
                <a:ext cx="2665077"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2" name="直接连接符 351"/>
              <p:cNvCxnSpPr>
                <a:stCxn id="184" idx="0"/>
                <a:endCxn id="267" idx="2"/>
              </p:cNvCxnSpPr>
              <p:nvPr>
                <p:custDataLst>
                  <p:tags r:id="rId227"/>
                </p:custDataLst>
              </p:nvPr>
            </p:nvCxnSpPr>
            <p:spPr>
              <a:xfrm flipH="1" flipV="1">
                <a:off x="3184802" y="1736492"/>
                <a:ext cx="3331346"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3" name="直接连接符 352"/>
              <p:cNvCxnSpPr>
                <a:stCxn id="184" idx="0"/>
                <a:endCxn id="266" idx="2"/>
              </p:cNvCxnSpPr>
              <p:nvPr>
                <p:custDataLst>
                  <p:tags r:id="rId228"/>
                </p:custDataLst>
              </p:nvPr>
            </p:nvCxnSpPr>
            <p:spPr>
              <a:xfrm flipH="1" flipV="1">
                <a:off x="2518534" y="1736492"/>
                <a:ext cx="3997615"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4" name="直接连接符 353"/>
              <p:cNvCxnSpPr>
                <a:stCxn id="184" idx="0"/>
                <a:endCxn id="265" idx="2"/>
              </p:cNvCxnSpPr>
              <p:nvPr>
                <p:custDataLst>
                  <p:tags r:id="rId229"/>
                </p:custDataLst>
              </p:nvPr>
            </p:nvCxnSpPr>
            <p:spPr>
              <a:xfrm flipH="1" flipV="1">
                <a:off x="1852265" y="1736492"/>
                <a:ext cx="4663884" cy="68214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355" name="文本框 354"/>
              <p:cNvSpPr txBox="1"/>
              <p:nvPr>
                <p:custDataLst>
                  <p:tags r:id="rId230"/>
                </p:custDataLst>
              </p:nvPr>
            </p:nvSpPr>
            <p:spPr>
              <a:xfrm>
                <a:off x="6684731" y="2245155"/>
                <a:ext cx="1725238" cy="682132"/>
              </a:xfrm>
              <a:prstGeom prst="rect">
                <a:avLst/>
              </a:prstGeom>
              <a:noFill/>
            </p:spPr>
            <p:txBody>
              <a:bodyPr wrap="square" rtlCol="0">
                <a:spAutoFit/>
              </a:bodyPr>
              <a:lstStyle/>
              <a:p>
                <a:pPr defTabSz="914400">
                  <a:defRPr/>
                </a:pPr>
                <a:r>
                  <a:rPr lang="en-US" altLang="zh-CN" sz="1200" b="1" dirty="0">
                    <a:solidFill>
                      <a:prstClr val="black"/>
                    </a:solidFill>
                    <a:latin typeface="Calibri"/>
                    <a:ea typeface="宋体"/>
                  </a:rPr>
                  <a:t>S2</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356" name="图片 355" descr="CE12800交换机-蓝.png"/>
              <p:cNvPicPr>
                <a:picLocks noChangeAspect="1"/>
              </p:cNvPicPr>
              <p:nvPr>
                <p:custDataLst>
                  <p:tags r:id="rId231"/>
                </p:custDataLst>
              </p:nvPr>
            </p:nvPicPr>
            <p:blipFill>
              <a:blip r:embed="rId18" cstate="print"/>
              <a:stretch>
                <a:fillRect/>
              </a:stretch>
            </p:blipFill>
            <p:spPr>
              <a:xfrm>
                <a:off x="3000611" y="440158"/>
                <a:ext cx="367750" cy="290262"/>
              </a:xfrm>
              <a:prstGeom prst="rect">
                <a:avLst/>
              </a:prstGeom>
            </p:spPr>
          </p:pic>
          <p:pic>
            <p:nvPicPr>
              <p:cNvPr id="357" name="图片 356" descr="CE12800交换机-蓝.png"/>
              <p:cNvPicPr>
                <a:picLocks noChangeAspect="1"/>
              </p:cNvPicPr>
              <p:nvPr>
                <p:custDataLst>
                  <p:tags r:id="rId232"/>
                </p:custDataLst>
              </p:nvPr>
            </p:nvPicPr>
            <p:blipFill>
              <a:blip r:embed="rId18" cstate="print"/>
              <a:stretch>
                <a:fillRect/>
              </a:stretch>
            </p:blipFill>
            <p:spPr>
              <a:xfrm>
                <a:off x="3666880" y="440158"/>
                <a:ext cx="367750" cy="290262"/>
              </a:xfrm>
              <a:prstGeom prst="rect">
                <a:avLst/>
              </a:prstGeom>
            </p:spPr>
          </p:pic>
          <p:pic>
            <p:nvPicPr>
              <p:cNvPr id="358" name="图片 357" descr="CE12800交换机-蓝.png"/>
              <p:cNvPicPr>
                <a:picLocks noChangeAspect="1"/>
              </p:cNvPicPr>
              <p:nvPr>
                <p:custDataLst>
                  <p:tags r:id="rId233"/>
                </p:custDataLst>
              </p:nvPr>
            </p:nvPicPr>
            <p:blipFill>
              <a:blip r:embed="rId18" cstate="print"/>
              <a:stretch>
                <a:fillRect/>
              </a:stretch>
            </p:blipFill>
            <p:spPr>
              <a:xfrm>
                <a:off x="4333149" y="440158"/>
                <a:ext cx="367750" cy="290262"/>
              </a:xfrm>
              <a:prstGeom prst="rect">
                <a:avLst/>
              </a:prstGeom>
            </p:spPr>
          </p:pic>
          <p:pic>
            <p:nvPicPr>
              <p:cNvPr id="364" name="图片 363" descr="CE12800交换机-蓝.png"/>
              <p:cNvPicPr>
                <a:picLocks noChangeAspect="1"/>
              </p:cNvPicPr>
              <p:nvPr>
                <p:custDataLst>
                  <p:tags r:id="rId234"/>
                </p:custDataLst>
              </p:nvPr>
            </p:nvPicPr>
            <p:blipFill>
              <a:blip r:embed="rId18" cstate="print"/>
              <a:stretch>
                <a:fillRect/>
              </a:stretch>
            </p:blipFill>
            <p:spPr>
              <a:xfrm>
                <a:off x="4999418" y="440158"/>
                <a:ext cx="367750" cy="290262"/>
              </a:xfrm>
              <a:prstGeom prst="rect">
                <a:avLst/>
              </a:prstGeom>
            </p:spPr>
          </p:pic>
          <p:cxnSp>
            <p:nvCxnSpPr>
              <p:cNvPr id="365" name="直接连接符 364"/>
              <p:cNvCxnSpPr>
                <a:stCxn id="265" idx="0"/>
                <a:endCxn id="356" idx="2"/>
              </p:cNvCxnSpPr>
              <p:nvPr>
                <p:custDataLst>
                  <p:tags r:id="rId235"/>
                </p:custDataLst>
              </p:nvPr>
            </p:nvCxnSpPr>
            <p:spPr>
              <a:xfrm flipV="1">
                <a:off x="1852265"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66" name="直接连接符 365"/>
              <p:cNvCxnSpPr>
                <a:stCxn id="266" idx="0"/>
                <a:endCxn id="356" idx="2"/>
              </p:cNvCxnSpPr>
              <p:nvPr>
                <p:custDataLst>
                  <p:tags r:id="rId236"/>
                </p:custDataLst>
              </p:nvPr>
            </p:nvCxnSpPr>
            <p:spPr>
              <a:xfrm flipV="1">
                <a:off x="2518534"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67" name="直接连接符 366"/>
              <p:cNvCxnSpPr>
                <a:stCxn id="267" idx="0"/>
                <a:endCxn id="356" idx="2"/>
              </p:cNvCxnSpPr>
              <p:nvPr>
                <p:custDataLst>
                  <p:tags r:id="rId237"/>
                </p:custDataLst>
              </p:nvPr>
            </p:nvCxnSpPr>
            <p:spPr>
              <a:xfrm flipV="1">
                <a:off x="3184803" y="730420"/>
                <a:ext cx="0"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70" name="直接连接符 369"/>
              <p:cNvCxnSpPr>
                <a:stCxn id="268" idx="0"/>
                <a:endCxn id="356" idx="2"/>
              </p:cNvCxnSpPr>
              <p:nvPr>
                <p:custDataLst>
                  <p:tags r:id="rId238"/>
                </p:custDataLst>
              </p:nvPr>
            </p:nvCxnSpPr>
            <p:spPr>
              <a:xfrm flipH="1" flipV="1">
                <a:off x="3184803"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72" name="直接连接符 371"/>
              <p:cNvCxnSpPr>
                <a:stCxn id="269" idx="0"/>
                <a:endCxn id="356" idx="2"/>
              </p:cNvCxnSpPr>
              <p:nvPr>
                <p:custDataLst>
                  <p:tags r:id="rId239"/>
                </p:custDataLst>
              </p:nvPr>
            </p:nvCxnSpPr>
            <p:spPr>
              <a:xfrm flipH="1" flipV="1">
                <a:off x="3184803"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73" name="直接连接符 372"/>
              <p:cNvCxnSpPr>
                <a:stCxn id="270" idx="0"/>
                <a:endCxn id="356" idx="2"/>
              </p:cNvCxnSpPr>
              <p:nvPr>
                <p:custDataLst>
                  <p:tags r:id="rId240"/>
                </p:custDataLst>
              </p:nvPr>
            </p:nvCxnSpPr>
            <p:spPr>
              <a:xfrm flipH="1" flipV="1">
                <a:off x="3184803"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78" name="直接连接符 377"/>
              <p:cNvCxnSpPr>
                <a:stCxn id="271" idx="0"/>
                <a:endCxn id="356" idx="2"/>
              </p:cNvCxnSpPr>
              <p:nvPr>
                <p:custDataLst>
                  <p:tags r:id="rId241"/>
                </p:custDataLst>
              </p:nvPr>
            </p:nvCxnSpPr>
            <p:spPr>
              <a:xfrm flipH="1" flipV="1">
                <a:off x="3184803" y="730420"/>
                <a:ext cx="2665077"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82" name="直接连接符 381"/>
              <p:cNvCxnSpPr>
                <a:stCxn id="272" idx="0"/>
                <a:endCxn id="356" idx="2"/>
              </p:cNvCxnSpPr>
              <p:nvPr>
                <p:custDataLst>
                  <p:tags r:id="rId242"/>
                </p:custDataLst>
              </p:nvPr>
            </p:nvCxnSpPr>
            <p:spPr>
              <a:xfrm flipH="1" flipV="1">
                <a:off x="3184803" y="730420"/>
                <a:ext cx="3331346"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83" name="直接连接符 382"/>
              <p:cNvCxnSpPr>
                <a:stCxn id="265" idx="0"/>
                <a:endCxn id="357" idx="2"/>
              </p:cNvCxnSpPr>
              <p:nvPr>
                <p:custDataLst>
                  <p:tags r:id="rId243"/>
                </p:custDataLst>
              </p:nvPr>
            </p:nvCxnSpPr>
            <p:spPr>
              <a:xfrm flipV="1">
                <a:off x="1852265"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88" name="直接连接符 387"/>
              <p:cNvCxnSpPr>
                <a:stCxn id="266" idx="0"/>
                <a:endCxn id="357" idx="2"/>
              </p:cNvCxnSpPr>
              <p:nvPr>
                <p:custDataLst>
                  <p:tags r:id="rId244"/>
                </p:custDataLst>
              </p:nvPr>
            </p:nvCxnSpPr>
            <p:spPr>
              <a:xfrm flipV="1">
                <a:off x="2518534"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89" name="直接连接符 388"/>
              <p:cNvCxnSpPr>
                <a:stCxn id="267" idx="0"/>
                <a:endCxn id="357" idx="2"/>
              </p:cNvCxnSpPr>
              <p:nvPr>
                <p:custDataLst>
                  <p:tags r:id="rId245"/>
                </p:custDataLst>
              </p:nvPr>
            </p:nvCxnSpPr>
            <p:spPr>
              <a:xfrm flipV="1">
                <a:off x="3184803"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1" name="直接连接符 390"/>
              <p:cNvCxnSpPr>
                <a:stCxn id="268" idx="0"/>
                <a:endCxn id="357" idx="2"/>
              </p:cNvCxnSpPr>
              <p:nvPr>
                <p:custDataLst>
                  <p:tags r:id="rId246"/>
                </p:custDataLst>
              </p:nvPr>
            </p:nvCxnSpPr>
            <p:spPr>
              <a:xfrm flipV="1">
                <a:off x="3851072" y="730420"/>
                <a:ext cx="0"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2" name="直接连接符 391"/>
              <p:cNvCxnSpPr>
                <a:stCxn id="269" idx="0"/>
                <a:endCxn id="357" idx="2"/>
              </p:cNvCxnSpPr>
              <p:nvPr>
                <p:custDataLst>
                  <p:tags r:id="rId247"/>
                </p:custDataLst>
              </p:nvPr>
            </p:nvCxnSpPr>
            <p:spPr>
              <a:xfrm flipH="1" flipV="1">
                <a:off x="3851073"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3" name="直接连接符 392"/>
              <p:cNvCxnSpPr>
                <a:stCxn id="270" idx="0"/>
                <a:endCxn id="357" idx="2"/>
              </p:cNvCxnSpPr>
              <p:nvPr>
                <p:custDataLst>
                  <p:tags r:id="rId248"/>
                </p:custDataLst>
              </p:nvPr>
            </p:nvCxnSpPr>
            <p:spPr>
              <a:xfrm flipH="1" flipV="1">
                <a:off x="3851072"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4" name="直接连接符 393"/>
              <p:cNvCxnSpPr>
                <a:stCxn id="271" idx="0"/>
                <a:endCxn id="357" idx="2"/>
              </p:cNvCxnSpPr>
              <p:nvPr>
                <p:custDataLst>
                  <p:tags r:id="rId249"/>
                </p:custDataLst>
              </p:nvPr>
            </p:nvCxnSpPr>
            <p:spPr>
              <a:xfrm flipH="1" flipV="1">
                <a:off x="3851072"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5" name="直接连接符 394"/>
              <p:cNvCxnSpPr>
                <a:stCxn id="272" idx="0"/>
                <a:endCxn id="357" idx="2"/>
              </p:cNvCxnSpPr>
              <p:nvPr>
                <p:custDataLst>
                  <p:tags r:id="rId250"/>
                </p:custDataLst>
              </p:nvPr>
            </p:nvCxnSpPr>
            <p:spPr>
              <a:xfrm flipH="1" flipV="1">
                <a:off x="3851072" y="730420"/>
                <a:ext cx="2665077"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6" name="直接连接符 395"/>
              <p:cNvCxnSpPr>
                <a:stCxn id="265" idx="0"/>
                <a:endCxn id="358" idx="2"/>
              </p:cNvCxnSpPr>
              <p:nvPr>
                <p:custDataLst>
                  <p:tags r:id="rId251"/>
                </p:custDataLst>
              </p:nvPr>
            </p:nvCxnSpPr>
            <p:spPr>
              <a:xfrm flipV="1">
                <a:off x="1852264" y="730420"/>
                <a:ext cx="2665077"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7" name="直接连接符 396"/>
              <p:cNvCxnSpPr>
                <a:stCxn id="266" idx="0"/>
                <a:endCxn id="358" idx="2"/>
              </p:cNvCxnSpPr>
              <p:nvPr>
                <p:custDataLst>
                  <p:tags r:id="rId252"/>
                </p:custDataLst>
              </p:nvPr>
            </p:nvCxnSpPr>
            <p:spPr>
              <a:xfrm flipV="1">
                <a:off x="2518534"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8" name="直接连接符 397"/>
              <p:cNvCxnSpPr>
                <a:stCxn id="267" idx="0"/>
                <a:endCxn id="358" idx="2"/>
              </p:cNvCxnSpPr>
              <p:nvPr>
                <p:custDataLst>
                  <p:tags r:id="rId253"/>
                </p:custDataLst>
              </p:nvPr>
            </p:nvCxnSpPr>
            <p:spPr>
              <a:xfrm flipV="1">
                <a:off x="3184803"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99" name="直接连接符 398"/>
              <p:cNvCxnSpPr>
                <a:stCxn id="268" idx="0"/>
                <a:endCxn id="358" idx="2"/>
              </p:cNvCxnSpPr>
              <p:nvPr>
                <p:custDataLst>
                  <p:tags r:id="rId254"/>
                </p:custDataLst>
              </p:nvPr>
            </p:nvCxnSpPr>
            <p:spPr>
              <a:xfrm flipV="1">
                <a:off x="3851073"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0" name="直接连接符 399"/>
              <p:cNvCxnSpPr>
                <a:stCxn id="269" idx="0"/>
                <a:endCxn id="358" idx="2"/>
              </p:cNvCxnSpPr>
              <p:nvPr>
                <p:custDataLst>
                  <p:tags r:id="rId255"/>
                </p:custDataLst>
              </p:nvPr>
            </p:nvCxnSpPr>
            <p:spPr>
              <a:xfrm flipV="1">
                <a:off x="4517341" y="730420"/>
                <a:ext cx="0"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1" name="直接连接符 400"/>
              <p:cNvCxnSpPr>
                <a:stCxn id="270" idx="0"/>
                <a:endCxn id="358" idx="2"/>
              </p:cNvCxnSpPr>
              <p:nvPr>
                <p:custDataLst>
                  <p:tags r:id="rId256"/>
                </p:custDataLst>
              </p:nvPr>
            </p:nvCxnSpPr>
            <p:spPr>
              <a:xfrm flipH="1" flipV="1">
                <a:off x="4517342"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2" name="直接连接符 401"/>
              <p:cNvCxnSpPr>
                <a:stCxn id="271" idx="0"/>
                <a:endCxn id="358" idx="2"/>
              </p:cNvCxnSpPr>
              <p:nvPr>
                <p:custDataLst>
                  <p:tags r:id="rId257"/>
                </p:custDataLst>
              </p:nvPr>
            </p:nvCxnSpPr>
            <p:spPr>
              <a:xfrm flipH="1" flipV="1">
                <a:off x="4517341"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3" name="直接连接符 402"/>
              <p:cNvCxnSpPr>
                <a:stCxn id="272" idx="0"/>
                <a:endCxn id="358" idx="2"/>
              </p:cNvCxnSpPr>
              <p:nvPr>
                <p:custDataLst>
                  <p:tags r:id="rId258"/>
                </p:custDataLst>
              </p:nvPr>
            </p:nvCxnSpPr>
            <p:spPr>
              <a:xfrm flipH="1" flipV="1">
                <a:off x="4517342"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4" name="直接连接符 403"/>
              <p:cNvCxnSpPr>
                <a:stCxn id="265" idx="0"/>
                <a:endCxn id="364" idx="2"/>
              </p:cNvCxnSpPr>
              <p:nvPr>
                <p:custDataLst>
                  <p:tags r:id="rId259"/>
                </p:custDataLst>
              </p:nvPr>
            </p:nvCxnSpPr>
            <p:spPr>
              <a:xfrm flipV="1">
                <a:off x="1852265" y="730420"/>
                <a:ext cx="3331346"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5" name="直接连接符 404"/>
              <p:cNvCxnSpPr>
                <a:stCxn id="266" idx="0"/>
                <a:endCxn id="364" idx="2"/>
              </p:cNvCxnSpPr>
              <p:nvPr>
                <p:custDataLst>
                  <p:tags r:id="rId260"/>
                </p:custDataLst>
              </p:nvPr>
            </p:nvCxnSpPr>
            <p:spPr>
              <a:xfrm flipV="1">
                <a:off x="2518534" y="730420"/>
                <a:ext cx="2665077"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6" name="直接连接符 405"/>
              <p:cNvCxnSpPr>
                <a:stCxn id="267" idx="0"/>
                <a:endCxn id="364" idx="2"/>
              </p:cNvCxnSpPr>
              <p:nvPr>
                <p:custDataLst>
                  <p:tags r:id="rId261"/>
                </p:custDataLst>
              </p:nvPr>
            </p:nvCxnSpPr>
            <p:spPr>
              <a:xfrm flipV="1">
                <a:off x="3184803" y="730420"/>
                <a:ext cx="199880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7" name="直接连接符 406"/>
              <p:cNvCxnSpPr>
                <a:stCxn id="268" idx="0"/>
                <a:endCxn id="364" idx="2"/>
              </p:cNvCxnSpPr>
              <p:nvPr>
                <p:custDataLst>
                  <p:tags r:id="rId262"/>
                </p:custDataLst>
              </p:nvPr>
            </p:nvCxnSpPr>
            <p:spPr>
              <a:xfrm flipV="1">
                <a:off x="3851072"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8" name="直接连接符 407"/>
              <p:cNvCxnSpPr>
                <a:stCxn id="269" idx="0"/>
                <a:endCxn id="364" idx="2"/>
              </p:cNvCxnSpPr>
              <p:nvPr>
                <p:custDataLst>
                  <p:tags r:id="rId263"/>
                </p:custDataLst>
              </p:nvPr>
            </p:nvCxnSpPr>
            <p:spPr>
              <a:xfrm flipV="1">
                <a:off x="4517342"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09" name="直接连接符 408"/>
              <p:cNvCxnSpPr>
                <a:stCxn id="270" idx="0"/>
                <a:endCxn id="364" idx="2"/>
              </p:cNvCxnSpPr>
              <p:nvPr>
                <p:custDataLst>
                  <p:tags r:id="rId264"/>
                </p:custDataLst>
              </p:nvPr>
            </p:nvCxnSpPr>
            <p:spPr>
              <a:xfrm flipV="1">
                <a:off x="5183610" y="730420"/>
                <a:ext cx="0"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10" name="直接连接符 409"/>
              <p:cNvCxnSpPr>
                <a:stCxn id="271" idx="0"/>
                <a:endCxn id="364" idx="2"/>
              </p:cNvCxnSpPr>
              <p:nvPr>
                <p:custDataLst>
                  <p:tags r:id="rId265"/>
                </p:custDataLst>
              </p:nvPr>
            </p:nvCxnSpPr>
            <p:spPr>
              <a:xfrm flipH="1" flipV="1">
                <a:off x="5183611" y="730420"/>
                <a:ext cx="666269"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411" name="直接连接符 410"/>
              <p:cNvCxnSpPr>
                <a:stCxn id="272" idx="0"/>
                <a:endCxn id="364" idx="2"/>
              </p:cNvCxnSpPr>
              <p:nvPr>
                <p:custDataLst>
                  <p:tags r:id="rId266"/>
                </p:custDataLst>
              </p:nvPr>
            </p:nvCxnSpPr>
            <p:spPr>
              <a:xfrm flipH="1" flipV="1">
                <a:off x="5183611" y="730420"/>
                <a:ext cx="1332538" cy="715811"/>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412" name="文本框 411"/>
              <p:cNvSpPr txBox="1"/>
              <p:nvPr>
                <p:custDataLst>
                  <p:tags r:id="rId267"/>
                </p:custDataLst>
              </p:nvPr>
            </p:nvSpPr>
            <p:spPr>
              <a:xfrm>
                <a:off x="5367804" y="440158"/>
                <a:ext cx="2058511" cy="409279"/>
              </a:xfrm>
              <a:prstGeom prst="rect">
                <a:avLst/>
              </a:prstGeom>
              <a:noFill/>
            </p:spPr>
            <p:txBody>
              <a:bodyPr wrap="square" rtlCol="0">
                <a:spAutoFit/>
              </a:bodyPr>
              <a:lstStyle/>
              <a:p>
                <a:pPr defTabSz="914400">
                  <a:defRPr/>
                </a:pPr>
                <a:r>
                  <a:rPr lang="en-US" altLang="zh-CN" sz="1200" b="1" dirty="0">
                    <a:solidFill>
                      <a:prstClr val="black"/>
                    </a:solidFill>
                    <a:latin typeface="Calibri"/>
                    <a:ea typeface="宋体"/>
                  </a:rPr>
                  <a:t>DCI</a:t>
                </a:r>
                <a:r>
                  <a:rPr lang="en-US" altLang="zh-CN" sz="1200" dirty="0">
                    <a:solidFill>
                      <a:prstClr val="black"/>
                    </a:solidFill>
                    <a:latin typeface="Calibri"/>
                    <a:ea typeface="宋体"/>
                  </a:rPr>
                  <a:t>: 12500R*4</a:t>
                </a:r>
                <a:endParaRPr lang="en-US" altLang="zh-CN" sz="1200" dirty="0">
                  <a:solidFill>
                    <a:prstClr val="black"/>
                  </a:solidFill>
                  <a:latin typeface="Calibri"/>
                  <a:ea typeface="宋体"/>
                </a:endParaRPr>
              </a:p>
            </p:txBody>
          </p:sp>
          <p:sp>
            <p:nvSpPr>
              <p:cNvPr id="417" name="文本框 416"/>
              <p:cNvSpPr txBox="1"/>
              <p:nvPr>
                <p:custDataLst>
                  <p:tags r:id="rId268"/>
                </p:custDataLst>
              </p:nvPr>
            </p:nvSpPr>
            <p:spPr>
              <a:xfrm>
                <a:off x="1351452" y="3087473"/>
                <a:ext cx="647214" cy="187322"/>
              </a:xfrm>
              <a:prstGeom prst="rect">
                <a:avLst/>
              </a:prstGeom>
              <a:solidFill>
                <a:schemeClr val="bg1"/>
              </a:solidFill>
            </p:spPr>
            <p:txBody>
              <a:bodyPr wrap="square" rtlCol="0" anchor="t">
                <a:noAutofit/>
              </a:bodyPr>
              <a:lstStyle/>
              <a:p>
                <a:pPr algn="ctr" defTabSz="914400">
                  <a:defRPr/>
                </a:pPr>
                <a:r>
                  <a:rPr lang="en-US" altLang="zh-CN" sz="1000" dirty="0">
                    <a:solidFill>
                      <a:prstClr val="black"/>
                    </a:solidFill>
                    <a:latin typeface="Calibri"/>
                    <a:ea typeface="宋体"/>
                    <a:sym typeface="+mn-ea"/>
                  </a:rPr>
                  <a:t>3 * 400G</a:t>
                </a:r>
                <a:endParaRPr lang="en-US" altLang="zh-CN" sz="1000" dirty="0">
                  <a:solidFill>
                    <a:prstClr val="black"/>
                  </a:solidFill>
                  <a:latin typeface="Calibri"/>
                  <a:ea typeface="宋体"/>
                  <a:sym typeface="+mn-ea"/>
                </a:endParaRPr>
              </a:p>
            </p:txBody>
          </p:sp>
          <p:sp>
            <p:nvSpPr>
              <p:cNvPr id="418" name="文本框 417"/>
              <p:cNvSpPr txBox="1"/>
              <p:nvPr>
                <p:custDataLst>
                  <p:tags r:id="rId269"/>
                </p:custDataLst>
              </p:nvPr>
            </p:nvSpPr>
            <p:spPr>
              <a:xfrm>
                <a:off x="1344465" y="1951831"/>
                <a:ext cx="647214" cy="255306"/>
              </a:xfrm>
              <a:prstGeom prst="rect">
                <a:avLst/>
              </a:prstGeom>
              <a:solidFill>
                <a:schemeClr val="bg1"/>
              </a:solidFill>
            </p:spPr>
            <p:txBody>
              <a:bodyPr wrap="square" rtlCol="0" anchor="t">
                <a:noAutofit/>
              </a:bodyPr>
              <a:lstStyle/>
              <a:p>
                <a:pPr algn="ctr" defTabSz="914400">
                  <a:defRPr/>
                </a:pPr>
                <a:r>
                  <a:rPr lang="en-US" altLang="zh-CN" sz="1000" dirty="0">
                    <a:solidFill>
                      <a:prstClr val="black"/>
                    </a:solidFill>
                    <a:latin typeface="Calibri"/>
                    <a:ea typeface="宋体"/>
                    <a:sym typeface="+mn-ea"/>
                  </a:rPr>
                  <a:t>4 * 400G</a:t>
                </a:r>
                <a:endParaRPr lang="en-US" altLang="zh-CN" sz="1000" dirty="0">
                  <a:solidFill>
                    <a:prstClr val="black"/>
                  </a:solidFill>
                  <a:latin typeface="Calibri"/>
                  <a:ea typeface="宋体"/>
                  <a:sym typeface="+mn-ea"/>
                </a:endParaRPr>
              </a:p>
            </p:txBody>
          </p:sp>
          <p:sp>
            <p:nvSpPr>
              <p:cNvPr id="419" name="文本框 418"/>
              <p:cNvSpPr txBox="1"/>
              <p:nvPr>
                <p:custDataLst>
                  <p:tags r:id="rId270"/>
                </p:custDataLst>
              </p:nvPr>
            </p:nvSpPr>
            <p:spPr>
              <a:xfrm>
                <a:off x="1344465" y="4191303"/>
                <a:ext cx="647214" cy="187322"/>
              </a:xfrm>
              <a:prstGeom prst="rect">
                <a:avLst/>
              </a:prstGeom>
              <a:solidFill>
                <a:schemeClr val="bg1"/>
              </a:solidFill>
            </p:spPr>
            <p:txBody>
              <a:bodyPr wrap="square" rtlCol="0" anchor="t">
                <a:noAutofit/>
              </a:bodyPr>
              <a:lstStyle/>
              <a:p>
                <a:pPr algn="ctr" defTabSz="914400">
                  <a:defRPr/>
                </a:pPr>
                <a:r>
                  <a:rPr lang="en-US" altLang="zh-CN" sz="1000" dirty="0">
                    <a:solidFill>
                      <a:prstClr val="black"/>
                    </a:solidFill>
                    <a:latin typeface="Calibri"/>
                    <a:ea typeface="宋体"/>
                    <a:sym typeface="+mn-ea"/>
                  </a:rPr>
                  <a:t>2 * 400G</a:t>
                </a:r>
                <a:endParaRPr lang="en-US" altLang="zh-CN" sz="1000" dirty="0">
                  <a:solidFill>
                    <a:prstClr val="black"/>
                  </a:solidFill>
                  <a:latin typeface="Calibri"/>
                  <a:ea typeface="宋体"/>
                  <a:sym typeface="+mn-ea"/>
                </a:endParaRPr>
              </a:p>
            </p:txBody>
          </p:sp>
        </p:grpSp>
        <p:grpSp>
          <p:nvGrpSpPr>
            <p:cNvPr id="424" name="组合 423"/>
            <p:cNvGrpSpPr/>
            <p:nvPr/>
          </p:nvGrpSpPr>
          <p:grpSpPr>
            <a:xfrm>
              <a:off x="6350570" y="4678890"/>
              <a:ext cx="1973378" cy="302082"/>
              <a:chOff x="7309561" y="4595308"/>
              <a:chExt cx="2578478" cy="443874"/>
            </a:xfrm>
          </p:grpSpPr>
          <p:sp>
            <p:nvSpPr>
              <p:cNvPr id="421" name="文本框 420"/>
              <p:cNvSpPr txBox="1"/>
              <p:nvPr/>
            </p:nvSpPr>
            <p:spPr>
              <a:xfrm>
                <a:off x="8229670" y="4595308"/>
                <a:ext cx="1658369" cy="443874"/>
              </a:xfrm>
              <a:prstGeom prst="rect">
                <a:avLst/>
              </a:prstGeom>
              <a:noFill/>
            </p:spPr>
            <p:txBody>
              <a:bodyPr wrap="square" rtlCol="0" anchor="t">
                <a:spAutoFit/>
              </a:bodyPr>
              <a:lstStyle/>
              <a:p>
                <a:pPr defTabSz="914400">
                  <a:defRPr/>
                </a:pPr>
                <a:r>
                  <a:rPr lang="en-US" altLang="zh-CN" sz="1200" b="1" dirty="0">
                    <a:solidFill>
                      <a:prstClr val="black"/>
                    </a:solidFill>
                    <a:latin typeface="Calibri"/>
                    <a:ea typeface="宋体"/>
                    <a:sym typeface="+mn-ea"/>
                  </a:rPr>
                  <a:t>TrackerS0</a:t>
                </a:r>
                <a:r>
                  <a:rPr lang="en-US" altLang="zh-CN" sz="1200" dirty="0">
                    <a:solidFill>
                      <a:prstClr val="black"/>
                    </a:solidFill>
                    <a:latin typeface="Calibri"/>
                    <a:ea typeface="宋体"/>
                    <a:sym typeface="+mn-ea"/>
                  </a:rPr>
                  <a:t>:B5010</a:t>
                </a:r>
                <a:endParaRPr lang="en-US" altLang="zh-CN" sz="1200" dirty="0">
                  <a:solidFill>
                    <a:prstClr val="black"/>
                  </a:solidFill>
                  <a:latin typeface="Calibri"/>
                  <a:ea typeface="宋体"/>
                  <a:sym typeface="+mn-ea"/>
                </a:endParaRPr>
              </a:p>
            </p:txBody>
          </p:sp>
          <p:pic>
            <p:nvPicPr>
              <p:cNvPr id="422" name="图片 421" descr="TOR交换机.png"/>
              <p:cNvPicPr>
                <a:picLocks noChangeAspect="1"/>
              </p:cNvPicPr>
              <p:nvPr>
                <p:custDataLst>
                  <p:tags r:id="rId271"/>
                </p:custDataLst>
              </p:nvPr>
            </p:nvPicPr>
            <p:blipFill>
              <a:blip r:embed="rId272" cstate="print"/>
              <a:stretch>
                <a:fillRect/>
              </a:stretch>
            </p:blipFill>
            <p:spPr>
              <a:xfrm>
                <a:off x="7309561" y="4617918"/>
                <a:ext cx="368385" cy="291532"/>
              </a:xfrm>
              <a:prstGeom prst="rect">
                <a:avLst/>
              </a:prstGeom>
            </p:spPr>
          </p:pic>
          <p:pic>
            <p:nvPicPr>
              <p:cNvPr id="423" name="图片 422" descr="TOR交换机.png"/>
              <p:cNvPicPr>
                <a:picLocks noChangeAspect="1"/>
              </p:cNvPicPr>
              <p:nvPr>
                <p:custDataLst>
                  <p:tags r:id="rId273"/>
                </p:custDataLst>
              </p:nvPr>
            </p:nvPicPr>
            <p:blipFill>
              <a:blip r:embed="rId272" cstate="print"/>
              <a:stretch>
                <a:fillRect/>
              </a:stretch>
            </p:blipFill>
            <p:spPr>
              <a:xfrm>
                <a:off x="7950634" y="4617918"/>
                <a:ext cx="368385" cy="291532"/>
              </a:xfrm>
              <a:prstGeom prst="rect">
                <a:avLst/>
              </a:prstGeom>
            </p:spPr>
          </p:pic>
        </p:grpSp>
        <p:cxnSp>
          <p:nvCxnSpPr>
            <p:cNvPr id="425" name="直接连接符 424"/>
            <p:cNvCxnSpPr>
              <a:stCxn id="423" idx="0"/>
              <a:endCxn id="136" idx="2"/>
            </p:cNvCxnSpPr>
            <p:nvPr>
              <p:custDataLst>
                <p:tags r:id="rId274"/>
              </p:custDataLst>
            </p:nvPr>
          </p:nvCxnSpPr>
          <p:spPr>
            <a:xfrm flipH="1" flipV="1">
              <a:off x="6028503" y="4155160"/>
              <a:ext cx="953665"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28" name="直接连接符 427"/>
            <p:cNvCxnSpPr>
              <a:stCxn id="423" idx="0"/>
              <a:endCxn id="134" idx="2"/>
            </p:cNvCxnSpPr>
            <p:nvPr>
              <p:custDataLst>
                <p:tags r:id="rId275"/>
              </p:custDataLst>
            </p:nvPr>
          </p:nvCxnSpPr>
          <p:spPr>
            <a:xfrm flipH="1" flipV="1">
              <a:off x="5639181" y="4155160"/>
              <a:ext cx="1342987"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31" name="直接连接符 430"/>
            <p:cNvCxnSpPr>
              <a:stCxn id="423" idx="0"/>
              <a:endCxn id="133" idx="2"/>
            </p:cNvCxnSpPr>
            <p:nvPr>
              <p:custDataLst>
                <p:tags r:id="rId276"/>
              </p:custDataLst>
            </p:nvPr>
          </p:nvCxnSpPr>
          <p:spPr>
            <a:xfrm flipH="1" flipV="1">
              <a:off x="5249858" y="4155160"/>
              <a:ext cx="1732310"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34" name="直接连接符 433"/>
            <p:cNvCxnSpPr>
              <a:stCxn id="423" idx="0"/>
              <a:endCxn id="132" idx="2"/>
            </p:cNvCxnSpPr>
            <p:nvPr>
              <p:custDataLst>
                <p:tags r:id="rId277"/>
              </p:custDataLst>
            </p:nvPr>
          </p:nvCxnSpPr>
          <p:spPr>
            <a:xfrm flipH="1" flipV="1">
              <a:off x="4860536" y="4155160"/>
              <a:ext cx="2121632"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37" name="直接连接符 436"/>
            <p:cNvCxnSpPr>
              <a:stCxn id="423" idx="0"/>
              <a:endCxn id="43" idx="2"/>
            </p:cNvCxnSpPr>
            <p:nvPr>
              <p:custDataLst>
                <p:tags r:id="rId278"/>
              </p:custDataLst>
            </p:nvPr>
          </p:nvCxnSpPr>
          <p:spPr>
            <a:xfrm flipH="1" flipV="1">
              <a:off x="4471214" y="4155160"/>
              <a:ext cx="2510954"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41" name="直接连接符 440"/>
            <p:cNvCxnSpPr>
              <a:stCxn id="423" idx="0"/>
              <a:endCxn id="42" idx="2"/>
            </p:cNvCxnSpPr>
            <p:nvPr>
              <p:custDataLst>
                <p:tags r:id="rId279"/>
              </p:custDataLst>
            </p:nvPr>
          </p:nvCxnSpPr>
          <p:spPr>
            <a:xfrm flipH="1" flipV="1">
              <a:off x="4081891" y="4155160"/>
              <a:ext cx="2900277"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44" name="直接连接符 443"/>
            <p:cNvCxnSpPr>
              <a:stCxn id="423" idx="0"/>
              <a:endCxn id="41" idx="2"/>
            </p:cNvCxnSpPr>
            <p:nvPr>
              <p:custDataLst>
                <p:tags r:id="rId280"/>
              </p:custDataLst>
            </p:nvPr>
          </p:nvCxnSpPr>
          <p:spPr>
            <a:xfrm flipH="1" flipV="1">
              <a:off x="3692569" y="4155160"/>
              <a:ext cx="3289599"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447" name="直接连接符 446"/>
            <p:cNvCxnSpPr>
              <a:stCxn id="423" idx="0"/>
              <a:endCxn id="40" idx="2"/>
            </p:cNvCxnSpPr>
            <p:nvPr>
              <p:custDataLst>
                <p:tags r:id="rId281"/>
              </p:custDataLst>
            </p:nvPr>
          </p:nvCxnSpPr>
          <p:spPr>
            <a:xfrm flipH="1" flipV="1">
              <a:off x="3303246" y="4155160"/>
              <a:ext cx="3678922"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42" name="直接连接符 641"/>
            <p:cNvCxnSpPr>
              <a:stCxn id="422" idx="0"/>
              <a:endCxn id="40" idx="2"/>
            </p:cNvCxnSpPr>
            <p:nvPr>
              <p:custDataLst>
                <p:tags r:id="rId282"/>
              </p:custDataLst>
            </p:nvPr>
          </p:nvCxnSpPr>
          <p:spPr>
            <a:xfrm flipH="1" flipV="1">
              <a:off x="3303246" y="4155160"/>
              <a:ext cx="3188292"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45" name="直接连接符 644"/>
            <p:cNvCxnSpPr>
              <a:stCxn id="422" idx="0"/>
              <a:endCxn id="41" idx="2"/>
            </p:cNvCxnSpPr>
            <p:nvPr>
              <p:custDataLst>
                <p:tags r:id="rId283"/>
              </p:custDataLst>
            </p:nvPr>
          </p:nvCxnSpPr>
          <p:spPr>
            <a:xfrm flipH="1" flipV="1">
              <a:off x="3692569" y="4155160"/>
              <a:ext cx="2798969"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48" name="直接连接符 647"/>
            <p:cNvCxnSpPr>
              <a:stCxn id="422" idx="0"/>
              <a:endCxn id="42" idx="2"/>
            </p:cNvCxnSpPr>
            <p:nvPr>
              <p:custDataLst>
                <p:tags r:id="rId284"/>
              </p:custDataLst>
            </p:nvPr>
          </p:nvCxnSpPr>
          <p:spPr>
            <a:xfrm flipH="1" flipV="1">
              <a:off x="4081891" y="4155160"/>
              <a:ext cx="2409647"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51" name="直接连接符 650"/>
            <p:cNvCxnSpPr>
              <a:stCxn id="422" idx="0"/>
              <a:endCxn id="43" idx="2"/>
            </p:cNvCxnSpPr>
            <p:nvPr>
              <p:custDataLst>
                <p:tags r:id="rId285"/>
              </p:custDataLst>
            </p:nvPr>
          </p:nvCxnSpPr>
          <p:spPr>
            <a:xfrm flipH="1" flipV="1">
              <a:off x="4471214" y="4155160"/>
              <a:ext cx="2020324"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54" name="直接连接符 653"/>
            <p:cNvCxnSpPr>
              <a:stCxn id="422" idx="0"/>
              <a:endCxn id="132" idx="2"/>
            </p:cNvCxnSpPr>
            <p:nvPr>
              <p:custDataLst>
                <p:tags r:id="rId286"/>
              </p:custDataLst>
            </p:nvPr>
          </p:nvCxnSpPr>
          <p:spPr>
            <a:xfrm flipH="1" flipV="1">
              <a:off x="4860536" y="4155160"/>
              <a:ext cx="1631002"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57" name="直接连接符 656"/>
            <p:cNvCxnSpPr>
              <a:stCxn id="422" idx="0"/>
              <a:endCxn id="133" idx="2"/>
            </p:cNvCxnSpPr>
            <p:nvPr>
              <p:custDataLst>
                <p:tags r:id="rId287"/>
              </p:custDataLst>
            </p:nvPr>
          </p:nvCxnSpPr>
          <p:spPr>
            <a:xfrm flipH="1" flipV="1">
              <a:off x="5249858" y="4155160"/>
              <a:ext cx="1241680"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60" name="直接连接符 659"/>
            <p:cNvCxnSpPr>
              <a:stCxn id="422" idx="0"/>
              <a:endCxn id="134" idx="2"/>
            </p:cNvCxnSpPr>
            <p:nvPr>
              <p:custDataLst>
                <p:tags r:id="rId288"/>
              </p:custDataLst>
            </p:nvPr>
          </p:nvCxnSpPr>
          <p:spPr>
            <a:xfrm flipH="1" flipV="1">
              <a:off x="5639181" y="4155160"/>
              <a:ext cx="852357"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63" name="直接连接符 662"/>
            <p:cNvCxnSpPr>
              <a:stCxn id="422" idx="0"/>
              <a:endCxn id="136" idx="2"/>
            </p:cNvCxnSpPr>
            <p:nvPr>
              <p:custDataLst>
                <p:tags r:id="rId289"/>
              </p:custDataLst>
            </p:nvPr>
          </p:nvCxnSpPr>
          <p:spPr>
            <a:xfrm flipH="1" flipV="1">
              <a:off x="6028503" y="4155160"/>
              <a:ext cx="463035" cy="53911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grpSp>
      <p:grpSp>
        <p:nvGrpSpPr>
          <p:cNvPr id="667" name="组合 666"/>
          <p:cNvGrpSpPr/>
          <p:nvPr/>
        </p:nvGrpSpPr>
        <p:grpSpPr>
          <a:xfrm>
            <a:off x="168627" y="1163843"/>
            <a:ext cx="3553493" cy="3468562"/>
            <a:chOff x="2526130" y="1037544"/>
            <a:chExt cx="4978971" cy="4784753"/>
          </a:xfrm>
        </p:grpSpPr>
        <p:grpSp>
          <p:nvGrpSpPr>
            <p:cNvPr id="668" name="组合 667"/>
            <p:cNvGrpSpPr/>
            <p:nvPr/>
          </p:nvGrpSpPr>
          <p:grpSpPr>
            <a:xfrm>
              <a:off x="2526130" y="1037544"/>
              <a:ext cx="4363545" cy="4784753"/>
              <a:chOff x="2562626" y="1037544"/>
              <a:chExt cx="6361634" cy="4784753"/>
            </a:xfrm>
          </p:grpSpPr>
          <p:pic>
            <p:nvPicPr>
              <p:cNvPr id="672" name="图片 671" descr="TOR交换机-蓝.png"/>
              <p:cNvPicPr>
                <a:picLocks noChangeAspect="1"/>
              </p:cNvPicPr>
              <p:nvPr>
                <p:custDataLst>
                  <p:tags r:id="rId290"/>
                </p:custDataLst>
              </p:nvPr>
            </p:nvPicPr>
            <p:blipFill>
              <a:blip r:embed="rId23" cstate="print"/>
              <a:stretch>
                <a:fillRect/>
              </a:stretch>
            </p:blipFill>
            <p:spPr>
              <a:xfrm>
                <a:off x="2747456" y="5170831"/>
                <a:ext cx="368385" cy="291532"/>
              </a:xfrm>
              <a:prstGeom prst="rect">
                <a:avLst/>
              </a:prstGeom>
            </p:spPr>
          </p:pic>
          <p:pic>
            <p:nvPicPr>
              <p:cNvPr id="673" name="图片 672" descr="CE12800交换机-蓝.png"/>
              <p:cNvPicPr>
                <a:picLocks noChangeAspect="1"/>
              </p:cNvPicPr>
              <p:nvPr>
                <p:custDataLst>
                  <p:tags r:id="rId291"/>
                </p:custDataLst>
              </p:nvPr>
            </p:nvPicPr>
            <p:blipFill>
              <a:blip r:embed="rId18" cstate="print"/>
              <a:stretch>
                <a:fillRect/>
              </a:stretch>
            </p:blipFill>
            <p:spPr>
              <a:xfrm>
                <a:off x="3535038" y="4065675"/>
                <a:ext cx="367750" cy="290262"/>
              </a:xfrm>
              <a:prstGeom prst="rect">
                <a:avLst/>
              </a:prstGeom>
            </p:spPr>
          </p:pic>
          <p:pic>
            <p:nvPicPr>
              <p:cNvPr id="674" name="图片 673" descr="TOR交换机-蓝.png"/>
              <p:cNvPicPr>
                <a:picLocks noChangeAspect="1"/>
              </p:cNvPicPr>
              <p:nvPr>
                <p:custDataLst>
                  <p:tags r:id="rId292"/>
                </p:custDataLst>
              </p:nvPr>
            </p:nvPicPr>
            <p:blipFill>
              <a:blip r:embed="rId23" cstate="print"/>
              <a:stretch>
                <a:fillRect/>
              </a:stretch>
            </p:blipFill>
            <p:spPr>
              <a:xfrm>
                <a:off x="3534403" y="5170831"/>
                <a:ext cx="368385" cy="291532"/>
              </a:xfrm>
              <a:prstGeom prst="rect">
                <a:avLst/>
              </a:prstGeom>
            </p:spPr>
          </p:pic>
          <p:pic>
            <p:nvPicPr>
              <p:cNvPr id="675" name="图片 674" descr="TOR交换机-蓝.png"/>
              <p:cNvPicPr>
                <a:picLocks noChangeAspect="1"/>
              </p:cNvPicPr>
              <p:nvPr>
                <p:custDataLst>
                  <p:tags r:id="rId293"/>
                </p:custDataLst>
              </p:nvPr>
            </p:nvPicPr>
            <p:blipFill>
              <a:blip r:embed="rId23" cstate="print"/>
              <a:stretch>
                <a:fillRect/>
              </a:stretch>
            </p:blipFill>
            <p:spPr>
              <a:xfrm>
                <a:off x="4321350" y="5170831"/>
                <a:ext cx="368385" cy="291532"/>
              </a:xfrm>
              <a:prstGeom prst="rect">
                <a:avLst/>
              </a:prstGeom>
            </p:spPr>
          </p:pic>
          <p:pic>
            <p:nvPicPr>
              <p:cNvPr id="678" name="图片 677" descr="TOR交换机-蓝.png"/>
              <p:cNvPicPr>
                <a:picLocks noChangeAspect="1"/>
              </p:cNvPicPr>
              <p:nvPr>
                <p:custDataLst>
                  <p:tags r:id="rId294"/>
                </p:custDataLst>
              </p:nvPr>
            </p:nvPicPr>
            <p:blipFill>
              <a:blip r:embed="rId23" cstate="print"/>
              <a:stretch>
                <a:fillRect/>
              </a:stretch>
            </p:blipFill>
            <p:spPr>
              <a:xfrm>
                <a:off x="5108297" y="5165114"/>
                <a:ext cx="368385" cy="291532"/>
              </a:xfrm>
              <a:prstGeom prst="rect">
                <a:avLst/>
              </a:prstGeom>
            </p:spPr>
          </p:pic>
          <p:pic>
            <p:nvPicPr>
              <p:cNvPr id="679" name="图片 678" descr="CE12800交换机-蓝.png"/>
              <p:cNvPicPr>
                <a:picLocks noChangeAspect="1"/>
              </p:cNvPicPr>
              <p:nvPr>
                <p:custDataLst>
                  <p:tags r:id="rId295"/>
                </p:custDataLst>
              </p:nvPr>
            </p:nvPicPr>
            <p:blipFill>
              <a:blip r:embed="rId18" cstate="print"/>
              <a:stretch>
                <a:fillRect/>
              </a:stretch>
            </p:blipFill>
            <p:spPr>
              <a:xfrm>
                <a:off x="4321350" y="4065675"/>
                <a:ext cx="367750" cy="290262"/>
              </a:xfrm>
              <a:prstGeom prst="rect">
                <a:avLst/>
              </a:prstGeom>
            </p:spPr>
          </p:pic>
          <p:sp>
            <p:nvSpPr>
              <p:cNvPr id="680" name="文本框 679"/>
              <p:cNvSpPr txBox="1"/>
              <p:nvPr>
                <p:custDataLst>
                  <p:tags r:id="rId296"/>
                </p:custDataLst>
              </p:nvPr>
            </p:nvSpPr>
            <p:spPr>
              <a:xfrm>
                <a:off x="3090436" y="5121925"/>
                <a:ext cx="367749"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a:t>
                </a:r>
                <a:endParaRPr lang="en-US" altLang="zh-CN" sz="900">
                  <a:solidFill>
                    <a:prstClr val="black"/>
                  </a:solidFill>
                  <a:latin typeface="Calibri"/>
                  <a:ea typeface="宋体"/>
                </a:endParaRPr>
              </a:p>
            </p:txBody>
          </p:sp>
          <p:sp>
            <p:nvSpPr>
              <p:cNvPr id="682" name="文本框 681"/>
              <p:cNvSpPr txBox="1"/>
              <p:nvPr>
                <p:custDataLst>
                  <p:tags r:id="rId297"/>
                </p:custDataLst>
              </p:nvPr>
            </p:nvSpPr>
            <p:spPr>
              <a:xfrm>
                <a:off x="3902789" y="5121924"/>
                <a:ext cx="367749"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a:t>
                </a:r>
                <a:endParaRPr lang="en-US" altLang="zh-CN" sz="900">
                  <a:solidFill>
                    <a:prstClr val="black"/>
                  </a:solidFill>
                  <a:latin typeface="Calibri"/>
                  <a:ea typeface="宋体"/>
                </a:endParaRPr>
              </a:p>
            </p:txBody>
          </p:sp>
          <p:sp>
            <p:nvSpPr>
              <p:cNvPr id="683" name="文本框 682"/>
              <p:cNvSpPr txBox="1"/>
              <p:nvPr>
                <p:custDataLst>
                  <p:tags r:id="rId298"/>
                </p:custDataLst>
              </p:nvPr>
            </p:nvSpPr>
            <p:spPr>
              <a:xfrm>
                <a:off x="4715142" y="5121924"/>
                <a:ext cx="367749"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a:t>
                </a:r>
                <a:endParaRPr lang="en-US" altLang="zh-CN" sz="900">
                  <a:solidFill>
                    <a:prstClr val="black"/>
                  </a:solidFill>
                  <a:latin typeface="Calibri"/>
                  <a:ea typeface="宋体"/>
                </a:endParaRPr>
              </a:p>
            </p:txBody>
          </p:sp>
          <p:sp>
            <p:nvSpPr>
              <p:cNvPr id="684" name="文本框 683"/>
              <p:cNvSpPr txBox="1"/>
              <p:nvPr>
                <p:custDataLst>
                  <p:tags r:id="rId299"/>
                </p:custDataLst>
              </p:nvPr>
            </p:nvSpPr>
            <p:spPr>
              <a:xfrm>
                <a:off x="2562626" y="4895176"/>
                <a:ext cx="1127840" cy="318351"/>
              </a:xfrm>
              <a:prstGeom prst="rect">
                <a:avLst/>
              </a:prstGeom>
              <a:noFill/>
            </p:spPr>
            <p:txBody>
              <a:bodyPr wrap="square" rtlCol="0">
                <a:spAutoFit/>
              </a:bodyPr>
              <a:lstStyle/>
              <a:p>
                <a:pPr defTabSz="914400">
                  <a:defRPr/>
                </a:pPr>
                <a:r>
                  <a:rPr lang="en-US" altLang="zh-CN" sz="900" dirty="0">
                    <a:solidFill>
                      <a:prstClr val="black"/>
                    </a:solidFill>
                    <a:latin typeface="Calibri"/>
                    <a:ea typeface="宋体"/>
                  </a:rPr>
                  <a:t>Switch1</a:t>
                </a:r>
                <a:endParaRPr lang="en-US" altLang="zh-CN" sz="900" dirty="0">
                  <a:solidFill>
                    <a:prstClr val="black"/>
                  </a:solidFill>
                  <a:latin typeface="Calibri"/>
                  <a:ea typeface="宋体"/>
                </a:endParaRPr>
              </a:p>
            </p:txBody>
          </p:sp>
          <p:sp>
            <p:nvSpPr>
              <p:cNvPr id="685" name="文本框 684"/>
              <p:cNvSpPr txBox="1"/>
              <p:nvPr>
                <p:custDataLst>
                  <p:tags r:id="rId300"/>
                </p:custDataLst>
              </p:nvPr>
            </p:nvSpPr>
            <p:spPr>
              <a:xfrm>
                <a:off x="3261290" y="4889459"/>
                <a:ext cx="1059424" cy="509362"/>
              </a:xfrm>
              <a:prstGeom prst="rect">
                <a:avLst/>
              </a:prstGeom>
              <a:noFill/>
            </p:spPr>
            <p:txBody>
              <a:bodyPr wrap="square" rtlCol="0">
                <a:spAutoFit/>
              </a:bodyPr>
              <a:lstStyle/>
              <a:p>
                <a:pPr defTabSz="914400">
                  <a:defRPr/>
                </a:pPr>
                <a:r>
                  <a:rPr lang="en-US" altLang="zh-CN" sz="900" dirty="0" err="1">
                    <a:solidFill>
                      <a:prstClr val="black"/>
                    </a:solidFill>
                    <a:latin typeface="Calibri"/>
                    <a:ea typeface="宋体"/>
                  </a:rPr>
                  <a:t>SwitchM</a:t>
                </a:r>
                <a:endParaRPr lang="en-US" altLang="zh-CN" sz="900" dirty="0">
                  <a:solidFill>
                    <a:prstClr val="black"/>
                  </a:solidFill>
                  <a:latin typeface="Calibri"/>
                  <a:ea typeface="宋体"/>
                </a:endParaRPr>
              </a:p>
            </p:txBody>
          </p:sp>
          <p:sp>
            <p:nvSpPr>
              <p:cNvPr id="686" name="文本框 685"/>
              <p:cNvSpPr txBox="1"/>
              <p:nvPr>
                <p:custDataLst>
                  <p:tags r:id="rId301"/>
                </p:custDataLst>
              </p:nvPr>
            </p:nvSpPr>
            <p:spPr>
              <a:xfrm>
                <a:off x="4096508" y="4895176"/>
                <a:ext cx="847286" cy="50936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SwitchN</a:t>
                </a:r>
                <a:endParaRPr lang="en-US" altLang="zh-CN" sz="900">
                  <a:solidFill>
                    <a:prstClr val="black"/>
                  </a:solidFill>
                  <a:latin typeface="Calibri"/>
                  <a:ea typeface="宋体"/>
                </a:endParaRPr>
              </a:p>
            </p:txBody>
          </p:sp>
          <p:sp>
            <p:nvSpPr>
              <p:cNvPr id="687" name="文本框 686"/>
              <p:cNvSpPr txBox="1"/>
              <p:nvPr>
                <p:custDataLst>
                  <p:tags r:id="rId302"/>
                </p:custDataLst>
              </p:nvPr>
            </p:nvSpPr>
            <p:spPr>
              <a:xfrm>
                <a:off x="4873293" y="4901528"/>
                <a:ext cx="847286" cy="50936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Switch8</a:t>
                </a:r>
                <a:endParaRPr lang="en-US" altLang="zh-CN" sz="900">
                  <a:solidFill>
                    <a:prstClr val="black"/>
                  </a:solidFill>
                  <a:latin typeface="Calibri"/>
                  <a:ea typeface="宋体"/>
                </a:endParaRPr>
              </a:p>
            </p:txBody>
          </p:sp>
          <p:cxnSp>
            <p:nvCxnSpPr>
              <p:cNvPr id="688" name="直接连接符 687"/>
              <p:cNvCxnSpPr>
                <a:stCxn id="672" idx="0"/>
                <a:endCxn id="673" idx="2"/>
              </p:cNvCxnSpPr>
              <p:nvPr/>
            </p:nvCxnSpPr>
            <p:spPr>
              <a:xfrm flipV="1">
                <a:off x="2931648" y="4355937"/>
                <a:ext cx="787582"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89" name="直接连接符 688"/>
              <p:cNvCxnSpPr>
                <a:stCxn id="672" idx="0"/>
                <a:endCxn id="679" idx="2"/>
              </p:cNvCxnSpPr>
              <p:nvPr>
                <p:custDataLst>
                  <p:tags r:id="rId303"/>
                </p:custDataLst>
              </p:nvPr>
            </p:nvCxnSpPr>
            <p:spPr>
              <a:xfrm flipV="1">
                <a:off x="2931648" y="4355937"/>
                <a:ext cx="1573894"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0" name="直接连接符 689"/>
              <p:cNvCxnSpPr>
                <a:stCxn id="674" idx="0"/>
                <a:endCxn id="673" idx="2"/>
              </p:cNvCxnSpPr>
              <p:nvPr>
                <p:custDataLst>
                  <p:tags r:id="rId304"/>
                </p:custDataLst>
              </p:nvPr>
            </p:nvCxnSpPr>
            <p:spPr>
              <a:xfrm flipV="1">
                <a:off x="3718596" y="4355937"/>
                <a:ext cx="635"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1" name="直接连接符 690"/>
              <p:cNvCxnSpPr>
                <a:stCxn id="674" idx="0"/>
                <a:endCxn id="679" idx="2"/>
              </p:cNvCxnSpPr>
              <p:nvPr>
                <p:custDataLst>
                  <p:tags r:id="rId305"/>
                </p:custDataLst>
              </p:nvPr>
            </p:nvCxnSpPr>
            <p:spPr>
              <a:xfrm flipV="1">
                <a:off x="3718596" y="4355937"/>
                <a:ext cx="786947"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2" name="直接连接符 691"/>
              <p:cNvCxnSpPr>
                <a:stCxn id="675" idx="0"/>
                <a:endCxn id="673" idx="2"/>
              </p:cNvCxnSpPr>
              <p:nvPr>
                <p:custDataLst>
                  <p:tags r:id="rId306"/>
                </p:custDataLst>
              </p:nvPr>
            </p:nvCxnSpPr>
            <p:spPr>
              <a:xfrm flipH="1" flipV="1">
                <a:off x="3719230" y="4355937"/>
                <a:ext cx="786312"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3" name="直接连接符 692"/>
              <p:cNvCxnSpPr>
                <a:stCxn id="675" idx="0"/>
                <a:endCxn id="679" idx="2"/>
              </p:cNvCxnSpPr>
              <p:nvPr>
                <p:custDataLst>
                  <p:tags r:id="rId307"/>
                </p:custDataLst>
              </p:nvPr>
            </p:nvCxnSpPr>
            <p:spPr>
              <a:xfrm flipV="1">
                <a:off x="4505542" y="4355937"/>
                <a:ext cx="0"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4" name="直接连接符 693"/>
              <p:cNvCxnSpPr>
                <a:stCxn id="678" idx="0"/>
                <a:endCxn id="679" idx="2"/>
              </p:cNvCxnSpPr>
              <p:nvPr>
                <p:custDataLst>
                  <p:tags r:id="rId308"/>
                </p:custDataLst>
              </p:nvPr>
            </p:nvCxnSpPr>
            <p:spPr>
              <a:xfrm flipH="1" flipV="1">
                <a:off x="4505543" y="4355937"/>
                <a:ext cx="786947" cy="80917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95" name="直接连接符 694"/>
              <p:cNvCxnSpPr>
                <a:stCxn id="678" idx="0"/>
                <a:endCxn id="673" idx="2"/>
              </p:cNvCxnSpPr>
              <p:nvPr>
                <p:custDataLst>
                  <p:tags r:id="rId309"/>
                </p:custDataLst>
              </p:nvPr>
            </p:nvCxnSpPr>
            <p:spPr>
              <a:xfrm flipH="1" flipV="1">
                <a:off x="3719231" y="4355937"/>
                <a:ext cx="1573259" cy="80917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pic>
            <p:nvPicPr>
              <p:cNvPr id="696" name="图片 695" descr="CE12800交换机-蓝.png"/>
              <p:cNvPicPr>
                <a:picLocks noChangeAspect="1"/>
              </p:cNvPicPr>
              <p:nvPr>
                <p:custDataLst>
                  <p:tags r:id="rId310"/>
                </p:custDataLst>
              </p:nvPr>
            </p:nvPicPr>
            <p:blipFill>
              <a:blip r:embed="rId18" cstate="print"/>
              <a:stretch>
                <a:fillRect/>
              </a:stretch>
            </p:blipFill>
            <p:spPr>
              <a:xfrm>
                <a:off x="3534403" y="3279363"/>
                <a:ext cx="367750" cy="290262"/>
              </a:xfrm>
              <a:prstGeom prst="rect">
                <a:avLst/>
              </a:prstGeom>
            </p:spPr>
          </p:pic>
          <p:pic>
            <p:nvPicPr>
              <p:cNvPr id="697" name="图片 696" descr="CE12800交换机-蓝.png"/>
              <p:cNvPicPr>
                <a:picLocks noChangeAspect="1"/>
              </p:cNvPicPr>
              <p:nvPr>
                <p:custDataLst>
                  <p:tags r:id="rId311"/>
                </p:custDataLst>
              </p:nvPr>
            </p:nvPicPr>
            <p:blipFill>
              <a:blip r:embed="rId18" cstate="print"/>
              <a:stretch>
                <a:fillRect/>
              </a:stretch>
            </p:blipFill>
            <p:spPr>
              <a:xfrm>
                <a:off x="4320715" y="3279363"/>
                <a:ext cx="367750" cy="290262"/>
              </a:xfrm>
              <a:prstGeom prst="rect">
                <a:avLst/>
              </a:prstGeom>
            </p:spPr>
          </p:pic>
          <p:pic>
            <p:nvPicPr>
              <p:cNvPr id="699" name="图片 698" descr="CE12800交换机-蓝.png"/>
              <p:cNvPicPr>
                <a:picLocks noChangeAspect="1"/>
              </p:cNvPicPr>
              <p:nvPr>
                <p:custDataLst>
                  <p:tags r:id="rId312"/>
                </p:custDataLst>
              </p:nvPr>
            </p:nvPicPr>
            <p:blipFill>
              <a:blip r:embed="rId18" cstate="print"/>
              <a:stretch>
                <a:fillRect/>
              </a:stretch>
            </p:blipFill>
            <p:spPr>
              <a:xfrm>
                <a:off x="4979998" y="1834404"/>
                <a:ext cx="367750" cy="290262"/>
              </a:xfrm>
              <a:prstGeom prst="rect">
                <a:avLst/>
              </a:prstGeom>
            </p:spPr>
          </p:pic>
          <p:pic>
            <p:nvPicPr>
              <p:cNvPr id="700" name="图片 699" descr="CE12800交换机-蓝.png"/>
              <p:cNvPicPr>
                <a:picLocks noChangeAspect="1"/>
              </p:cNvPicPr>
              <p:nvPr>
                <p:custDataLst>
                  <p:tags r:id="rId313"/>
                </p:custDataLst>
              </p:nvPr>
            </p:nvPicPr>
            <p:blipFill>
              <a:blip r:embed="rId18" cstate="print"/>
              <a:stretch>
                <a:fillRect/>
              </a:stretch>
            </p:blipFill>
            <p:spPr>
              <a:xfrm>
                <a:off x="5766310" y="1834404"/>
                <a:ext cx="367750" cy="290262"/>
              </a:xfrm>
              <a:prstGeom prst="rect">
                <a:avLst/>
              </a:prstGeom>
            </p:spPr>
          </p:pic>
          <p:cxnSp>
            <p:nvCxnSpPr>
              <p:cNvPr id="701" name="直接连接符 700"/>
              <p:cNvCxnSpPr>
                <a:stCxn id="673" idx="0"/>
                <a:endCxn id="696" idx="2"/>
              </p:cNvCxnSpPr>
              <p:nvPr/>
            </p:nvCxnSpPr>
            <p:spPr>
              <a:xfrm flipH="1" flipV="1">
                <a:off x="3718596" y="3569625"/>
                <a:ext cx="635"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2" name="直接连接符 701"/>
              <p:cNvCxnSpPr>
                <a:stCxn id="673" idx="0"/>
                <a:endCxn id="697" idx="2"/>
              </p:cNvCxnSpPr>
              <p:nvPr>
                <p:custDataLst>
                  <p:tags r:id="rId314"/>
                </p:custDataLst>
              </p:nvPr>
            </p:nvCxnSpPr>
            <p:spPr>
              <a:xfrm flipV="1">
                <a:off x="3719231" y="3569625"/>
                <a:ext cx="785677"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3" name="直接连接符 702"/>
              <p:cNvCxnSpPr>
                <a:stCxn id="679" idx="0"/>
                <a:endCxn id="696" idx="2"/>
              </p:cNvCxnSpPr>
              <p:nvPr>
                <p:custDataLst>
                  <p:tags r:id="rId315"/>
                </p:custDataLst>
              </p:nvPr>
            </p:nvCxnSpPr>
            <p:spPr>
              <a:xfrm flipH="1" flipV="1">
                <a:off x="3718596" y="3569625"/>
                <a:ext cx="786947"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4" name="直接连接符 703"/>
              <p:cNvCxnSpPr>
                <a:stCxn id="679" idx="0"/>
                <a:endCxn id="697" idx="2"/>
              </p:cNvCxnSpPr>
              <p:nvPr>
                <p:custDataLst>
                  <p:tags r:id="rId316"/>
                </p:custDataLst>
              </p:nvPr>
            </p:nvCxnSpPr>
            <p:spPr>
              <a:xfrm flipH="1" flipV="1">
                <a:off x="4504908" y="3569625"/>
                <a:ext cx="635"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5" name="直接连接符 704"/>
              <p:cNvCxnSpPr>
                <a:stCxn id="696" idx="0"/>
                <a:endCxn id="699" idx="2"/>
              </p:cNvCxnSpPr>
              <p:nvPr>
                <p:custDataLst>
                  <p:tags r:id="rId317"/>
                </p:custDataLst>
              </p:nvPr>
            </p:nvCxnSpPr>
            <p:spPr>
              <a:xfrm flipV="1">
                <a:off x="3718595" y="2124665"/>
                <a:ext cx="1445595"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6" name="直接连接符 705"/>
              <p:cNvCxnSpPr>
                <a:stCxn id="697" idx="0"/>
                <a:endCxn id="700" idx="2"/>
              </p:cNvCxnSpPr>
              <p:nvPr>
                <p:custDataLst>
                  <p:tags r:id="rId318"/>
                </p:custDataLst>
              </p:nvPr>
            </p:nvCxnSpPr>
            <p:spPr>
              <a:xfrm flipV="1">
                <a:off x="4504907" y="2124665"/>
                <a:ext cx="1445595"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7" name="直接连接符 706"/>
              <p:cNvCxnSpPr>
                <a:stCxn id="696" idx="0"/>
                <a:endCxn id="700" idx="2"/>
              </p:cNvCxnSpPr>
              <p:nvPr>
                <p:custDataLst>
                  <p:tags r:id="rId319"/>
                </p:custDataLst>
              </p:nvPr>
            </p:nvCxnSpPr>
            <p:spPr>
              <a:xfrm flipV="1">
                <a:off x="3718595" y="2124665"/>
                <a:ext cx="2231907"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8" name="直接连接符 707"/>
              <p:cNvCxnSpPr>
                <a:stCxn id="697" idx="0"/>
                <a:endCxn id="699" idx="2"/>
              </p:cNvCxnSpPr>
              <p:nvPr>
                <p:custDataLst>
                  <p:tags r:id="rId320"/>
                </p:custDataLst>
              </p:nvPr>
            </p:nvCxnSpPr>
            <p:spPr>
              <a:xfrm flipV="1">
                <a:off x="4504907" y="2124665"/>
                <a:ext cx="659283"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pic>
            <p:nvPicPr>
              <p:cNvPr id="709" name="图片 708" descr="CE12800交换机-蓝.png"/>
              <p:cNvPicPr>
                <a:picLocks noChangeAspect="1"/>
              </p:cNvPicPr>
              <p:nvPr>
                <p:custDataLst>
                  <p:tags r:id="rId321"/>
                </p:custDataLst>
              </p:nvPr>
            </p:nvPicPr>
            <p:blipFill>
              <a:blip r:embed="rId18" cstate="print"/>
              <a:stretch>
                <a:fillRect/>
              </a:stretch>
            </p:blipFill>
            <p:spPr>
              <a:xfrm>
                <a:off x="4979998" y="1048092"/>
                <a:ext cx="367750" cy="290262"/>
              </a:xfrm>
              <a:prstGeom prst="rect">
                <a:avLst/>
              </a:prstGeom>
            </p:spPr>
          </p:pic>
          <p:pic>
            <p:nvPicPr>
              <p:cNvPr id="710" name="图片 709" descr="CE12800交换机-蓝.png"/>
              <p:cNvPicPr>
                <a:picLocks noChangeAspect="1"/>
              </p:cNvPicPr>
              <p:nvPr>
                <p:custDataLst>
                  <p:tags r:id="rId322"/>
                </p:custDataLst>
              </p:nvPr>
            </p:nvPicPr>
            <p:blipFill>
              <a:blip r:embed="rId18" cstate="print"/>
              <a:stretch>
                <a:fillRect/>
              </a:stretch>
            </p:blipFill>
            <p:spPr>
              <a:xfrm>
                <a:off x="5766310" y="1048092"/>
                <a:ext cx="367750" cy="290262"/>
              </a:xfrm>
              <a:prstGeom prst="rect">
                <a:avLst/>
              </a:prstGeom>
            </p:spPr>
          </p:pic>
          <p:cxnSp>
            <p:nvCxnSpPr>
              <p:cNvPr id="711" name="直接连接符 710"/>
              <p:cNvCxnSpPr>
                <a:stCxn id="709" idx="2"/>
                <a:endCxn id="699" idx="0"/>
              </p:cNvCxnSpPr>
              <p:nvPr>
                <p:custDataLst>
                  <p:tags r:id="rId323"/>
                </p:custDataLst>
              </p:nvPr>
            </p:nvCxnSpPr>
            <p:spPr>
              <a:xfrm>
                <a:off x="5164190" y="1338354"/>
                <a:ext cx="0"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12" name="直接连接符 711"/>
              <p:cNvCxnSpPr>
                <a:stCxn id="709" idx="2"/>
                <a:endCxn id="700" idx="0"/>
              </p:cNvCxnSpPr>
              <p:nvPr>
                <p:custDataLst>
                  <p:tags r:id="rId324"/>
                </p:custDataLst>
              </p:nvPr>
            </p:nvCxnSpPr>
            <p:spPr>
              <a:xfrm>
                <a:off x="5164190" y="1338354"/>
                <a:ext cx="786312"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13" name="直接连接符 712"/>
              <p:cNvCxnSpPr>
                <a:stCxn id="710" idx="2"/>
                <a:endCxn id="700" idx="0"/>
              </p:cNvCxnSpPr>
              <p:nvPr>
                <p:custDataLst>
                  <p:tags r:id="rId325"/>
                </p:custDataLst>
              </p:nvPr>
            </p:nvCxnSpPr>
            <p:spPr>
              <a:xfrm>
                <a:off x="5950502" y="1338354"/>
                <a:ext cx="0"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14" name="直接连接符 713"/>
              <p:cNvCxnSpPr>
                <a:stCxn id="710" idx="2"/>
                <a:endCxn id="699" idx="0"/>
              </p:cNvCxnSpPr>
              <p:nvPr>
                <p:custDataLst>
                  <p:tags r:id="rId326"/>
                </p:custDataLst>
              </p:nvPr>
            </p:nvCxnSpPr>
            <p:spPr>
              <a:xfrm flipH="1">
                <a:off x="5164190" y="1338354"/>
                <a:ext cx="786312"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sp>
            <p:nvSpPr>
              <p:cNvPr id="715" name="文本框 714"/>
              <p:cNvSpPr txBox="1"/>
              <p:nvPr>
                <p:custDataLst>
                  <p:tags r:id="rId327"/>
                </p:custDataLst>
              </p:nvPr>
            </p:nvSpPr>
            <p:spPr>
              <a:xfrm>
                <a:off x="3295145" y="1037544"/>
                <a:ext cx="1248698"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MDCI</a:t>
                </a:r>
                <a:endParaRPr lang="en-US" altLang="zh-CN" sz="900" dirty="0">
                  <a:solidFill>
                    <a:prstClr val="black"/>
                  </a:solidFill>
                  <a:latin typeface="Calibri"/>
                  <a:ea typeface="宋体"/>
                </a:endParaRPr>
              </a:p>
            </p:txBody>
          </p:sp>
          <p:sp>
            <p:nvSpPr>
              <p:cNvPr id="716" name="文本框 715"/>
              <p:cNvSpPr txBox="1"/>
              <p:nvPr>
                <p:custDataLst>
                  <p:tags r:id="rId328"/>
                </p:custDataLst>
              </p:nvPr>
            </p:nvSpPr>
            <p:spPr>
              <a:xfrm>
                <a:off x="3279930" y="1801952"/>
                <a:ext cx="1099712"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MS3</a:t>
                </a:r>
                <a:endParaRPr lang="en-US" altLang="zh-CN" sz="900" dirty="0">
                  <a:solidFill>
                    <a:prstClr val="black"/>
                  </a:solidFill>
                  <a:latin typeface="Calibri"/>
                  <a:ea typeface="宋体"/>
                </a:endParaRPr>
              </a:p>
            </p:txBody>
          </p:sp>
          <p:sp>
            <p:nvSpPr>
              <p:cNvPr id="717" name="文本框 716"/>
              <p:cNvSpPr txBox="1"/>
              <p:nvPr>
                <p:custDataLst>
                  <p:tags r:id="rId329"/>
                </p:custDataLst>
              </p:nvPr>
            </p:nvSpPr>
            <p:spPr>
              <a:xfrm>
                <a:off x="2590756" y="3191100"/>
                <a:ext cx="1099712"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MS2</a:t>
                </a:r>
                <a:endParaRPr lang="en-US" altLang="zh-CN" sz="900" dirty="0">
                  <a:solidFill>
                    <a:prstClr val="black"/>
                  </a:solidFill>
                  <a:latin typeface="Calibri"/>
                  <a:ea typeface="宋体"/>
                </a:endParaRPr>
              </a:p>
            </p:txBody>
          </p:sp>
          <p:sp>
            <p:nvSpPr>
              <p:cNvPr id="718" name="文本框 717"/>
              <p:cNvSpPr txBox="1"/>
              <p:nvPr>
                <p:custDataLst>
                  <p:tags r:id="rId330"/>
                </p:custDataLst>
              </p:nvPr>
            </p:nvSpPr>
            <p:spPr>
              <a:xfrm>
                <a:off x="2590756" y="4081841"/>
                <a:ext cx="1370519"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MS1</a:t>
                </a:r>
                <a:endParaRPr lang="en-US" altLang="zh-CN" sz="900" dirty="0">
                  <a:solidFill>
                    <a:prstClr val="black"/>
                  </a:solidFill>
                  <a:latin typeface="Calibri"/>
                  <a:ea typeface="宋体"/>
                </a:endParaRPr>
              </a:p>
            </p:txBody>
          </p:sp>
          <p:pic>
            <p:nvPicPr>
              <p:cNvPr id="719" name="图片 718" descr="TOR交换机-蓝.png"/>
              <p:cNvPicPr>
                <a:picLocks noChangeAspect="1"/>
              </p:cNvPicPr>
              <p:nvPr>
                <p:custDataLst>
                  <p:tags r:id="rId331"/>
                </p:custDataLst>
              </p:nvPr>
            </p:nvPicPr>
            <p:blipFill>
              <a:blip r:embed="rId23" cstate="print"/>
              <a:stretch>
                <a:fillRect/>
              </a:stretch>
            </p:blipFill>
            <p:spPr>
              <a:xfrm>
                <a:off x="5951137" y="5170831"/>
                <a:ext cx="368385" cy="291532"/>
              </a:xfrm>
              <a:prstGeom prst="rect">
                <a:avLst/>
              </a:prstGeom>
            </p:spPr>
          </p:pic>
          <p:pic>
            <p:nvPicPr>
              <p:cNvPr id="720" name="图片 719" descr="CE12800交换机-蓝.png"/>
              <p:cNvPicPr>
                <a:picLocks noChangeAspect="1"/>
              </p:cNvPicPr>
              <p:nvPr>
                <p:custDataLst>
                  <p:tags r:id="rId332"/>
                </p:custDataLst>
              </p:nvPr>
            </p:nvPicPr>
            <p:blipFill>
              <a:blip r:embed="rId18" cstate="print"/>
              <a:stretch>
                <a:fillRect/>
              </a:stretch>
            </p:blipFill>
            <p:spPr>
              <a:xfrm>
                <a:off x="6738720" y="4065675"/>
                <a:ext cx="367750" cy="290262"/>
              </a:xfrm>
              <a:prstGeom prst="rect">
                <a:avLst/>
              </a:prstGeom>
            </p:spPr>
          </p:pic>
          <p:pic>
            <p:nvPicPr>
              <p:cNvPr id="721" name="图片 720" descr="TOR交换机-蓝.png"/>
              <p:cNvPicPr>
                <a:picLocks noChangeAspect="1"/>
              </p:cNvPicPr>
              <p:nvPr>
                <p:custDataLst>
                  <p:tags r:id="rId333"/>
                </p:custDataLst>
              </p:nvPr>
            </p:nvPicPr>
            <p:blipFill>
              <a:blip r:embed="rId23" cstate="print"/>
              <a:stretch>
                <a:fillRect/>
              </a:stretch>
            </p:blipFill>
            <p:spPr>
              <a:xfrm>
                <a:off x="6738084" y="5170831"/>
                <a:ext cx="368385" cy="291532"/>
              </a:xfrm>
              <a:prstGeom prst="rect">
                <a:avLst/>
              </a:prstGeom>
            </p:spPr>
          </p:pic>
          <p:pic>
            <p:nvPicPr>
              <p:cNvPr id="722" name="图片 721" descr="TOR交换机-蓝.png"/>
              <p:cNvPicPr>
                <a:picLocks noChangeAspect="1"/>
              </p:cNvPicPr>
              <p:nvPr>
                <p:custDataLst>
                  <p:tags r:id="rId334"/>
                </p:custDataLst>
              </p:nvPr>
            </p:nvPicPr>
            <p:blipFill>
              <a:blip r:embed="rId23" cstate="print"/>
              <a:stretch>
                <a:fillRect/>
              </a:stretch>
            </p:blipFill>
            <p:spPr>
              <a:xfrm>
                <a:off x="7525031" y="5170831"/>
                <a:ext cx="368385" cy="291532"/>
              </a:xfrm>
              <a:prstGeom prst="rect">
                <a:avLst/>
              </a:prstGeom>
            </p:spPr>
          </p:pic>
          <p:pic>
            <p:nvPicPr>
              <p:cNvPr id="723" name="图片 722" descr="TOR交换机-蓝.png"/>
              <p:cNvPicPr>
                <a:picLocks noChangeAspect="1"/>
              </p:cNvPicPr>
              <p:nvPr>
                <p:custDataLst>
                  <p:tags r:id="rId335"/>
                </p:custDataLst>
              </p:nvPr>
            </p:nvPicPr>
            <p:blipFill>
              <a:blip r:embed="rId23" cstate="print"/>
              <a:stretch>
                <a:fillRect/>
              </a:stretch>
            </p:blipFill>
            <p:spPr>
              <a:xfrm>
                <a:off x="8311978" y="5165114"/>
                <a:ext cx="368385" cy="291532"/>
              </a:xfrm>
              <a:prstGeom prst="rect">
                <a:avLst/>
              </a:prstGeom>
            </p:spPr>
          </p:pic>
          <p:pic>
            <p:nvPicPr>
              <p:cNvPr id="724" name="图片 723" descr="CE12800交换机-蓝.png"/>
              <p:cNvPicPr>
                <a:picLocks noChangeAspect="1"/>
              </p:cNvPicPr>
              <p:nvPr>
                <p:custDataLst>
                  <p:tags r:id="rId336"/>
                </p:custDataLst>
              </p:nvPr>
            </p:nvPicPr>
            <p:blipFill>
              <a:blip r:embed="rId18" cstate="print"/>
              <a:stretch>
                <a:fillRect/>
              </a:stretch>
            </p:blipFill>
            <p:spPr>
              <a:xfrm>
                <a:off x="7525032" y="4065675"/>
                <a:ext cx="367750" cy="290262"/>
              </a:xfrm>
              <a:prstGeom prst="rect">
                <a:avLst/>
              </a:prstGeom>
            </p:spPr>
          </p:pic>
          <p:sp>
            <p:nvSpPr>
              <p:cNvPr id="725" name="文本框 724"/>
              <p:cNvSpPr txBox="1"/>
              <p:nvPr>
                <p:custDataLst>
                  <p:tags r:id="rId337"/>
                </p:custDataLst>
              </p:nvPr>
            </p:nvSpPr>
            <p:spPr>
              <a:xfrm>
                <a:off x="6294117" y="5121924"/>
                <a:ext cx="367749"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a:t>
                </a:r>
                <a:endParaRPr lang="en-US" altLang="zh-CN" sz="900">
                  <a:solidFill>
                    <a:prstClr val="black"/>
                  </a:solidFill>
                  <a:latin typeface="Calibri"/>
                  <a:ea typeface="宋体"/>
                </a:endParaRPr>
              </a:p>
            </p:txBody>
          </p:sp>
          <p:sp>
            <p:nvSpPr>
              <p:cNvPr id="726" name="文本框 725"/>
              <p:cNvSpPr txBox="1"/>
              <p:nvPr>
                <p:custDataLst>
                  <p:tags r:id="rId338"/>
                </p:custDataLst>
              </p:nvPr>
            </p:nvSpPr>
            <p:spPr>
              <a:xfrm>
                <a:off x="7106470" y="5121924"/>
                <a:ext cx="367749" cy="700372"/>
              </a:xfrm>
              <a:prstGeom prst="rect">
                <a:avLst/>
              </a:prstGeom>
              <a:noFill/>
            </p:spPr>
            <p:txBody>
              <a:bodyPr wrap="square" rtlCol="0">
                <a:spAutoFit/>
              </a:bodyPr>
              <a:lstStyle/>
              <a:p>
                <a:pPr defTabSz="914400">
                  <a:defRPr/>
                </a:pPr>
                <a:r>
                  <a:rPr lang="en-US" altLang="zh-CN" sz="900" dirty="0">
                    <a:solidFill>
                      <a:prstClr val="black"/>
                    </a:solidFill>
                    <a:latin typeface="Calibri"/>
                    <a:ea typeface="宋体"/>
                  </a:rPr>
                  <a:t>...</a:t>
                </a:r>
                <a:endParaRPr lang="en-US" altLang="zh-CN" sz="900" dirty="0">
                  <a:solidFill>
                    <a:prstClr val="black"/>
                  </a:solidFill>
                  <a:latin typeface="Calibri"/>
                  <a:ea typeface="宋体"/>
                </a:endParaRPr>
              </a:p>
            </p:txBody>
          </p:sp>
          <p:sp>
            <p:nvSpPr>
              <p:cNvPr id="727" name="文本框 726"/>
              <p:cNvSpPr txBox="1"/>
              <p:nvPr>
                <p:custDataLst>
                  <p:tags r:id="rId339"/>
                </p:custDataLst>
              </p:nvPr>
            </p:nvSpPr>
            <p:spPr>
              <a:xfrm>
                <a:off x="7918823" y="5121924"/>
                <a:ext cx="367749"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a:t>
                </a:r>
                <a:endParaRPr lang="en-US" altLang="zh-CN" sz="900">
                  <a:solidFill>
                    <a:prstClr val="black"/>
                  </a:solidFill>
                  <a:latin typeface="Calibri"/>
                  <a:ea typeface="宋体"/>
                </a:endParaRPr>
              </a:p>
            </p:txBody>
          </p:sp>
          <p:sp>
            <p:nvSpPr>
              <p:cNvPr id="728" name="文本框 727"/>
              <p:cNvSpPr txBox="1"/>
              <p:nvPr>
                <p:custDataLst>
                  <p:tags r:id="rId340"/>
                </p:custDataLst>
              </p:nvPr>
            </p:nvSpPr>
            <p:spPr>
              <a:xfrm>
                <a:off x="5766309" y="4895176"/>
                <a:ext cx="737406" cy="70037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Switch1</a:t>
                </a:r>
                <a:endParaRPr lang="en-US" altLang="zh-CN" sz="900">
                  <a:solidFill>
                    <a:prstClr val="black"/>
                  </a:solidFill>
                  <a:latin typeface="Calibri"/>
                  <a:ea typeface="宋体"/>
                </a:endParaRPr>
              </a:p>
            </p:txBody>
          </p:sp>
          <p:sp>
            <p:nvSpPr>
              <p:cNvPr id="729" name="文本框 728"/>
              <p:cNvSpPr txBox="1"/>
              <p:nvPr>
                <p:custDataLst>
                  <p:tags r:id="rId341"/>
                </p:custDataLst>
              </p:nvPr>
            </p:nvSpPr>
            <p:spPr>
              <a:xfrm>
                <a:off x="6464971" y="4889459"/>
                <a:ext cx="847286" cy="50936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SwitchM</a:t>
                </a:r>
                <a:endParaRPr lang="en-US" altLang="zh-CN" sz="900">
                  <a:solidFill>
                    <a:prstClr val="black"/>
                  </a:solidFill>
                  <a:latin typeface="Calibri"/>
                  <a:ea typeface="宋体"/>
                </a:endParaRPr>
              </a:p>
            </p:txBody>
          </p:sp>
          <p:sp>
            <p:nvSpPr>
              <p:cNvPr id="730" name="文本框 729"/>
              <p:cNvSpPr txBox="1"/>
              <p:nvPr>
                <p:custDataLst>
                  <p:tags r:id="rId342"/>
                </p:custDataLst>
              </p:nvPr>
            </p:nvSpPr>
            <p:spPr>
              <a:xfrm>
                <a:off x="7300189" y="4895176"/>
                <a:ext cx="847286" cy="509362"/>
              </a:xfrm>
              <a:prstGeom prst="rect">
                <a:avLst/>
              </a:prstGeom>
              <a:noFill/>
            </p:spPr>
            <p:txBody>
              <a:bodyPr wrap="square" rtlCol="0">
                <a:spAutoFit/>
              </a:bodyPr>
              <a:lstStyle/>
              <a:p>
                <a:pPr defTabSz="914400">
                  <a:defRPr/>
                </a:pPr>
                <a:r>
                  <a:rPr lang="en-US" altLang="zh-CN" sz="900" dirty="0" err="1">
                    <a:solidFill>
                      <a:prstClr val="black"/>
                    </a:solidFill>
                    <a:latin typeface="Calibri"/>
                    <a:ea typeface="宋体"/>
                  </a:rPr>
                  <a:t>SwitchN</a:t>
                </a:r>
                <a:endParaRPr lang="en-US" altLang="zh-CN" sz="900" dirty="0">
                  <a:solidFill>
                    <a:prstClr val="black"/>
                  </a:solidFill>
                  <a:latin typeface="Calibri"/>
                  <a:ea typeface="宋体"/>
                </a:endParaRPr>
              </a:p>
            </p:txBody>
          </p:sp>
          <p:sp>
            <p:nvSpPr>
              <p:cNvPr id="731" name="文本框 730"/>
              <p:cNvSpPr txBox="1"/>
              <p:nvPr>
                <p:custDataLst>
                  <p:tags r:id="rId343"/>
                </p:custDataLst>
              </p:nvPr>
            </p:nvSpPr>
            <p:spPr>
              <a:xfrm>
                <a:off x="8076974" y="4901528"/>
                <a:ext cx="847286" cy="509362"/>
              </a:xfrm>
              <a:prstGeom prst="rect">
                <a:avLst/>
              </a:prstGeom>
              <a:noFill/>
            </p:spPr>
            <p:txBody>
              <a:bodyPr wrap="square" rtlCol="0">
                <a:spAutoFit/>
              </a:bodyPr>
              <a:lstStyle/>
              <a:p>
                <a:pPr defTabSz="914400">
                  <a:defRPr/>
                </a:pPr>
                <a:r>
                  <a:rPr lang="en-US" altLang="zh-CN" sz="900">
                    <a:solidFill>
                      <a:prstClr val="black"/>
                    </a:solidFill>
                    <a:latin typeface="Calibri"/>
                    <a:ea typeface="宋体"/>
                  </a:rPr>
                  <a:t>Switch16</a:t>
                </a:r>
                <a:endParaRPr lang="en-US" altLang="zh-CN" sz="900">
                  <a:solidFill>
                    <a:prstClr val="black"/>
                  </a:solidFill>
                  <a:latin typeface="Calibri"/>
                  <a:ea typeface="宋体"/>
                </a:endParaRPr>
              </a:p>
            </p:txBody>
          </p:sp>
          <p:cxnSp>
            <p:nvCxnSpPr>
              <p:cNvPr id="732" name="直接连接符 731"/>
              <p:cNvCxnSpPr>
                <a:stCxn id="719" idx="0"/>
                <a:endCxn id="720" idx="2"/>
              </p:cNvCxnSpPr>
              <p:nvPr>
                <p:custDataLst>
                  <p:tags r:id="rId344"/>
                </p:custDataLst>
              </p:nvPr>
            </p:nvCxnSpPr>
            <p:spPr>
              <a:xfrm flipV="1">
                <a:off x="6135330" y="4355937"/>
                <a:ext cx="787582"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34" name="直接连接符 733"/>
              <p:cNvCxnSpPr>
                <a:stCxn id="719" idx="0"/>
                <a:endCxn id="724" idx="2"/>
              </p:cNvCxnSpPr>
              <p:nvPr>
                <p:custDataLst>
                  <p:tags r:id="rId345"/>
                </p:custDataLst>
              </p:nvPr>
            </p:nvCxnSpPr>
            <p:spPr>
              <a:xfrm flipV="1">
                <a:off x="6135330" y="4355937"/>
                <a:ext cx="1573894"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2" name="直接连接符 751"/>
              <p:cNvCxnSpPr>
                <a:stCxn id="721" idx="0"/>
                <a:endCxn id="720" idx="2"/>
              </p:cNvCxnSpPr>
              <p:nvPr>
                <p:custDataLst>
                  <p:tags r:id="rId346"/>
                </p:custDataLst>
              </p:nvPr>
            </p:nvCxnSpPr>
            <p:spPr>
              <a:xfrm flipV="1">
                <a:off x="6922277" y="4355937"/>
                <a:ext cx="635"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3" name="直接连接符 752"/>
              <p:cNvCxnSpPr>
                <a:stCxn id="721" idx="0"/>
                <a:endCxn id="724" idx="2"/>
              </p:cNvCxnSpPr>
              <p:nvPr>
                <p:custDataLst>
                  <p:tags r:id="rId347"/>
                </p:custDataLst>
              </p:nvPr>
            </p:nvCxnSpPr>
            <p:spPr>
              <a:xfrm flipV="1">
                <a:off x="6922277" y="4355937"/>
                <a:ext cx="786947"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4" name="直接连接符 753"/>
              <p:cNvCxnSpPr>
                <a:stCxn id="722" idx="0"/>
                <a:endCxn id="720" idx="2"/>
              </p:cNvCxnSpPr>
              <p:nvPr>
                <p:custDataLst>
                  <p:tags r:id="rId348"/>
                </p:custDataLst>
              </p:nvPr>
            </p:nvCxnSpPr>
            <p:spPr>
              <a:xfrm flipH="1" flipV="1">
                <a:off x="6922912" y="4355937"/>
                <a:ext cx="786312"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6" name="直接连接符 755"/>
              <p:cNvCxnSpPr>
                <a:stCxn id="722" idx="0"/>
                <a:endCxn id="724" idx="2"/>
              </p:cNvCxnSpPr>
              <p:nvPr>
                <p:custDataLst>
                  <p:tags r:id="rId349"/>
                </p:custDataLst>
              </p:nvPr>
            </p:nvCxnSpPr>
            <p:spPr>
              <a:xfrm flipV="1">
                <a:off x="7709224" y="4355937"/>
                <a:ext cx="0" cy="81489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7" name="直接连接符 756"/>
              <p:cNvCxnSpPr>
                <a:stCxn id="723" idx="0"/>
                <a:endCxn id="724" idx="2"/>
              </p:cNvCxnSpPr>
              <p:nvPr>
                <p:custDataLst>
                  <p:tags r:id="rId350"/>
                </p:custDataLst>
              </p:nvPr>
            </p:nvCxnSpPr>
            <p:spPr>
              <a:xfrm flipH="1" flipV="1">
                <a:off x="7709224" y="4355937"/>
                <a:ext cx="786947" cy="80917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758" name="直接连接符 757"/>
              <p:cNvCxnSpPr>
                <a:stCxn id="723" idx="0"/>
                <a:endCxn id="720" idx="2"/>
              </p:cNvCxnSpPr>
              <p:nvPr>
                <p:custDataLst>
                  <p:tags r:id="rId351"/>
                </p:custDataLst>
              </p:nvPr>
            </p:nvCxnSpPr>
            <p:spPr>
              <a:xfrm flipH="1" flipV="1">
                <a:off x="6922912" y="4355937"/>
                <a:ext cx="1573259" cy="80917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pic>
            <p:nvPicPr>
              <p:cNvPr id="759" name="图片 758" descr="CE12800交换机-蓝.png"/>
              <p:cNvPicPr>
                <a:picLocks noChangeAspect="1"/>
              </p:cNvPicPr>
              <p:nvPr>
                <p:custDataLst>
                  <p:tags r:id="rId352"/>
                </p:custDataLst>
              </p:nvPr>
            </p:nvPicPr>
            <p:blipFill>
              <a:blip r:embed="rId18" cstate="print"/>
              <a:stretch>
                <a:fillRect/>
              </a:stretch>
            </p:blipFill>
            <p:spPr>
              <a:xfrm>
                <a:off x="6738085" y="3279363"/>
                <a:ext cx="367750" cy="290262"/>
              </a:xfrm>
              <a:prstGeom prst="rect">
                <a:avLst/>
              </a:prstGeom>
            </p:spPr>
          </p:pic>
          <p:pic>
            <p:nvPicPr>
              <p:cNvPr id="761" name="图片 760" descr="CE12800交换机-蓝.png"/>
              <p:cNvPicPr>
                <a:picLocks noChangeAspect="1"/>
              </p:cNvPicPr>
              <p:nvPr>
                <p:custDataLst>
                  <p:tags r:id="rId353"/>
                </p:custDataLst>
              </p:nvPr>
            </p:nvPicPr>
            <p:blipFill>
              <a:blip r:embed="rId18" cstate="print"/>
              <a:stretch>
                <a:fillRect/>
              </a:stretch>
            </p:blipFill>
            <p:spPr>
              <a:xfrm>
                <a:off x="7524396" y="3279363"/>
                <a:ext cx="367750" cy="290262"/>
              </a:xfrm>
              <a:prstGeom prst="rect">
                <a:avLst/>
              </a:prstGeom>
            </p:spPr>
          </p:pic>
          <p:cxnSp>
            <p:nvCxnSpPr>
              <p:cNvPr id="762" name="直接连接符 761"/>
              <p:cNvCxnSpPr>
                <a:stCxn id="720" idx="0"/>
                <a:endCxn id="759" idx="2"/>
              </p:cNvCxnSpPr>
              <p:nvPr>
                <p:custDataLst>
                  <p:tags r:id="rId354"/>
                </p:custDataLst>
              </p:nvPr>
            </p:nvCxnSpPr>
            <p:spPr>
              <a:xfrm flipH="1" flipV="1">
                <a:off x="6922277" y="3569625"/>
                <a:ext cx="635"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3" name="直接连接符 762"/>
              <p:cNvCxnSpPr>
                <a:stCxn id="720" idx="0"/>
                <a:endCxn id="761" idx="2"/>
              </p:cNvCxnSpPr>
              <p:nvPr>
                <p:custDataLst>
                  <p:tags r:id="rId355"/>
                </p:custDataLst>
              </p:nvPr>
            </p:nvCxnSpPr>
            <p:spPr>
              <a:xfrm flipV="1">
                <a:off x="6922912" y="3569625"/>
                <a:ext cx="785677"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4" name="直接连接符 763"/>
              <p:cNvCxnSpPr>
                <a:stCxn id="724" idx="0"/>
                <a:endCxn id="759" idx="2"/>
              </p:cNvCxnSpPr>
              <p:nvPr>
                <p:custDataLst>
                  <p:tags r:id="rId356"/>
                </p:custDataLst>
              </p:nvPr>
            </p:nvCxnSpPr>
            <p:spPr>
              <a:xfrm flipH="1" flipV="1">
                <a:off x="6922277" y="3569625"/>
                <a:ext cx="786947"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5" name="直接连接符 764"/>
              <p:cNvCxnSpPr>
                <a:stCxn id="724" idx="0"/>
                <a:endCxn id="761" idx="2"/>
              </p:cNvCxnSpPr>
              <p:nvPr>
                <p:custDataLst>
                  <p:tags r:id="rId357"/>
                </p:custDataLst>
              </p:nvPr>
            </p:nvCxnSpPr>
            <p:spPr>
              <a:xfrm flipH="1" flipV="1">
                <a:off x="7708589" y="3569625"/>
                <a:ext cx="635" cy="49605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6" name="直接连接符 765"/>
              <p:cNvCxnSpPr>
                <a:stCxn id="759" idx="0"/>
                <a:endCxn id="699" idx="2"/>
              </p:cNvCxnSpPr>
              <p:nvPr>
                <p:custDataLst>
                  <p:tags r:id="rId358"/>
                </p:custDataLst>
              </p:nvPr>
            </p:nvCxnSpPr>
            <p:spPr>
              <a:xfrm flipH="1" flipV="1">
                <a:off x="5164190" y="2124665"/>
                <a:ext cx="1758087"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7" name="直接连接符 766"/>
              <p:cNvCxnSpPr>
                <a:stCxn id="761" idx="0"/>
                <a:endCxn id="699" idx="2"/>
              </p:cNvCxnSpPr>
              <p:nvPr>
                <p:custDataLst>
                  <p:tags r:id="rId359"/>
                </p:custDataLst>
              </p:nvPr>
            </p:nvCxnSpPr>
            <p:spPr>
              <a:xfrm flipH="1" flipV="1">
                <a:off x="5164190" y="2124665"/>
                <a:ext cx="2544399"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8" name="直接连接符 767"/>
              <p:cNvCxnSpPr>
                <a:stCxn id="759" idx="0"/>
                <a:endCxn id="700" idx="2"/>
              </p:cNvCxnSpPr>
              <p:nvPr>
                <p:custDataLst>
                  <p:tags r:id="rId360"/>
                </p:custDataLst>
              </p:nvPr>
            </p:nvCxnSpPr>
            <p:spPr>
              <a:xfrm flipH="1" flipV="1">
                <a:off x="5950502" y="2124665"/>
                <a:ext cx="971775"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69" name="直接连接符 768"/>
              <p:cNvCxnSpPr>
                <a:stCxn id="761" idx="0"/>
                <a:endCxn id="700" idx="2"/>
              </p:cNvCxnSpPr>
              <p:nvPr>
                <p:custDataLst>
                  <p:tags r:id="rId361"/>
                </p:custDataLst>
              </p:nvPr>
            </p:nvCxnSpPr>
            <p:spPr>
              <a:xfrm flipH="1" flipV="1">
                <a:off x="5950502" y="2124665"/>
                <a:ext cx="1758087" cy="1154697"/>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sp>
            <p:nvSpPr>
              <p:cNvPr id="770" name="文本框 769"/>
              <p:cNvSpPr txBox="1"/>
              <p:nvPr>
                <p:custDataLst>
                  <p:tags r:id="rId362"/>
                </p:custDataLst>
              </p:nvPr>
            </p:nvSpPr>
            <p:spPr>
              <a:xfrm>
                <a:off x="4880914" y="1423464"/>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2*2=4 LC-LC</a:t>
                </a:r>
                <a:endParaRPr lang="en-US" altLang="zh-CN" sz="600" dirty="0">
                  <a:solidFill>
                    <a:prstClr val="black"/>
                  </a:solidFill>
                  <a:latin typeface="Calibri"/>
                  <a:ea typeface="宋体"/>
                  <a:sym typeface="+mn-ea"/>
                </a:endParaRPr>
              </a:p>
            </p:txBody>
          </p:sp>
          <p:sp>
            <p:nvSpPr>
              <p:cNvPr id="773" name="文本框 772"/>
              <p:cNvSpPr txBox="1"/>
              <p:nvPr>
                <p:custDataLst>
                  <p:tags r:id="rId363"/>
                </p:custDataLst>
              </p:nvPr>
            </p:nvSpPr>
            <p:spPr>
              <a:xfrm>
                <a:off x="4086663" y="2545133"/>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2*2=4 LC-LC</a:t>
                </a:r>
                <a:endParaRPr lang="en-US" altLang="zh-CN" sz="600" dirty="0">
                  <a:solidFill>
                    <a:prstClr val="black"/>
                  </a:solidFill>
                  <a:latin typeface="Calibri"/>
                  <a:ea typeface="宋体"/>
                  <a:sym typeface="+mn-ea"/>
                </a:endParaRPr>
              </a:p>
            </p:txBody>
          </p:sp>
          <p:sp>
            <p:nvSpPr>
              <p:cNvPr id="776" name="文本框 775"/>
              <p:cNvSpPr txBox="1"/>
              <p:nvPr>
                <p:custDataLst>
                  <p:tags r:id="rId364"/>
                </p:custDataLst>
              </p:nvPr>
            </p:nvSpPr>
            <p:spPr>
              <a:xfrm>
                <a:off x="5947104" y="2545133"/>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2*2=4 LC-LC</a:t>
                </a:r>
                <a:endParaRPr lang="en-US" altLang="zh-CN" sz="600" dirty="0">
                  <a:solidFill>
                    <a:prstClr val="black"/>
                  </a:solidFill>
                  <a:latin typeface="Calibri"/>
                  <a:ea typeface="宋体"/>
                  <a:sym typeface="+mn-ea"/>
                </a:endParaRPr>
              </a:p>
            </p:txBody>
          </p:sp>
          <p:sp>
            <p:nvSpPr>
              <p:cNvPr id="777" name="文本框 776"/>
              <p:cNvSpPr txBox="1"/>
              <p:nvPr>
                <p:custDataLst>
                  <p:tags r:id="rId365"/>
                </p:custDataLst>
              </p:nvPr>
            </p:nvSpPr>
            <p:spPr>
              <a:xfrm>
                <a:off x="3522017" y="3671249"/>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2*2=4 LC-LC</a:t>
                </a:r>
                <a:endParaRPr lang="en-US" altLang="zh-CN" sz="600" dirty="0">
                  <a:solidFill>
                    <a:prstClr val="black"/>
                  </a:solidFill>
                  <a:latin typeface="Calibri"/>
                  <a:ea typeface="宋体"/>
                  <a:sym typeface="+mn-ea"/>
                </a:endParaRPr>
              </a:p>
            </p:txBody>
          </p:sp>
          <p:sp>
            <p:nvSpPr>
              <p:cNvPr id="778" name="文本框 777"/>
              <p:cNvSpPr txBox="1"/>
              <p:nvPr>
                <p:custDataLst>
                  <p:tags r:id="rId366"/>
                </p:custDataLst>
              </p:nvPr>
            </p:nvSpPr>
            <p:spPr>
              <a:xfrm>
                <a:off x="6711408" y="3671249"/>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2*2=4 LC-LC</a:t>
                </a:r>
                <a:endParaRPr lang="en-US" altLang="zh-CN" sz="600" dirty="0">
                  <a:solidFill>
                    <a:prstClr val="black"/>
                  </a:solidFill>
                  <a:latin typeface="Calibri"/>
                  <a:ea typeface="宋体"/>
                  <a:sym typeface="+mn-ea"/>
                </a:endParaRPr>
              </a:p>
            </p:txBody>
          </p:sp>
          <p:sp>
            <p:nvSpPr>
              <p:cNvPr id="779" name="文本框 778"/>
              <p:cNvSpPr txBox="1"/>
              <p:nvPr>
                <p:custDataLst>
                  <p:tags r:id="rId367"/>
                </p:custDataLst>
              </p:nvPr>
            </p:nvSpPr>
            <p:spPr>
              <a:xfrm>
                <a:off x="3576005" y="4524701"/>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2*8=16 LC-LC</a:t>
                </a:r>
                <a:endParaRPr lang="en-US" altLang="zh-CN" sz="600" dirty="0">
                  <a:solidFill>
                    <a:prstClr val="black"/>
                  </a:solidFill>
                  <a:latin typeface="Calibri"/>
                  <a:ea typeface="宋体"/>
                  <a:sym typeface="+mn-ea"/>
                </a:endParaRPr>
              </a:p>
            </p:txBody>
          </p:sp>
          <p:sp>
            <p:nvSpPr>
              <p:cNvPr id="780" name="文本框 779"/>
              <p:cNvSpPr txBox="1"/>
              <p:nvPr>
                <p:custDataLst>
                  <p:tags r:id="rId368"/>
                </p:custDataLst>
              </p:nvPr>
            </p:nvSpPr>
            <p:spPr>
              <a:xfrm>
                <a:off x="6802235" y="4524701"/>
                <a:ext cx="1129291" cy="291532"/>
              </a:xfrm>
              <a:prstGeom prst="rect">
                <a:avLst/>
              </a:prstGeom>
              <a:solidFill>
                <a:schemeClr val="accent6">
                  <a:lumMod val="20000"/>
                  <a:lumOff val="80000"/>
                </a:schemeClr>
              </a:solidFill>
            </p:spPr>
            <p:txBody>
              <a:bodyPr wrap="square" rtlCol="0" anchor="t">
                <a:noAutofit/>
              </a:bodyPr>
              <a:lstStyle/>
              <a:p>
                <a:pPr algn="ctr" defTabSz="914400">
                  <a:defRPr/>
                </a:pPr>
                <a:r>
                  <a:rPr lang="en-US" altLang="zh-CN" sz="600" dirty="0">
                    <a:solidFill>
                      <a:prstClr val="black"/>
                    </a:solidFill>
                    <a:latin typeface="Calibri"/>
                    <a:ea typeface="宋体"/>
                    <a:sym typeface="+mn-ea"/>
                  </a:rPr>
                  <a:t>2*16=32 LC-LC</a:t>
                </a:r>
                <a:endParaRPr lang="en-US" altLang="zh-CN" sz="600" dirty="0">
                  <a:solidFill>
                    <a:prstClr val="black"/>
                  </a:solidFill>
                  <a:latin typeface="Calibri"/>
                  <a:ea typeface="宋体"/>
                  <a:sym typeface="+mn-ea"/>
                </a:endParaRPr>
              </a:p>
            </p:txBody>
          </p:sp>
          <p:sp>
            <p:nvSpPr>
              <p:cNvPr id="781" name="文本框 780"/>
              <p:cNvSpPr txBox="1"/>
              <p:nvPr>
                <p:custDataLst>
                  <p:tags r:id="rId369"/>
                </p:custDataLst>
              </p:nvPr>
            </p:nvSpPr>
            <p:spPr>
              <a:xfrm>
                <a:off x="2944032" y="2836666"/>
                <a:ext cx="1028304" cy="424469"/>
              </a:xfrm>
              <a:prstGeom prst="rect">
                <a:avLst/>
              </a:prstGeom>
              <a:noFill/>
            </p:spPr>
            <p:txBody>
              <a:bodyPr wrap="square" rtlCol="0">
                <a:spAutoFit/>
              </a:bodyPr>
              <a:lstStyle/>
              <a:p>
                <a:pPr defTabSz="914400">
                  <a:defRPr/>
                </a:pPr>
                <a:r>
                  <a:rPr lang="en-US" altLang="zh-CN" sz="700" dirty="0">
                    <a:solidFill>
                      <a:srgbClr val="00B0F0"/>
                    </a:solidFill>
                    <a:latin typeface="微软雅黑" panose="020B0503020204020204" pitchFamily="34" charset="-122"/>
                    <a:ea typeface="微软雅黑" panose="020B0503020204020204" pitchFamily="34" charset="-122"/>
                    <a:sym typeface="+mn-ea"/>
                  </a:rPr>
                  <a:t>mgt-</a:t>
                </a:r>
                <a:r>
                  <a:rPr lang="en-US" altLang="zh-CN" sz="70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700" b="1" dirty="0">
                  <a:solidFill>
                    <a:srgbClr val="00B0F0"/>
                  </a:solidFill>
                  <a:latin typeface="微软雅黑" panose="020B0503020204020204" pitchFamily="34" charset="-122"/>
                  <a:ea typeface="微软雅黑" panose="020B0503020204020204" pitchFamily="34" charset="-122"/>
                </a:endParaRPr>
              </a:p>
            </p:txBody>
          </p:sp>
          <p:sp>
            <p:nvSpPr>
              <p:cNvPr id="782" name="文本框 781"/>
              <p:cNvSpPr txBox="1"/>
              <p:nvPr>
                <p:custDataLst>
                  <p:tags r:id="rId370"/>
                </p:custDataLst>
              </p:nvPr>
            </p:nvSpPr>
            <p:spPr>
              <a:xfrm>
                <a:off x="7524396" y="2868018"/>
                <a:ext cx="1028304" cy="424469"/>
              </a:xfrm>
              <a:prstGeom prst="rect">
                <a:avLst/>
              </a:prstGeom>
              <a:noFill/>
            </p:spPr>
            <p:txBody>
              <a:bodyPr wrap="square" rtlCol="0">
                <a:spAutoFit/>
              </a:bodyPr>
              <a:lstStyle/>
              <a:p>
                <a:pPr defTabSz="914400">
                  <a:defRPr/>
                </a:pPr>
                <a:r>
                  <a:rPr lang="en-US" altLang="zh-CN" sz="700" dirty="0">
                    <a:solidFill>
                      <a:srgbClr val="00B0F0"/>
                    </a:solidFill>
                    <a:latin typeface="微软雅黑" panose="020B0503020204020204" pitchFamily="34" charset="-122"/>
                    <a:ea typeface="微软雅黑" panose="020B0503020204020204" pitchFamily="34" charset="-122"/>
                    <a:sym typeface="+mn-ea"/>
                  </a:rPr>
                  <a:t>BMC-</a:t>
                </a:r>
                <a:r>
                  <a:rPr lang="en-US" altLang="zh-CN" sz="70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700" b="1" dirty="0">
                  <a:solidFill>
                    <a:srgbClr val="00B0F0"/>
                  </a:solidFill>
                  <a:latin typeface="微软雅黑" panose="020B0503020204020204" pitchFamily="34" charset="-122"/>
                  <a:ea typeface="微软雅黑" panose="020B0503020204020204" pitchFamily="34" charset="-122"/>
                </a:endParaRPr>
              </a:p>
            </p:txBody>
          </p:sp>
          <p:sp>
            <p:nvSpPr>
              <p:cNvPr id="784" name="文本框 783"/>
              <p:cNvSpPr txBox="1"/>
              <p:nvPr>
                <p:custDataLst>
                  <p:tags r:id="rId371"/>
                </p:custDataLst>
              </p:nvPr>
            </p:nvSpPr>
            <p:spPr>
              <a:xfrm>
                <a:off x="2590756" y="4705234"/>
                <a:ext cx="1555698" cy="318350"/>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MS0*8</a:t>
                </a:r>
                <a:endParaRPr lang="en-US" altLang="zh-CN" sz="900" dirty="0">
                  <a:solidFill>
                    <a:prstClr val="black"/>
                  </a:solidFill>
                  <a:latin typeface="Calibri"/>
                  <a:ea typeface="宋体"/>
                </a:endParaRPr>
              </a:p>
            </p:txBody>
          </p:sp>
        </p:grpSp>
        <p:sp>
          <p:nvSpPr>
            <p:cNvPr id="669" name="文本框 668"/>
            <p:cNvSpPr txBox="1"/>
            <p:nvPr>
              <p:custDataLst>
                <p:tags r:id="rId372"/>
              </p:custDataLst>
            </p:nvPr>
          </p:nvSpPr>
          <p:spPr>
            <a:xfrm>
              <a:off x="6438023" y="3214622"/>
              <a:ext cx="754310"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BS2</a:t>
              </a:r>
              <a:endParaRPr lang="en-US" altLang="zh-CN" sz="900" dirty="0">
                <a:solidFill>
                  <a:prstClr val="black"/>
                </a:solidFill>
                <a:latin typeface="Calibri"/>
                <a:ea typeface="宋体"/>
              </a:endParaRPr>
            </a:p>
          </p:txBody>
        </p:sp>
        <p:sp>
          <p:nvSpPr>
            <p:cNvPr id="670" name="文本框 669"/>
            <p:cNvSpPr txBox="1"/>
            <p:nvPr>
              <p:custDataLst>
                <p:tags r:id="rId373"/>
              </p:custDataLst>
            </p:nvPr>
          </p:nvSpPr>
          <p:spPr>
            <a:xfrm>
              <a:off x="6438023" y="4105362"/>
              <a:ext cx="940061" cy="318351"/>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BS1</a:t>
              </a:r>
              <a:endParaRPr lang="en-US" altLang="zh-CN" sz="900" dirty="0">
                <a:solidFill>
                  <a:prstClr val="black"/>
                </a:solidFill>
                <a:latin typeface="Calibri"/>
                <a:ea typeface="宋体"/>
              </a:endParaRPr>
            </a:p>
          </p:txBody>
        </p:sp>
        <p:sp>
          <p:nvSpPr>
            <p:cNvPr id="671" name="文本框 670"/>
            <p:cNvSpPr txBox="1"/>
            <p:nvPr>
              <p:custDataLst>
                <p:tags r:id="rId374"/>
              </p:custDataLst>
            </p:nvPr>
          </p:nvSpPr>
          <p:spPr>
            <a:xfrm>
              <a:off x="6438023" y="4728754"/>
              <a:ext cx="1067078" cy="318350"/>
            </a:xfrm>
            <a:prstGeom prst="rect">
              <a:avLst/>
            </a:prstGeom>
            <a:noFill/>
          </p:spPr>
          <p:txBody>
            <a:bodyPr wrap="square" rtlCol="0">
              <a:spAutoFit/>
            </a:bodyPr>
            <a:lstStyle/>
            <a:p>
              <a:pPr defTabSz="914400">
                <a:defRPr/>
              </a:pPr>
              <a:r>
                <a:rPr lang="en-US" altLang="zh-CN" sz="900" b="1" dirty="0">
                  <a:solidFill>
                    <a:prstClr val="black"/>
                  </a:solidFill>
                  <a:latin typeface="Calibri"/>
                  <a:ea typeface="宋体"/>
                </a:rPr>
                <a:t>BS0*16</a:t>
              </a:r>
              <a:endParaRPr lang="en-US" altLang="zh-CN" sz="900" dirty="0">
                <a:solidFill>
                  <a:prstClr val="black"/>
                </a:solidFill>
                <a:latin typeface="Calibri"/>
                <a:ea typeface="宋体"/>
              </a:endParaRPr>
            </a:p>
          </p:txBody>
        </p:sp>
      </p:grpSp>
      <p:sp>
        <p:nvSpPr>
          <p:cNvPr id="788" name="矩形 787"/>
          <p:cNvSpPr/>
          <p:nvPr/>
        </p:nvSpPr>
        <p:spPr>
          <a:xfrm>
            <a:off x="83881" y="4472667"/>
            <a:ext cx="8818549" cy="2327601"/>
          </a:xfrm>
          <a:prstGeom prst="rect">
            <a:avLst/>
          </a:prstGeom>
          <a:solidFill>
            <a:srgbClr val="EFF9E8"/>
          </a:solidFill>
          <a:ln w="25400" cap="flat" cmpd="sng" algn="ctr">
            <a:noFill/>
            <a:prstDash val="solid"/>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endParaRPr lang="zh-CN" altLang="en-US" sz="2400" kern="0" dirty="0">
              <a:solidFill>
                <a:srgbClr val="666666"/>
              </a:solidFill>
              <a:latin typeface="微软雅黑"/>
              <a:ea typeface="微软雅黑"/>
              <a:cs typeface="+mn-ea"/>
              <a:sym typeface="+mn-lt"/>
            </a:endParaRPr>
          </a:p>
        </p:txBody>
      </p:sp>
      <p:sp>
        <p:nvSpPr>
          <p:cNvPr id="789" name="矩形 788"/>
          <p:cNvSpPr/>
          <p:nvPr/>
        </p:nvSpPr>
        <p:spPr>
          <a:xfrm>
            <a:off x="3999852" y="4828228"/>
            <a:ext cx="143433" cy="91489"/>
          </a:xfrm>
          <a:prstGeom prst="rect">
            <a:avLst/>
          </a:prstGeom>
          <a:solidFill>
            <a:srgbClr val="00B0F0"/>
          </a:solidFill>
          <a:ln w="25400" cap="flat" cmpd="sng" algn="ctr">
            <a:noFill/>
            <a:prstDash val="solid"/>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endParaRPr lang="zh-CN" altLang="en-US" sz="2400" kern="0">
              <a:solidFill>
                <a:srgbClr val="666666"/>
              </a:solidFill>
              <a:latin typeface="微软雅黑"/>
              <a:ea typeface="微软雅黑"/>
              <a:cs typeface="+mn-ea"/>
              <a:sym typeface="+mn-lt"/>
            </a:endParaRPr>
          </a:p>
        </p:txBody>
      </p:sp>
      <p:sp>
        <p:nvSpPr>
          <p:cNvPr id="790" name="文本框 789"/>
          <p:cNvSpPr txBox="1"/>
          <p:nvPr/>
        </p:nvSpPr>
        <p:spPr>
          <a:xfrm>
            <a:off x="3768739" y="6492161"/>
            <a:ext cx="1246724" cy="138413"/>
          </a:xfrm>
          <a:prstGeom prst="rect">
            <a:avLst/>
          </a:prstGeom>
          <a:noFill/>
        </p:spPr>
        <p:txBody>
          <a:bodyPr wrap="square" lIns="0" tIns="0" rIns="0" bIns="0" rtlCol="0">
            <a:spAutoFit/>
          </a:bodyPr>
          <a:lstStyle/>
          <a:p>
            <a:pPr algn="ctr" defTabSz="913765">
              <a:defRPr/>
            </a:pPr>
            <a:r>
              <a:rPr kumimoji="1" lang="zh-CN" altLang="en-US" sz="900" b="1" kern="0" dirty="0">
                <a:solidFill>
                  <a:srgbClr val="000000"/>
                </a:solidFill>
                <a:latin typeface="微软雅黑"/>
                <a:ea typeface="微软雅黑"/>
                <a:cs typeface="+mn-ea"/>
                <a:sym typeface="+mn-lt"/>
              </a:rPr>
              <a:t>灵衢总线平面</a:t>
            </a:r>
            <a:endParaRPr kumimoji="1" lang="zh-CN" altLang="en-US" sz="900" b="1" kern="0" dirty="0">
              <a:solidFill>
                <a:srgbClr val="000000"/>
              </a:solidFill>
              <a:latin typeface="微软雅黑"/>
              <a:ea typeface="微软雅黑"/>
              <a:cs typeface="+mn-ea"/>
              <a:sym typeface="+mn-lt"/>
            </a:endParaRPr>
          </a:p>
        </p:txBody>
      </p:sp>
      <p:sp>
        <p:nvSpPr>
          <p:cNvPr id="791" name="矩形 790"/>
          <p:cNvSpPr/>
          <p:nvPr>
            <p:custDataLst>
              <p:tags r:id="rId375"/>
            </p:custDataLst>
          </p:nvPr>
        </p:nvSpPr>
        <p:spPr>
          <a:xfrm>
            <a:off x="3420468" y="5849955"/>
            <a:ext cx="1793777" cy="814787"/>
          </a:xfrm>
          <a:prstGeom prst="rect">
            <a:avLst/>
          </a:prstGeom>
          <a:noFill/>
          <a:ln w="6350" cap="flat" cmpd="sng" algn="ctr">
            <a:solidFill>
              <a:srgbClr val="1D1D1A"/>
            </a:solidFill>
            <a:prstDash val="dash"/>
          </a:ln>
          <a:effec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100" kern="0">
              <a:solidFill>
                <a:srgbClr val="666666"/>
              </a:solidFill>
              <a:latin typeface="微软雅黑"/>
              <a:ea typeface="微软雅黑"/>
              <a:cs typeface="+mn-ea"/>
              <a:sym typeface="+mn-lt"/>
            </a:endParaRPr>
          </a:p>
        </p:txBody>
      </p:sp>
      <p:cxnSp>
        <p:nvCxnSpPr>
          <p:cNvPr id="792" name="直接连接符 791"/>
          <p:cNvCxnSpPr>
            <a:stCxn id="799" idx="0"/>
          </p:cNvCxnSpPr>
          <p:nvPr>
            <p:custDataLst>
              <p:tags r:id="rId376"/>
            </p:custDataLst>
          </p:nvPr>
        </p:nvCxnSpPr>
        <p:spPr bwMode="auto">
          <a:xfrm flipH="1" flipV="1">
            <a:off x="3804294" y="5750863"/>
            <a:ext cx="800813" cy="372892"/>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3" name="直接连接符 792"/>
          <p:cNvCxnSpPr>
            <a:stCxn id="799" idx="0"/>
          </p:cNvCxnSpPr>
          <p:nvPr>
            <p:custDataLst>
              <p:tags r:id="rId377"/>
            </p:custDataLst>
          </p:nvPr>
        </p:nvCxnSpPr>
        <p:spPr bwMode="auto">
          <a:xfrm flipV="1">
            <a:off x="4605106" y="5732416"/>
            <a:ext cx="262464" cy="391341"/>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94" name="图片 793"/>
          <p:cNvPicPr>
            <a:picLocks noChangeAspect="1"/>
          </p:cNvPicPr>
          <p:nvPr/>
        </p:nvPicPr>
        <p:blipFill rotWithShape="1">
          <a:blip r:embed="rId378"/>
          <a:srcRect l="29459" r="26552"/>
          <a:stretch>
            <a:fillRect/>
          </a:stretch>
        </p:blipFill>
        <p:spPr>
          <a:xfrm rot="10800000" flipV="1">
            <a:off x="4882532" y="4940905"/>
            <a:ext cx="238055" cy="558240"/>
          </a:xfrm>
          <a:prstGeom prst="rect">
            <a:avLst/>
          </a:prstGeom>
        </p:spPr>
      </p:pic>
      <p:pic>
        <p:nvPicPr>
          <p:cNvPr id="795" name="图片 794"/>
          <p:cNvPicPr>
            <a:picLocks noChangeAspect="1"/>
          </p:cNvPicPr>
          <p:nvPr/>
        </p:nvPicPr>
        <p:blipFill rotWithShape="1">
          <a:blip r:embed="rId378"/>
          <a:srcRect l="29459" r="26552"/>
          <a:stretch>
            <a:fillRect/>
          </a:stretch>
        </p:blipFill>
        <p:spPr>
          <a:xfrm rot="10800000" flipV="1">
            <a:off x="4517428" y="4943410"/>
            <a:ext cx="238055" cy="558240"/>
          </a:xfrm>
          <a:prstGeom prst="rect">
            <a:avLst/>
          </a:prstGeom>
        </p:spPr>
      </p:pic>
      <p:pic>
        <p:nvPicPr>
          <p:cNvPr id="796" name="图片 795"/>
          <p:cNvPicPr>
            <a:picLocks noChangeAspect="1"/>
          </p:cNvPicPr>
          <p:nvPr/>
        </p:nvPicPr>
        <p:blipFill rotWithShape="1">
          <a:blip r:embed="rId378"/>
          <a:srcRect l="29459" r="26552"/>
          <a:stretch>
            <a:fillRect/>
          </a:stretch>
        </p:blipFill>
        <p:spPr>
          <a:xfrm rot="10800000" flipV="1">
            <a:off x="3939477" y="4937276"/>
            <a:ext cx="238055" cy="558240"/>
          </a:xfrm>
          <a:prstGeom prst="rect">
            <a:avLst/>
          </a:prstGeom>
        </p:spPr>
      </p:pic>
      <p:pic>
        <p:nvPicPr>
          <p:cNvPr id="797" name="图片 796"/>
          <p:cNvPicPr>
            <a:picLocks noChangeAspect="1"/>
          </p:cNvPicPr>
          <p:nvPr/>
        </p:nvPicPr>
        <p:blipFill rotWithShape="1">
          <a:blip r:embed="rId378"/>
          <a:srcRect l="29459" r="26552"/>
          <a:stretch>
            <a:fillRect/>
          </a:stretch>
        </p:blipFill>
        <p:spPr>
          <a:xfrm rot="10800000" flipV="1">
            <a:off x="3546157" y="4924667"/>
            <a:ext cx="238055" cy="558240"/>
          </a:xfrm>
          <a:prstGeom prst="rect">
            <a:avLst/>
          </a:prstGeom>
        </p:spPr>
      </p:pic>
      <p:pic>
        <p:nvPicPr>
          <p:cNvPr id="798" name="图片 797"/>
          <p:cNvPicPr>
            <a:picLocks noChangeAspect="1"/>
          </p:cNvPicPr>
          <p:nvPr/>
        </p:nvPicPr>
        <p:blipFill rotWithShape="1">
          <a:blip r:embed="rId379" cstate="print">
            <a:extLst>
              <a:ext uri="{BEBA8EAE-BF5A-486C-A8C5-ECC9F3942E4B}">
                <a14:imgProps xmlns:a14="http://schemas.microsoft.com/office/drawing/2010/main">
                  <a14:imgLayer r:embed="rId380">
                    <a14:imgEffect>
                      <a14:brightnessContrast bright="20000" contrast="20000"/>
                    </a14:imgEffect>
                  </a14:imgLayer>
                </a14:imgProps>
              </a:ext>
              <a:ext uri="{28A0092B-C50C-407E-A947-70E740481C1C}">
                <a14:useLocalDpi xmlns:a14="http://schemas.microsoft.com/office/drawing/2010/main" val="0"/>
              </a:ext>
            </a:extLst>
          </a:blip>
          <a:srcRect l="37218" r="42869"/>
          <a:stretch>
            <a:fillRect/>
          </a:stretch>
        </p:blipFill>
        <p:spPr>
          <a:xfrm>
            <a:off x="4016602" y="6143546"/>
            <a:ext cx="300754" cy="305558"/>
          </a:xfrm>
          <a:prstGeom prst="rect">
            <a:avLst/>
          </a:prstGeom>
        </p:spPr>
      </p:pic>
      <p:pic>
        <p:nvPicPr>
          <p:cNvPr id="799" name="图片 798"/>
          <p:cNvPicPr>
            <a:picLocks noChangeAspect="1"/>
          </p:cNvPicPr>
          <p:nvPr/>
        </p:nvPicPr>
        <p:blipFill rotWithShape="1">
          <a:blip r:embed="rId379" cstate="print">
            <a:extLst>
              <a:ext uri="{BEBA8EAE-BF5A-486C-A8C5-ECC9F3942E4B}">
                <a14:imgProps xmlns:a14="http://schemas.microsoft.com/office/drawing/2010/main">
                  <a14:imgLayer r:embed="rId380">
                    <a14:imgEffect>
                      <a14:brightnessContrast bright="20000" contrast="20000"/>
                    </a14:imgEffect>
                  </a14:imgLayer>
                </a14:imgProps>
              </a:ext>
              <a:ext uri="{28A0092B-C50C-407E-A947-70E740481C1C}">
                <a14:useLocalDpi xmlns:a14="http://schemas.microsoft.com/office/drawing/2010/main" val="0"/>
              </a:ext>
            </a:extLst>
          </a:blip>
          <a:srcRect l="37218" r="42869"/>
          <a:stretch>
            <a:fillRect/>
          </a:stretch>
        </p:blipFill>
        <p:spPr>
          <a:xfrm>
            <a:off x="4454729" y="6123755"/>
            <a:ext cx="300754" cy="339078"/>
          </a:xfrm>
          <a:prstGeom prst="rect">
            <a:avLst/>
          </a:prstGeom>
        </p:spPr>
      </p:pic>
      <p:sp>
        <p:nvSpPr>
          <p:cNvPr id="800" name="文本框 799"/>
          <p:cNvSpPr txBox="1"/>
          <p:nvPr>
            <p:custDataLst>
              <p:tags r:id="rId381"/>
            </p:custDataLst>
          </p:nvPr>
        </p:nvSpPr>
        <p:spPr>
          <a:xfrm>
            <a:off x="3607648" y="5391731"/>
            <a:ext cx="1529119" cy="215310"/>
          </a:xfrm>
          <a:prstGeom prst="rect">
            <a:avLst/>
          </a:prstGeom>
          <a:noFill/>
        </p:spPr>
        <p:txBody>
          <a:bodyPr wrap="square" rtlCol="0">
            <a:spAutoFit/>
          </a:bodyPr>
          <a:lstStyle/>
          <a:p>
            <a:pPr algn="ctr" defTabSz="912495">
              <a:defRPr/>
            </a:pPr>
            <a:r>
              <a:rPr lang="en-US" altLang="zh-CN" sz="800" kern="0" dirty="0">
                <a:solidFill>
                  <a:srgbClr val="212121"/>
                </a:solidFill>
                <a:latin typeface="微软雅黑"/>
                <a:ea typeface="微软雅黑"/>
                <a:cs typeface="+mn-ea"/>
                <a:sym typeface="+mn-lt"/>
              </a:rPr>
              <a:t>Atlas 950 </a:t>
            </a:r>
            <a:r>
              <a:rPr lang="en-US" altLang="zh-CN" sz="800" kern="0" dirty="0" err="1">
                <a:solidFill>
                  <a:srgbClr val="212121"/>
                </a:solidFill>
                <a:latin typeface="微软雅黑"/>
                <a:ea typeface="微软雅黑"/>
                <a:cs typeface="+mn-ea"/>
                <a:sym typeface="+mn-lt"/>
              </a:rPr>
              <a:t>SuperPoD</a:t>
            </a:r>
            <a:endParaRPr lang="en-US" altLang="zh-CN" sz="800" kern="0" dirty="0">
              <a:solidFill>
                <a:srgbClr val="212121"/>
              </a:solidFill>
              <a:latin typeface="微软雅黑"/>
              <a:ea typeface="微软雅黑"/>
              <a:cs typeface="+mn-ea"/>
              <a:sym typeface="+mn-lt"/>
            </a:endParaRPr>
          </a:p>
        </p:txBody>
      </p:sp>
      <p:cxnSp>
        <p:nvCxnSpPr>
          <p:cNvPr id="801" name="直接连接符 800"/>
          <p:cNvCxnSpPr>
            <a:stCxn id="798" idx="0"/>
          </p:cNvCxnSpPr>
          <p:nvPr>
            <p:custDataLst>
              <p:tags r:id="rId382"/>
            </p:custDataLst>
          </p:nvPr>
        </p:nvCxnSpPr>
        <p:spPr bwMode="auto">
          <a:xfrm flipH="1" flipV="1">
            <a:off x="3852464" y="5750864"/>
            <a:ext cx="314514" cy="392683"/>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2" name="直接连接符 801"/>
          <p:cNvCxnSpPr>
            <a:stCxn id="798" idx="0"/>
          </p:cNvCxnSpPr>
          <p:nvPr>
            <p:custDataLst>
              <p:tags r:id="rId383"/>
            </p:custDataLst>
          </p:nvPr>
        </p:nvCxnSpPr>
        <p:spPr bwMode="auto">
          <a:xfrm flipV="1">
            <a:off x="4166979" y="5732414"/>
            <a:ext cx="748763" cy="411132"/>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3" name="矩形 802"/>
          <p:cNvSpPr/>
          <p:nvPr/>
        </p:nvSpPr>
        <p:spPr>
          <a:xfrm>
            <a:off x="4373992" y="4825963"/>
            <a:ext cx="143433" cy="91489"/>
          </a:xfrm>
          <a:prstGeom prst="rect">
            <a:avLst/>
          </a:prstGeom>
          <a:solidFill>
            <a:srgbClr val="00B0F0"/>
          </a:solidFill>
          <a:ln w="25400" cap="flat" cmpd="sng" algn="ctr">
            <a:noFill/>
            <a:prstDash val="solid"/>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endParaRPr lang="zh-CN" altLang="en-US" sz="2400" kern="0">
              <a:solidFill>
                <a:srgbClr val="666666"/>
              </a:solidFill>
              <a:latin typeface="微软雅黑"/>
              <a:ea typeface="微软雅黑"/>
              <a:cs typeface="+mn-ea"/>
              <a:sym typeface="+mn-lt"/>
            </a:endParaRPr>
          </a:p>
        </p:txBody>
      </p:sp>
      <p:cxnSp>
        <p:nvCxnSpPr>
          <p:cNvPr id="804" name="直接连接符 803"/>
          <p:cNvCxnSpPr/>
          <p:nvPr/>
        </p:nvCxnSpPr>
        <p:spPr>
          <a:xfrm>
            <a:off x="4212573" y="5194501"/>
            <a:ext cx="322838"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5" name="矩形 804"/>
          <p:cNvSpPr/>
          <p:nvPr>
            <p:custDataLst>
              <p:tags r:id="rId384"/>
            </p:custDataLst>
          </p:nvPr>
        </p:nvSpPr>
        <p:spPr>
          <a:xfrm>
            <a:off x="3420466" y="4869493"/>
            <a:ext cx="1793778" cy="819583"/>
          </a:xfrm>
          <a:prstGeom prst="rect">
            <a:avLst/>
          </a:prstGeom>
          <a:noFill/>
          <a:ln w="6350" cap="flat" cmpd="sng" algn="ctr">
            <a:solidFill>
              <a:srgbClr val="1D1D1A"/>
            </a:solidFill>
            <a:prstDash val="dash"/>
          </a:ln>
          <a:effec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100" kern="0">
              <a:solidFill>
                <a:srgbClr val="666666"/>
              </a:solidFill>
              <a:latin typeface="微软雅黑"/>
              <a:ea typeface="微软雅黑"/>
              <a:cs typeface="+mn-ea"/>
              <a:sym typeface="+mn-lt"/>
            </a:endParaRPr>
          </a:p>
        </p:txBody>
      </p:sp>
      <p:sp>
        <p:nvSpPr>
          <p:cNvPr id="806" name="矩形 805"/>
          <p:cNvSpPr/>
          <p:nvPr/>
        </p:nvSpPr>
        <p:spPr>
          <a:xfrm>
            <a:off x="2169227" y="596808"/>
            <a:ext cx="2863455" cy="485983"/>
          </a:xfrm>
          <a:prstGeom prst="rect">
            <a:avLst/>
          </a:prstGeom>
        </p:spPr>
        <p:txBody>
          <a:bodyPr wrap="square">
            <a:spAutoFit/>
          </a:bodyPr>
          <a:lstStyle/>
          <a:p>
            <a:pPr algn="ctr" defTabSz="913765">
              <a:lnSpc>
                <a:spcPct val="150000"/>
              </a:lnSpc>
              <a:defRPr/>
            </a:pPr>
            <a:r>
              <a:rPr lang="zh-CN" altLang="en-US" sz="1000" b="1" kern="0" dirty="0">
                <a:solidFill>
                  <a:srgbClr val="212121"/>
                </a:solidFill>
                <a:latin typeface="微软雅黑"/>
                <a:ea typeface="微软雅黑"/>
                <a:cs typeface="+mn-ea"/>
                <a:sym typeface="+mn-lt"/>
              </a:rPr>
              <a:t>智算区（武汉机房）：</a:t>
            </a:r>
            <a:r>
              <a:rPr lang="en-US" altLang="zh-CN" sz="1000" b="1" kern="0" dirty="0">
                <a:solidFill>
                  <a:srgbClr val="212121"/>
                </a:solidFill>
                <a:latin typeface="微软雅黑"/>
                <a:ea typeface="微软雅黑"/>
                <a:cs typeface="+mn-ea"/>
                <a:sym typeface="+mn-lt"/>
              </a:rPr>
              <a:t>8</a:t>
            </a:r>
            <a:r>
              <a:rPr lang="zh-CN" altLang="en-US" sz="1000" b="1" kern="0" dirty="0">
                <a:solidFill>
                  <a:srgbClr val="212121"/>
                </a:solidFill>
                <a:latin typeface="微软雅黑"/>
                <a:ea typeface="微软雅黑"/>
                <a:cs typeface="+mn-ea"/>
                <a:sym typeface="+mn-lt"/>
              </a:rPr>
              <a:t>计算柜</a:t>
            </a:r>
            <a:r>
              <a:rPr lang="en-US" altLang="zh-CN" sz="1000" b="1" kern="0" dirty="0">
                <a:solidFill>
                  <a:srgbClr val="212121"/>
                </a:solidFill>
                <a:latin typeface="微软雅黑"/>
                <a:ea typeface="微软雅黑"/>
                <a:cs typeface="+mn-ea"/>
                <a:sym typeface="+mn-lt"/>
              </a:rPr>
              <a:t>+4</a:t>
            </a:r>
            <a:r>
              <a:rPr lang="zh-CN" altLang="en-US" sz="1000" b="1" kern="0" dirty="0">
                <a:solidFill>
                  <a:srgbClr val="212121"/>
                </a:solidFill>
                <a:latin typeface="微软雅黑"/>
                <a:ea typeface="微软雅黑"/>
                <a:cs typeface="+mn-ea"/>
                <a:sym typeface="+mn-lt"/>
              </a:rPr>
              <a:t>灵衢总线柜</a:t>
            </a:r>
            <a:endParaRPr lang="en-US" altLang="zh-CN" sz="1000" b="1" kern="0" dirty="0">
              <a:solidFill>
                <a:srgbClr val="212121"/>
              </a:solidFill>
              <a:latin typeface="微软雅黑"/>
              <a:ea typeface="微软雅黑"/>
              <a:cs typeface="+mn-ea"/>
              <a:sym typeface="+mn-lt"/>
            </a:endParaRPr>
          </a:p>
          <a:p>
            <a:pPr algn="ctr" defTabSz="913765">
              <a:lnSpc>
                <a:spcPct val="150000"/>
              </a:lnSpc>
              <a:defRPr/>
            </a:pPr>
            <a:endParaRPr lang="en-US" altLang="zh-CN" sz="800" b="1" kern="0" dirty="0">
              <a:solidFill>
                <a:srgbClr val="212121"/>
              </a:solidFill>
              <a:latin typeface="微软雅黑"/>
              <a:ea typeface="微软雅黑"/>
              <a:cs typeface="+mn-ea"/>
              <a:sym typeface="+mn-lt"/>
            </a:endParaRPr>
          </a:p>
        </p:txBody>
      </p:sp>
      <p:cxnSp>
        <p:nvCxnSpPr>
          <p:cNvPr id="807" name="直接连接符 806"/>
          <p:cNvCxnSpPr/>
          <p:nvPr/>
        </p:nvCxnSpPr>
        <p:spPr>
          <a:xfrm flipV="1">
            <a:off x="4224996" y="5678448"/>
            <a:ext cx="0" cy="107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9" name="直接连接符 808"/>
          <p:cNvCxnSpPr/>
          <p:nvPr/>
        </p:nvCxnSpPr>
        <p:spPr>
          <a:xfrm flipV="1">
            <a:off x="3237737" y="6293295"/>
            <a:ext cx="1784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10" name="图片 809"/>
          <p:cNvPicPr>
            <a:picLocks noChangeAspect="1"/>
          </p:cNvPicPr>
          <p:nvPr/>
        </p:nvPicPr>
        <p:blipFill rotWithShape="1">
          <a:blip r:embed="rId379" cstate="print">
            <a:extLst>
              <a:ext uri="{BEBA8EAE-BF5A-486C-A8C5-ECC9F3942E4B}">
                <a14:imgProps xmlns:a14="http://schemas.microsoft.com/office/drawing/2010/main">
                  <a14:imgLayer r:embed="rId380">
                    <a14:imgEffect>
                      <a14:brightnessContrast bright="20000" contrast="20000"/>
                    </a14:imgEffect>
                  </a14:imgLayer>
                </a14:imgProps>
              </a:ext>
              <a:ext uri="{28A0092B-C50C-407E-A947-70E740481C1C}">
                <a14:useLocalDpi xmlns:a14="http://schemas.microsoft.com/office/drawing/2010/main" val="0"/>
              </a:ext>
            </a:extLst>
          </a:blip>
          <a:srcRect l="37218" r="42869"/>
          <a:stretch>
            <a:fillRect/>
          </a:stretch>
        </p:blipFill>
        <p:spPr>
          <a:xfrm>
            <a:off x="4843082" y="6152435"/>
            <a:ext cx="300754" cy="305558"/>
          </a:xfrm>
          <a:prstGeom prst="rect">
            <a:avLst/>
          </a:prstGeom>
        </p:spPr>
      </p:pic>
      <p:pic>
        <p:nvPicPr>
          <p:cNvPr id="811" name="图片 810"/>
          <p:cNvPicPr>
            <a:picLocks noChangeAspect="1"/>
          </p:cNvPicPr>
          <p:nvPr/>
        </p:nvPicPr>
        <p:blipFill rotWithShape="1">
          <a:blip r:embed="rId379" cstate="print">
            <a:extLst>
              <a:ext uri="{BEBA8EAE-BF5A-486C-A8C5-ECC9F3942E4B}">
                <a14:imgProps xmlns:a14="http://schemas.microsoft.com/office/drawing/2010/main">
                  <a14:imgLayer r:embed="rId380">
                    <a14:imgEffect>
                      <a14:brightnessContrast bright="20000" contrast="20000"/>
                    </a14:imgEffect>
                  </a14:imgLayer>
                </a14:imgProps>
              </a:ext>
              <a:ext uri="{28A0092B-C50C-407E-A947-70E740481C1C}">
                <a14:useLocalDpi xmlns:a14="http://schemas.microsoft.com/office/drawing/2010/main" val="0"/>
              </a:ext>
            </a:extLst>
          </a:blip>
          <a:srcRect l="37218" r="42869"/>
          <a:stretch>
            <a:fillRect/>
          </a:stretch>
        </p:blipFill>
        <p:spPr>
          <a:xfrm>
            <a:off x="3567723" y="6133000"/>
            <a:ext cx="300754" cy="339078"/>
          </a:xfrm>
          <a:prstGeom prst="rect">
            <a:avLst/>
          </a:prstGeom>
        </p:spPr>
      </p:pic>
      <p:cxnSp>
        <p:nvCxnSpPr>
          <p:cNvPr id="812" name="直接连接符 811"/>
          <p:cNvCxnSpPr>
            <a:stCxn id="811" idx="0"/>
          </p:cNvCxnSpPr>
          <p:nvPr>
            <p:custDataLst>
              <p:tags r:id="rId385"/>
            </p:custDataLst>
          </p:nvPr>
        </p:nvCxnSpPr>
        <p:spPr bwMode="auto">
          <a:xfrm flipV="1">
            <a:off x="3718100" y="5659100"/>
            <a:ext cx="31570" cy="473900"/>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3" name="直接连接符 812"/>
          <p:cNvCxnSpPr>
            <a:stCxn id="811" idx="0"/>
          </p:cNvCxnSpPr>
          <p:nvPr>
            <p:custDataLst>
              <p:tags r:id="rId386"/>
            </p:custDataLst>
          </p:nvPr>
        </p:nvCxnSpPr>
        <p:spPr bwMode="auto">
          <a:xfrm flipV="1">
            <a:off x="3718101" y="5654052"/>
            <a:ext cx="979852" cy="478948"/>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4" name="直接连接符 813"/>
          <p:cNvCxnSpPr>
            <a:stCxn id="810" idx="0"/>
          </p:cNvCxnSpPr>
          <p:nvPr>
            <p:custDataLst>
              <p:tags r:id="rId387"/>
            </p:custDataLst>
          </p:nvPr>
        </p:nvCxnSpPr>
        <p:spPr bwMode="auto">
          <a:xfrm flipH="1" flipV="1">
            <a:off x="4716343" y="5689076"/>
            <a:ext cx="277117" cy="463359"/>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5" name="直接连接符 814"/>
          <p:cNvCxnSpPr/>
          <p:nvPr>
            <p:custDataLst>
              <p:tags r:id="rId388"/>
            </p:custDataLst>
          </p:nvPr>
        </p:nvCxnSpPr>
        <p:spPr bwMode="auto">
          <a:xfrm flipH="1" flipV="1">
            <a:off x="3808127" y="5637408"/>
            <a:ext cx="1154578" cy="501534"/>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6" name="组合 815"/>
          <p:cNvGrpSpPr/>
          <p:nvPr/>
        </p:nvGrpSpPr>
        <p:grpSpPr>
          <a:xfrm>
            <a:off x="3436342" y="5449805"/>
            <a:ext cx="228841" cy="259829"/>
            <a:chOff x="540773" y="2951695"/>
            <a:chExt cx="310570" cy="263545"/>
          </a:xfrm>
        </p:grpSpPr>
        <p:pic>
          <p:nvPicPr>
            <p:cNvPr id="817" name="图片 816"/>
            <p:cNvPicPr>
              <a:picLocks noChangeAspect="1"/>
            </p:cNvPicPr>
            <p:nvPr/>
          </p:nvPicPr>
          <p:blipFill>
            <a:blip r:embed="rId389"/>
            <a:stretch>
              <a:fillRect/>
            </a:stretch>
          </p:blipFill>
          <p:spPr>
            <a:xfrm>
              <a:off x="606888" y="2951695"/>
              <a:ext cx="171405" cy="171405"/>
            </a:xfrm>
            <a:prstGeom prst="rect">
              <a:avLst/>
            </a:prstGeom>
          </p:spPr>
        </p:pic>
        <p:sp>
          <p:nvSpPr>
            <p:cNvPr id="818" name="文本框 314"/>
            <p:cNvSpPr txBox="1"/>
            <p:nvPr/>
          </p:nvSpPr>
          <p:spPr>
            <a:xfrm>
              <a:off x="540773" y="3121587"/>
              <a:ext cx="310570" cy="93653"/>
            </a:xfrm>
            <a:prstGeom prst="rect">
              <a:avLst/>
            </a:prstGeom>
            <a:noFill/>
            <a:ln>
              <a:noFill/>
            </a:ln>
          </p:spPr>
          <p:txBody>
            <a:bodyPr wrap="square" lIns="0" tIns="0" rIns="0" bIns="0" rtlCol="0">
              <a:spAutoFit/>
            </a:bodyPr>
            <a:lstStyle>
              <a:defPPr>
                <a:defRPr lang="zh-CN"/>
              </a:defPPr>
              <a:lvl1pPr algn="ctr" defTabSz="1217930">
                <a:defRPr sz="800" b="1" u="sng" kern="0">
                  <a:solidFill>
                    <a:srgbClr val="C7000B"/>
                  </a:solidFill>
                  <a:latin typeface="微软雅黑" panose="020B0503020204020204" pitchFamily="34" charset="-122"/>
                </a:defRPr>
              </a:lvl1pPr>
            </a:lstStyle>
            <a:p>
              <a:pPr defTabSz="1217295">
                <a:defRPr/>
              </a:pPr>
              <a:r>
                <a:rPr lang="en-US" altLang="zh-CN" sz="600" b="0" u="none" dirty="0">
                  <a:ea typeface="微软雅黑" panose="020B0503020204020204" pitchFamily="34" charset="-122"/>
                </a:rPr>
                <a:t>EDR</a:t>
              </a:r>
              <a:endParaRPr lang="en-US" altLang="zh-CN" sz="600" b="0" u="none" dirty="0">
                <a:ea typeface="微软雅黑" panose="020B0503020204020204" pitchFamily="34" charset="-122"/>
              </a:endParaRPr>
            </a:p>
          </p:txBody>
        </p:sp>
      </p:grpSp>
      <p:pic>
        <p:nvPicPr>
          <p:cNvPr id="819" name="图片 527" descr="32303236333630373b32303236333536323b670d52a15668"/>
          <p:cNvPicPr>
            <a:picLocks noChangeAspect="1"/>
          </p:cNvPicPr>
          <p:nvPr>
            <p:custDataLst>
              <p:tags r:id="rId390"/>
            </p:custDataLst>
          </p:nvPr>
        </p:nvPicPr>
        <p:blipFill>
          <a:blip r:embed="rId391"/>
          <a:stretch>
            <a:fillRect/>
          </a:stretch>
        </p:blipFill>
        <p:spPr>
          <a:xfrm>
            <a:off x="6048160" y="4970087"/>
            <a:ext cx="459051" cy="438014"/>
          </a:xfrm>
          <a:prstGeom prst="rect">
            <a:avLst/>
          </a:prstGeom>
        </p:spPr>
      </p:pic>
      <p:sp>
        <p:nvSpPr>
          <p:cNvPr id="820" name="文本框 819"/>
          <p:cNvSpPr txBox="1"/>
          <p:nvPr>
            <p:custDataLst>
              <p:tags r:id="rId392"/>
            </p:custDataLst>
          </p:nvPr>
        </p:nvSpPr>
        <p:spPr>
          <a:xfrm>
            <a:off x="5911344" y="5416503"/>
            <a:ext cx="785799" cy="307777"/>
          </a:xfrm>
          <a:prstGeom prst="rect">
            <a:avLst/>
          </a:prstGeom>
          <a:noFill/>
        </p:spPr>
        <p:txBody>
          <a:bodyPr wrap="square" rtlCol="0">
            <a:spAutoFit/>
          </a:bodyPr>
          <a:lstStyle/>
          <a:p>
            <a:pPr algn="ctr" defTabSz="913765">
              <a:defRPr/>
            </a:pPr>
            <a:r>
              <a:rPr lang="en-US" altLang="zh-CN" sz="700" b="1" kern="0" dirty="0">
                <a:solidFill>
                  <a:srgbClr val="212121"/>
                </a:solidFill>
                <a:latin typeface="微软雅黑"/>
                <a:ea typeface="微软雅黑"/>
                <a:cs typeface="+mn-ea"/>
                <a:sym typeface="+mn-lt"/>
              </a:rPr>
              <a:t>CCAE</a:t>
            </a:r>
            <a:r>
              <a:rPr lang="zh-CN" altLang="en-US" sz="700" b="1" kern="0" dirty="0">
                <a:solidFill>
                  <a:srgbClr val="212121"/>
                </a:solidFill>
                <a:latin typeface="微软雅黑"/>
                <a:ea typeface="微软雅黑"/>
                <a:cs typeface="+mn-ea"/>
                <a:sym typeface="+mn-lt"/>
              </a:rPr>
              <a:t>节点</a:t>
            </a:r>
            <a:r>
              <a:rPr lang="en-US" altLang="zh-CN" sz="700" b="1" kern="0" dirty="0">
                <a:solidFill>
                  <a:srgbClr val="212121"/>
                </a:solidFill>
                <a:latin typeface="微软雅黑"/>
                <a:ea typeface="微软雅黑"/>
                <a:cs typeface="+mn-ea"/>
                <a:sym typeface="+mn-lt"/>
              </a:rPr>
              <a:t>*3</a:t>
            </a:r>
            <a:endParaRPr lang="en-US" altLang="zh-CN" sz="700" b="1" kern="0" dirty="0">
              <a:solidFill>
                <a:srgbClr val="212121"/>
              </a:solidFill>
              <a:latin typeface="微软雅黑"/>
              <a:ea typeface="微软雅黑"/>
              <a:cs typeface="+mn-ea"/>
              <a:sym typeface="+mn-lt"/>
            </a:endParaRPr>
          </a:p>
          <a:p>
            <a:pPr algn="ctr" defTabSz="913765">
              <a:defRPr/>
            </a:pPr>
            <a:r>
              <a:rPr lang="zh-CN" altLang="en-US" sz="700" b="1" kern="0" dirty="0">
                <a:solidFill>
                  <a:srgbClr val="212121"/>
                </a:solidFill>
                <a:latin typeface="微软雅黑"/>
                <a:ea typeface="微软雅黑"/>
                <a:cs typeface="+mn-ea"/>
                <a:sym typeface="+mn-lt"/>
              </a:rPr>
              <a:t>部署服务器</a:t>
            </a:r>
            <a:r>
              <a:rPr lang="en-US" altLang="zh-CN" sz="700" b="1" kern="0" dirty="0">
                <a:solidFill>
                  <a:srgbClr val="212121"/>
                </a:solidFill>
                <a:latin typeface="微软雅黑"/>
                <a:ea typeface="微软雅黑"/>
                <a:cs typeface="+mn-ea"/>
                <a:sym typeface="+mn-lt"/>
              </a:rPr>
              <a:t>*2</a:t>
            </a:r>
            <a:endParaRPr lang="zh-CN" altLang="en-US" sz="700" b="1" kern="0" dirty="0">
              <a:solidFill>
                <a:srgbClr val="212121"/>
              </a:solidFill>
              <a:latin typeface="微软雅黑"/>
              <a:ea typeface="微软雅黑"/>
              <a:cs typeface="+mn-ea"/>
              <a:sym typeface="+mn-lt"/>
            </a:endParaRPr>
          </a:p>
        </p:txBody>
      </p:sp>
      <p:cxnSp>
        <p:nvCxnSpPr>
          <p:cNvPr id="830" name="直接连接符 829"/>
          <p:cNvCxnSpPr>
            <a:stCxn id="141" idx="2"/>
          </p:cNvCxnSpPr>
          <p:nvPr>
            <p:custDataLst>
              <p:tags r:id="rId393"/>
            </p:custDataLst>
          </p:nvPr>
        </p:nvCxnSpPr>
        <p:spPr>
          <a:xfrm flipH="1">
            <a:off x="4424960" y="4378112"/>
            <a:ext cx="2227790" cy="481340"/>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1" name="直接连接符 830"/>
          <p:cNvCxnSpPr>
            <a:stCxn id="139" idx="2"/>
          </p:cNvCxnSpPr>
          <p:nvPr>
            <p:custDataLst>
              <p:tags r:id="rId394"/>
            </p:custDataLst>
          </p:nvPr>
        </p:nvCxnSpPr>
        <p:spPr>
          <a:xfrm flipH="1">
            <a:off x="4554808" y="4378112"/>
            <a:ext cx="1708710" cy="490789"/>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6" name="直接连接符 835"/>
          <p:cNvCxnSpPr>
            <a:stCxn id="138" idx="2"/>
            <a:endCxn id="805" idx="0"/>
          </p:cNvCxnSpPr>
          <p:nvPr>
            <p:custDataLst>
              <p:tags r:id="rId395"/>
            </p:custDataLst>
          </p:nvPr>
        </p:nvCxnSpPr>
        <p:spPr>
          <a:xfrm flipH="1">
            <a:off x="4317355" y="4378112"/>
            <a:ext cx="1556930" cy="491381"/>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 name="直接连接符 838"/>
          <p:cNvCxnSpPr>
            <a:stCxn id="137" idx="2"/>
            <a:endCxn id="803" idx="1"/>
          </p:cNvCxnSpPr>
          <p:nvPr>
            <p:custDataLst>
              <p:tags r:id="rId396"/>
            </p:custDataLst>
          </p:nvPr>
        </p:nvCxnSpPr>
        <p:spPr>
          <a:xfrm flipH="1">
            <a:off x="4373992" y="4378111"/>
            <a:ext cx="1111061" cy="493596"/>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3" name="直接连接符 842"/>
          <p:cNvCxnSpPr>
            <a:stCxn id="48" idx="2"/>
            <a:endCxn id="803" idx="1"/>
          </p:cNvCxnSpPr>
          <p:nvPr>
            <p:custDataLst>
              <p:tags r:id="rId397"/>
            </p:custDataLst>
          </p:nvPr>
        </p:nvCxnSpPr>
        <p:spPr>
          <a:xfrm flipH="1">
            <a:off x="4373992" y="4378111"/>
            <a:ext cx="721829" cy="493596"/>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7" name="直接连接符 846"/>
          <p:cNvCxnSpPr>
            <a:stCxn id="46" idx="2"/>
          </p:cNvCxnSpPr>
          <p:nvPr>
            <p:custDataLst>
              <p:tags r:id="rId398"/>
            </p:custDataLst>
          </p:nvPr>
        </p:nvCxnSpPr>
        <p:spPr>
          <a:xfrm flipH="1">
            <a:off x="4454728" y="4378111"/>
            <a:ext cx="251860" cy="493596"/>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0" name="直接连接符 849"/>
          <p:cNvCxnSpPr>
            <a:stCxn id="45" idx="2"/>
            <a:endCxn id="803" idx="0"/>
          </p:cNvCxnSpPr>
          <p:nvPr>
            <p:custDataLst>
              <p:tags r:id="rId399"/>
            </p:custDataLst>
          </p:nvPr>
        </p:nvCxnSpPr>
        <p:spPr>
          <a:xfrm>
            <a:off x="4317356" y="4378112"/>
            <a:ext cx="128353" cy="447851"/>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3" name="直接连接符 852"/>
          <p:cNvCxnSpPr>
            <a:stCxn id="44" idx="2"/>
          </p:cNvCxnSpPr>
          <p:nvPr>
            <p:custDataLst>
              <p:tags r:id="rId400"/>
            </p:custDataLst>
          </p:nvPr>
        </p:nvCxnSpPr>
        <p:spPr>
          <a:xfrm>
            <a:off x="3928124" y="4378111"/>
            <a:ext cx="566762" cy="506241"/>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7" name="文本框 856"/>
          <p:cNvSpPr txBox="1"/>
          <p:nvPr>
            <p:custDataLst>
              <p:tags r:id="rId401"/>
            </p:custDataLst>
          </p:nvPr>
        </p:nvSpPr>
        <p:spPr>
          <a:xfrm>
            <a:off x="5105170" y="4636156"/>
            <a:ext cx="887640" cy="553870"/>
          </a:xfrm>
          <a:prstGeom prst="rect">
            <a:avLst/>
          </a:prstGeom>
          <a:noFill/>
        </p:spPr>
        <p:txBody>
          <a:bodyPr wrap="square" rtlCol="0">
            <a:spAutoFit/>
          </a:bodyPr>
          <a:lstStyle/>
          <a:p>
            <a:pPr algn="ctr" defTabSz="913130">
              <a:defRPr/>
            </a:pPr>
            <a:r>
              <a:rPr lang="en-US" altLang="zh-CN" sz="1000" kern="0" dirty="0">
                <a:solidFill>
                  <a:srgbClr val="212121"/>
                </a:solidFill>
                <a:latin typeface="微软雅黑"/>
                <a:ea typeface="微软雅黑"/>
                <a:cs typeface="+mn-ea"/>
                <a:sym typeface="+mn-lt"/>
              </a:rPr>
              <a:t>128*200GE</a:t>
            </a:r>
            <a:endParaRPr lang="en-US" altLang="zh-CN" sz="1000" kern="0" dirty="0">
              <a:solidFill>
                <a:srgbClr val="212121"/>
              </a:solidFill>
              <a:latin typeface="微软雅黑"/>
              <a:ea typeface="微软雅黑"/>
              <a:cs typeface="+mn-ea"/>
              <a:sym typeface="+mn-lt"/>
            </a:endParaRPr>
          </a:p>
          <a:p>
            <a:pPr algn="ctr" defTabSz="913130">
              <a:defRPr/>
            </a:pPr>
            <a:r>
              <a:rPr lang="en-US" altLang="zh-CN" sz="1000" kern="0" dirty="0">
                <a:solidFill>
                  <a:srgbClr val="212121"/>
                </a:solidFill>
                <a:latin typeface="微软雅黑"/>
                <a:ea typeface="微软雅黑"/>
                <a:cs typeface="+mn-ea"/>
                <a:sym typeface="+mn-lt"/>
              </a:rPr>
              <a:t> </a:t>
            </a:r>
            <a:r>
              <a:rPr lang="zh-CN" altLang="en-US" sz="1000" kern="0" dirty="0">
                <a:solidFill>
                  <a:srgbClr val="212121"/>
                </a:solidFill>
                <a:latin typeface="微软雅黑"/>
                <a:ea typeface="微软雅黑"/>
                <a:cs typeface="+mn-ea"/>
                <a:sym typeface="+mn-lt"/>
              </a:rPr>
              <a:t>每</a:t>
            </a:r>
            <a:r>
              <a:rPr lang="en-US" altLang="zh-CN" sz="1000" kern="0" dirty="0">
                <a:solidFill>
                  <a:srgbClr val="212121"/>
                </a:solidFill>
                <a:latin typeface="微软雅黑"/>
                <a:ea typeface="微软雅黑"/>
                <a:cs typeface="+mn-ea"/>
                <a:sym typeface="+mn-lt"/>
              </a:rPr>
              <a:t>CPU</a:t>
            </a:r>
            <a:r>
              <a:rPr lang="zh-CN" altLang="en-US" sz="1000" kern="0" dirty="0">
                <a:solidFill>
                  <a:srgbClr val="212121"/>
                </a:solidFill>
                <a:latin typeface="微软雅黑"/>
                <a:ea typeface="微软雅黑"/>
                <a:cs typeface="+mn-ea"/>
                <a:sym typeface="+mn-lt"/>
              </a:rPr>
              <a:t>单板</a:t>
            </a:r>
            <a:r>
              <a:rPr lang="en-US" altLang="zh-CN" sz="1000" kern="0" dirty="0">
                <a:solidFill>
                  <a:srgbClr val="212121"/>
                </a:solidFill>
                <a:latin typeface="微软雅黑"/>
                <a:ea typeface="微软雅黑"/>
                <a:cs typeface="+mn-ea"/>
                <a:sym typeface="+mn-lt"/>
              </a:rPr>
              <a:t>2*200G</a:t>
            </a:r>
            <a:endParaRPr lang="en-US" altLang="zh-CN" sz="1000" kern="0" dirty="0">
              <a:solidFill>
                <a:srgbClr val="212121"/>
              </a:solidFill>
              <a:latin typeface="微软雅黑"/>
              <a:ea typeface="微软雅黑"/>
              <a:cs typeface="+mn-ea"/>
              <a:sym typeface="+mn-lt"/>
            </a:endParaRPr>
          </a:p>
        </p:txBody>
      </p:sp>
      <p:cxnSp>
        <p:nvCxnSpPr>
          <p:cNvPr id="858" name="直接连接符 98"/>
          <p:cNvCxnSpPr>
            <a:endCxn id="723" idx="2"/>
          </p:cNvCxnSpPr>
          <p:nvPr>
            <p:custDataLst>
              <p:tags r:id="rId402"/>
            </p:custDataLst>
          </p:nvPr>
        </p:nvCxnSpPr>
        <p:spPr bwMode="auto">
          <a:xfrm flipH="1" flipV="1">
            <a:off x="3073325" y="4367337"/>
            <a:ext cx="981106" cy="501564"/>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1" name="直接连接符 98"/>
          <p:cNvCxnSpPr>
            <a:endCxn id="722" idx="2"/>
          </p:cNvCxnSpPr>
          <p:nvPr>
            <p:custDataLst>
              <p:tags r:id="rId403"/>
            </p:custDataLst>
          </p:nvPr>
        </p:nvCxnSpPr>
        <p:spPr bwMode="auto">
          <a:xfrm flipH="1" flipV="1">
            <a:off x="2688084" y="4371481"/>
            <a:ext cx="1347273" cy="497420"/>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4" name="直接连接符 98"/>
          <p:cNvCxnSpPr>
            <a:endCxn id="721" idx="2"/>
          </p:cNvCxnSpPr>
          <p:nvPr>
            <p:custDataLst>
              <p:tags r:id="rId404"/>
            </p:custDataLst>
          </p:nvPr>
        </p:nvCxnSpPr>
        <p:spPr bwMode="auto">
          <a:xfrm flipH="1" flipV="1">
            <a:off x="2302843" y="4371481"/>
            <a:ext cx="1840442" cy="510840"/>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8" name="直接连接符 98"/>
          <p:cNvCxnSpPr>
            <a:stCxn id="789" idx="2"/>
          </p:cNvCxnSpPr>
          <p:nvPr>
            <p:custDataLst>
              <p:tags r:id="rId405"/>
            </p:custDataLst>
          </p:nvPr>
        </p:nvCxnSpPr>
        <p:spPr bwMode="auto">
          <a:xfrm flipH="1" flipV="1">
            <a:off x="1917603" y="4307828"/>
            <a:ext cx="2153965" cy="611889"/>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3" name="直接连接符 98"/>
          <p:cNvCxnSpPr>
            <a:stCxn id="789" idx="2"/>
            <a:endCxn id="678" idx="2"/>
          </p:cNvCxnSpPr>
          <p:nvPr>
            <p:custDataLst>
              <p:tags r:id="rId406"/>
            </p:custDataLst>
          </p:nvPr>
        </p:nvCxnSpPr>
        <p:spPr bwMode="auto">
          <a:xfrm flipH="1" flipV="1">
            <a:off x="1505000" y="4367337"/>
            <a:ext cx="2566569" cy="552380"/>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6" name="直接连接符 98"/>
          <p:cNvCxnSpPr>
            <a:stCxn id="789" idx="2"/>
            <a:endCxn id="675" idx="2"/>
          </p:cNvCxnSpPr>
          <p:nvPr>
            <p:custDataLst>
              <p:tags r:id="rId407"/>
            </p:custDataLst>
          </p:nvPr>
        </p:nvCxnSpPr>
        <p:spPr bwMode="auto">
          <a:xfrm flipH="1" flipV="1">
            <a:off x="1119759" y="4371481"/>
            <a:ext cx="2951810" cy="548236"/>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9" name="直接连接符 98"/>
          <p:cNvCxnSpPr>
            <a:endCxn id="674" idx="2"/>
          </p:cNvCxnSpPr>
          <p:nvPr>
            <p:custDataLst>
              <p:tags r:id="rId408"/>
            </p:custDataLst>
          </p:nvPr>
        </p:nvCxnSpPr>
        <p:spPr bwMode="auto">
          <a:xfrm flipH="1" flipV="1">
            <a:off x="734518" y="4371481"/>
            <a:ext cx="3337051" cy="501995"/>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2" name="直接连接符 98"/>
          <p:cNvCxnSpPr>
            <a:stCxn id="789" idx="2"/>
            <a:endCxn id="672" idx="2"/>
          </p:cNvCxnSpPr>
          <p:nvPr>
            <p:custDataLst>
              <p:tags r:id="rId409"/>
            </p:custDataLst>
          </p:nvPr>
        </p:nvCxnSpPr>
        <p:spPr bwMode="auto">
          <a:xfrm flipH="1" flipV="1">
            <a:off x="349277" y="4371481"/>
            <a:ext cx="3722291" cy="548236"/>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6" name="直接连接符 885"/>
          <p:cNvCxnSpPr>
            <a:stCxn id="141" idx="2"/>
            <a:endCxn id="819" idx="0"/>
          </p:cNvCxnSpPr>
          <p:nvPr>
            <p:custDataLst>
              <p:tags r:id="rId410"/>
            </p:custDataLst>
          </p:nvPr>
        </p:nvCxnSpPr>
        <p:spPr>
          <a:xfrm flipH="1">
            <a:off x="6277686" y="4378111"/>
            <a:ext cx="375064" cy="591975"/>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9" name="直接连接符 888"/>
          <p:cNvCxnSpPr>
            <a:stCxn id="139" idx="2"/>
          </p:cNvCxnSpPr>
          <p:nvPr>
            <p:custDataLst>
              <p:tags r:id="rId411"/>
            </p:custDataLst>
          </p:nvPr>
        </p:nvCxnSpPr>
        <p:spPr>
          <a:xfrm>
            <a:off x="6263518" y="4378111"/>
            <a:ext cx="17341" cy="622316"/>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3" name="文本框 892"/>
          <p:cNvSpPr txBox="1"/>
          <p:nvPr>
            <p:custDataLst>
              <p:tags r:id="rId412"/>
            </p:custDataLst>
          </p:nvPr>
        </p:nvSpPr>
        <p:spPr>
          <a:xfrm>
            <a:off x="6420608" y="4628237"/>
            <a:ext cx="887640" cy="553870"/>
          </a:xfrm>
          <a:prstGeom prst="rect">
            <a:avLst/>
          </a:prstGeom>
          <a:noFill/>
        </p:spPr>
        <p:txBody>
          <a:bodyPr wrap="square" rtlCol="0">
            <a:spAutoFit/>
          </a:bodyPr>
          <a:lstStyle/>
          <a:p>
            <a:pPr algn="ctr" defTabSz="913130">
              <a:defRPr/>
            </a:pPr>
            <a:r>
              <a:rPr lang="en-US" altLang="zh-CN" sz="1000" kern="0" dirty="0">
                <a:solidFill>
                  <a:srgbClr val="212121"/>
                </a:solidFill>
                <a:latin typeface="微软雅黑"/>
                <a:ea typeface="微软雅黑"/>
                <a:cs typeface="+mn-ea"/>
                <a:sym typeface="+mn-lt"/>
              </a:rPr>
              <a:t>10*200GE</a:t>
            </a:r>
            <a:endParaRPr lang="en-US" altLang="zh-CN" sz="1000" kern="0" dirty="0">
              <a:solidFill>
                <a:srgbClr val="212121"/>
              </a:solidFill>
              <a:latin typeface="微软雅黑"/>
              <a:ea typeface="微软雅黑"/>
              <a:cs typeface="+mn-ea"/>
              <a:sym typeface="+mn-lt"/>
            </a:endParaRPr>
          </a:p>
          <a:p>
            <a:pPr algn="ctr" defTabSz="913130">
              <a:defRPr/>
            </a:pPr>
            <a:r>
              <a:rPr lang="en-US" altLang="zh-CN" sz="1000" kern="0" dirty="0">
                <a:solidFill>
                  <a:srgbClr val="212121"/>
                </a:solidFill>
                <a:latin typeface="微软雅黑"/>
                <a:ea typeface="微软雅黑"/>
                <a:cs typeface="+mn-ea"/>
                <a:sym typeface="+mn-lt"/>
              </a:rPr>
              <a:t> </a:t>
            </a:r>
            <a:r>
              <a:rPr lang="zh-CN" altLang="en-US" sz="1000" kern="0" dirty="0">
                <a:solidFill>
                  <a:srgbClr val="212121"/>
                </a:solidFill>
                <a:latin typeface="微软雅黑"/>
                <a:ea typeface="微软雅黑"/>
                <a:cs typeface="+mn-ea"/>
                <a:sym typeface="+mn-lt"/>
              </a:rPr>
              <a:t>每服务器</a:t>
            </a:r>
            <a:r>
              <a:rPr lang="en-US" altLang="zh-CN" sz="1000" kern="0" dirty="0">
                <a:solidFill>
                  <a:srgbClr val="212121"/>
                </a:solidFill>
                <a:latin typeface="微软雅黑"/>
                <a:ea typeface="微软雅黑"/>
                <a:cs typeface="+mn-ea"/>
                <a:sym typeface="+mn-lt"/>
              </a:rPr>
              <a:t>2*200G</a:t>
            </a:r>
            <a:endParaRPr lang="en-US" altLang="zh-CN" sz="1000" kern="0" dirty="0">
              <a:solidFill>
                <a:srgbClr val="212121"/>
              </a:solidFill>
              <a:latin typeface="微软雅黑"/>
              <a:ea typeface="微软雅黑"/>
              <a:cs typeface="+mn-ea"/>
              <a:sym typeface="+mn-lt"/>
            </a:endParaRPr>
          </a:p>
        </p:txBody>
      </p:sp>
      <p:cxnSp>
        <p:nvCxnSpPr>
          <p:cNvPr id="909" name="连接符: 肘形 908"/>
          <p:cNvCxnSpPr>
            <a:stCxn id="672" idx="2"/>
          </p:cNvCxnSpPr>
          <p:nvPr/>
        </p:nvCxnSpPr>
        <p:spPr>
          <a:xfrm rot="16200000" flipH="1">
            <a:off x="2632693" y="2088065"/>
            <a:ext cx="1414900" cy="5981733"/>
          </a:xfrm>
          <a:prstGeom prst="bentConnector2">
            <a:avLst/>
          </a:prstGeom>
        </p:spPr>
        <p:style>
          <a:lnRef idx="1">
            <a:schemeClr val="dk1"/>
          </a:lnRef>
          <a:fillRef idx="0">
            <a:schemeClr val="dk1"/>
          </a:fillRef>
          <a:effectRef idx="0">
            <a:schemeClr val="dk1"/>
          </a:effectRef>
          <a:fontRef idx="minor">
            <a:schemeClr val="tx1"/>
          </a:fontRef>
        </p:style>
      </p:cxnSp>
      <p:cxnSp>
        <p:nvCxnSpPr>
          <p:cNvPr id="916" name="直接连接符 915"/>
          <p:cNvCxnSpPr/>
          <p:nvPr/>
        </p:nvCxnSpPr>
        <p:spPr>
          <a:xfrm>
            <a:off x="355339" y="4559549"/>
            <a:ext cx="3081003" cy="68688"/>
          </a:xfrm>
          <a:prstGeom prst="line">
            <a:avLst/>
          </a:prstGeom>
        </p:spPr>
        <p:style>
          <a:lnRef idx="1">
            <a:schemeClr val="dk1"/>
          </a:lnRef>
          <a:fillRef idx="0">
            <a:schemeClr val="dk1"/>
          </a:fillRef>
          <a:effectRef idx="0">
            <a:schemeClr val="dk1"/>
          </a:effectRef>
          <a:fontRef idx="minor">
            <a:schemeClr val="tx1"/>
          </a:fontRef>
        </p:style>
      </p:cxnSp>
      <p:cxnSp>
        <p:nvCxnSpPr>
          <p:cNvPr id="920" name="直接连接符 919"/>
          <p:cNvCxnSpPr/>
          <p:nvPr/>
        </p:nvCxnSpPr>
        <p:spPr>
          <a:xfrm>
            <a:off x="747429" y="4349778"/>
            <a:ext cx="6198" cy="2097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4" name="直接连接符 923"/>
          <p:cNvCxnSpPr/>
          <p:nvPr/>
        </p:nvCxnSpPr>
        <p:spPr>
          <a:xfrm flipV="1">
            <a:off x="3416138" y="2999399"/>
            <a:ext cx="0" cy="1636758"/>
          </a:xfrm>
          <a:prstGeom prst="line">
            <a:avLst/>
          </a:prstGeom>
        </p:spPr>
        <p:style>
          <a:lnRef idx="1">
            <a:schemeClr val="dk1"/>
          </a:lnRef>
          <a:fillRef idx="0">
            <a:schemeClr val="dk1"/>
          </a:fillRef>
          <a:effectRef idx="0">
            <a:schemeClr val="dk1"/>
          </a:effectRef>
          <a:fontRef idx="minor">
            <a:schemeClr val="tx1"/>
          </a:fontRef>
        </p:style>
      </p:cxnSp>
      <p:cxnSp>
        <p:nvCxnSpPr>
          <p:cNvPr id="926" name="直接连接符 925"/>
          <p:cNvCxnSpPr/>
          <p:nvPr/>
        </p:nvCxnSpPr>
        <p:spPr>
          <a:xfrm>
            <a:off x="3416138" y="2999399"/>
            <a:ext cx="195220" cy="7795"/>
          </a:xfrm>
          <a:prstGeom prst="line">
            <a:avLst/>
          </a:prstGeom>
        </p:spPr>
        <p:style>
          <a:lnRef idx="1">
            <a:schemeClr val="dk1"/>
          </a:lnRef>
          <a:fillRef idx="0">
            <a:schemeClr val="dk1"/>
          </a:fillRef>
          <a:effectRef idx="0">
            <a:schemeClr val="dk1"/>
          </a:effectRef>
          <a:fontRef idx="minor">
            <a:schemeClr val="tx1"/>
          </a:fontRef>
        </p:style>
      </p:cxnSp>
      <p:cxnSp>
        <p:nvCxnSpPr>
          <p:cNvPr id="932" name="直接连接符 931"/>
          <p:cNvCxnSpPr>
            <a:stCxn id="820" idx="2"/>
          </p:cNvCxnSpPr>
          <p:nvPr/>
        </p:nvCxnSpPr>
        <p:spPr>
          <a:xfrm flipH="1">
            <a:off x="6300180" y="5724279"/>
            <a:ext cx="4064" cy="62102"/>
          </a:xfrm>
          <a:prstGeom prst="line">
            <a:avLst/>
          </a:prstGeom>
        </p:spPr>
        <p:style>
          <a:lnRef idx="1">
            <a:schemeClr val="dk1"/>
          </a:lnRef>
          <a:fillRef idx="0">
            <a:schemeClr val="dk1"/>
          </a:fillRef>
          <a:effectRef idx="0">
            <a:schemeClr val="dk1"/>
          </a:effectRef>
          <a:fontRef idx="minor">
            <a:schemeClr val="tx1"/>
          </a:fontRef>
        </p:style>
      </p:cxnSp>
      <p:sp>
        <p:nvSpPr>
          <p:cNvPr id="933" name="文本框 932"/>
          <p:cNvSpPr txBox="1"/>
          <p:nvPr>
            <p:custDataLst>
              <p:tags r:id="rId413"/>
            </p:custDataLst>
          </p:nvPr>
        </p:nvSpPr>
        <p:spPr>
          <a:xfrm>
            <a:off x="6369769" y="5728032"/>
            <a:ext cx="712145" cy="246164"/>
          </a:xfrm>
          <a:prstGeom prst="rect">
            <a:avLst/>
          </a:prstGeom>
          <a:noFill/>
        </p:spPr>
        <p:txBody>
          <a:bodyPr wrap="square" rtlCol="0">
            <a:spAutoFit/>
          </a:bodyPr>
          <a:lstStyle/>
          <a:p>
            <a:pPr algn="ctr" defTabSz="913130">
              <a:defRPr/>
            </a:pPr>
            <a:r>
              <a:rPr lang="en-US" altLang="zh-CN" sz="1000" kern="0" dirty="0">
                <a:solidFill>
                  <a:srgbClr val="212121"/>
                </a:solidFill>
                <a:latin typeface="微软雅黑"/>
                <a:ea typeface="微软雅黑"/>
                <a:cs typeface="+mn-ea"/>
                <a:sym typeface="+mn-lt"/>
              </a:rPr>
              <a:t>5*GE</a:t>
            </a:r>
            <a:endParaRPr lang="en-US" altLang="zh-CN" sz="1000" kern="0" dirty="0">
              <a:solidFill>
                <a:srgbClr val="212121"/>
              </a:solidFill>
              <a:latin typeface="微软雅黑"/>
              <a:ea typeface="微软雅黑"/>
              <a:cs typeface="+mn-ea"/>
              <a:sym typeface="+mn-lt"/>
            </a:endParaRPr>
          </a:p>
        </p:txBody>
      </p:sp>
      <p:cxnSp>
        <p:nvCxnSpPr>
          <p:cNvPr id="935" name="直接连接符 934"/>
          <p:cNvCxnSpPr/>
          <p:nvPr/>
        </p:nvCxnSpPr>
        <p:spPr>
          <a:xfrm flipH="1">
            <a:off x="3246772" y="5786382"/>
            <a:ext cx="2323" cy="496184"/>
          </a:xfrm>
          <a:prstGeom prst="line">
            <a:avLst/>
          </a:prstGeom>
        </p:spPr>
        <p:style>
          <a:lnRef idx="1">
            <a:schemeClr val="dk1"/>
          </a:lnRef>
          <a:fillRef idx="0">
            <a:schemeClr val="dk1"/>
          </a:fillRef>
          <a:effectRef idx="0">
            <a:schemeClr val="dk1"/>
          </a:effectRef>
          <a:fontRef idx="minor">
            <a:schemeClr val="tx1"/>
          </a:fontRef>
        </p:style>
      </p:cxnSp>
      <p:sp>
        <p:nvSpPr>
          <p:cNvPr id="940" name="文本框 939"/>
          <p:cNvSpPr txBox="1"/>
          <p:nvPr>
            <p:custDataLst>
              <p:tags r:id="rId414"/>
            </p:custDataLst>
          </p:nvPr>
        </p:nvSpPr>
        <p:spPr>
          <a:xfrm>
            <a:off x="2442133" y="5321797"/>
            <a:ext cx="850536" cy="338476"/>
          </a:xfrm>
          <a:prstGeom prst="rect">
            <a:avLst/>
          </a:prstGeom>
          <a:noFill/>
        </p:spPr>
        <p:txBody>
          <a:bodyPr wrap="square" rtlCol="0">
            <a:spAutoFit/>
          </a:bodyPr>
          <a:lstStyle/>
          <a:p>
            <a:pPr algn="ctr" defTabSz="913130">
              <a:defRPr/>
            </a:pPr>
            <a:r>
              <a:rPr lang="en-US" altLang="zh-CN" sz="800" kern="0" dirty="0">
                <a:solidFill>
                  <a:srgbClr val="212121"/>
                </a:solidFill>
                <a:latin typeface="微软雅黑"/>
                <a:ea typeface="微软雅黑"/>
                <a:cs typeface="+mn-ea"/>
                <a:sym typeface="+mn-lt"/>
              </a:rPr>
              <a:t>8*GE</a:t>
            </a:r>
            <a:endParaRPr lang="en-US" altLang="zh-CN" sz="800" kern="0" dirty="0">
              <a:solidFill>
                <a:srgbClr val="212121"/>
              </a:solidFill>
              <a:latin typeface="微软雅黑"/>
              <a:ea typeface="微软雅黑"/>
              <a:cs typeface="+mn-ea"/>
              <a:sym typeface="+mn-lt"/>
            </a:endParaRPr>
          </a:p>
          <a:p>
            <a:pPr algn="ctr" defTabSz="913130">
              <a:defRPr/>
            </a:pPr>
            <a:r>
              <a:rPr lang="zh-CN" altLang="en-US" sz="800" kern="0" dirty="0">
                <a:solidFill>
                  <a:srgbClr val="212121"/>
                </a:solidFill>
                <a:latin typeface="微软雅黑"/>
                <a:ea typeface="微软雅黑"/>
                <a:cs typeface="+mn-ea"/>
                <a:sym typeface="+mn-lt"/>
              </a:rPr>
              <a:t>每柜</a:t>
            </a:r>
            <a:r>
              <a:rPr lang="en-US" altLang="zh-CN" sz="800" kern="0" dirty="0">
                <a:solidFill>
                  <a:srgbClr val="212121"/>
                </a:solidFill>
                <a:latin typeface="微软雅黑"/>
                <a:ea typeface="微软雅黑"/>
                <a:cs typeface="+mn-ea"/>
                <a:sym typeface="+mn-lt"/>
              </a:rPr>
              <a:t>1GE</a:t>
            </a:r>
            <a:endParaRPr lang="en-US" altLang="zh-CN" sz="800" kern="0" dirty="0">
              <a:solidFill>
                <a:srgbClr val="212121"/>
              </a:solidFill>
              <a:latin typeface="微软雅黑"/>
              <a:ea typeface="微软雅黑"/>
              <a:cs typeface="+mn-ea"/>
              <a:sym typeface="+mn-lt"/>
            </a:endParaRPr>
          </a:p>
        </p:txBody>
      </p:sp>
      <p:cxnSp>
        <p:nvCxnSpPr>
          <p:cNvPr id="942" name="直接连接符 941"/>
          <p:cNvCxnSpPr/>
          <p:nvPr/>
        </p:nvCxnSpPr>
        <p:spPr>
          <a:xfrm flipV="1">
            <a:off x="3237736" y="5124422"/>
            <a:ext cx="0" cy="651230"/>
          </a:xfrm>
          <a:prstGeom prst="line">
            <a:avLst/>
          </a:prstGeom>
        </p:spPr>
        <p:style>
          <a:lnRef idx="1">
            <a:schemeClr val="dk1"/>
          </a:lnRef>
          <a:fillRef idx="0">
            <a:schemeClr val="dk1"/>
          </a:fillRef>
          <a:effectRef idx="0">
            <a:schemeClr val="dk1"/>
          </a:effectRef>
          <a:fontRef idx="minor">
            <a:schemeClr val="tx1"/>
          </a:fontRef>
        </p:style>
      </p:cxnSp>
      <p:cxnSp>
        <p:nvCxnSpPr>
          <p:cNvPr id="944" name="直接连接符 943"/>
          <p:cNvCxnSpPr/>
          <p:nvPr/>
        </p:nvCxnSpPr>
        <p:spPr>
          <a:xfrm flipH="1">
            <a:off x="3228796" y="5132341"/>
            <a:ext cx="171820" cy="0"/>
          </a:xfrm>
          <a:prstGeom prst="line">
            <a:avLst/>
          </a:prstGeom>
        </p:spPr>
        <p:style>
          <a:lnRef idx="1">
            <a:schemeClr val="dk1"/>
          </a:lnRef>
          <a:fillRef idx="0">
            <a:schemeClr val="dk1"/>
          </a:fillRef>
          <a:effectRef idx="0">
            <a:schemeClr val="dk1"/>
          </a:effectRef>
          <a:fontRef idx="minor">
            <a:schemeClr val="tx1"/>
          </a:fontRef>
        </p:style>
      </p:cxnSp>
      <p:sp>
        <p:nvSpPr>
          <p:cNvPr id="947" name="文本框 946"/>
          <p:cNvSpPr txBox="1"/>
          <p:nvPr>
            <p:custDataLst>
              <p:tags r:id="rId415"/>
            </p:custDataLst>
          </p:nvPr>
        </p:nvSpPr>
        <p:spPr>
          <a:xfrm>
            <a:off x="2072135" y="4725958"/>
            <a:ext cx="1092737" cy="369247"/>
          </a:xfrm>
          <a:prstGeom prst="rect">
            <a:avLst/>
          </a:prstGeom>
          <a:noFill/>
        </p:spPr>
        <p:txBody>
          <a:bodyPr wrap="square" rtlCol="0">
            <a:spAutoFit/>
          </a:bodyPr>
          <a:lstStyle/>
          <a:p>
            <a:pPr algn="ctr" defTabSz="913130">
              <a:defRPr/>
            </a:pPr>
            <a:r>
              <a:rPr lang="en-US" altLang="zh-CN" sz="900" kern="0" dirty="0">
                <a:solidFill>
                  <a:srgbClr val="212121"/>
                </a:solidFill>
                <a:latin typeface="微软雅黑"/>
                <a:ea typeface="微软雅黑"/>
                <a:cs typeface="+mn-ea"/>
                <a:sym typeface="+mn-lt"/>
              </a:rPr>
              <a:t>24*10GE</a:t>
            </a:r>
            <a:endParaRPr lang="en-US" altLang="zh-CN" sz="900" kern="0" dirty="0">
              <a:solidFill>
                <a:srgbClr val="212121"/>
              </a:solidFill>
              <a:latin typeface="微软雅黑"/>
              <a:ea typeface="微软雅黑"/>
              <a:cs typeface="+mn-ea"/>
              <a:sym typeface="+mn-lt"/>
            </a:endParaRPr>
          </a:p>
          <a:p>
            <a:pPr algn="ctr" defTabSz="913130">
              <a:defRPr/>
            </a:pPr>
            <a:r>
              <a:rPr lang="zh-CN" altLang="en-US" sz="900" kern="0" dirty="0">
                <a:solidFill>
                  <a:srgbClr val="212121"/>
                </a:solidFill>
                <a:latin typeface="微软雅黑"/>
                <a:ea typeface="微软雅黑"/>
                <a:cs typeface="+mn-ea"/>
                <a:sym typeface="+mn-lt"/>
              </a:rPr>
              <a:t>每柜</a:t>
            </a:r>
            <a:r>
              <a:rPr lang="en-US" altLang="zh-CN" sz="900" kern="0" dirty="0">
                <a:solidFill>
                  <a:srgbClr val="212121"/>
                </a:solidFill>
                <a:latin typeface="微软雅黑"/>
                <a:ea typeface="微软雅黑"/>
                <a:cs typeface="+mn-ea"/>
                <a:sym typeface="+mn-lt"/>
              </a:rPr>
              <a:t>3*10GE</a:t>
            </a:r>
            <a:endParaRPr lang="en-US" altLang="zh-CN" sz="900" kern="0" dirty="0">
              <a:solidFill>
                <a:srgbClr val="212121"/>
              </a:solidFill>
              <a:latin typeface="微软雅黑"/>
              <a:ea typeface="微软雅黑"/>
              <a:cs typeface="+mn-ea"/>
              <a:sym typeface="+mn-lt"/>
            </a:endParaRPr>
          </a:p>
        </p:txBody>
      </p:sp>
      <p:sp>
        <p:nvSpPr>
          <p:cNvPr id="948" name="文本框 947"/>
          <p:cNvSpPr txBox="1"/>
          <p:nvPr>
            <p:custDataLst>
              <p:tags r:id="rId416"/>
            </p:custDataLst>
          </p:nvPr>
        </p:nvSpPr>
        <p:spPr>
          <a:xfrm>
            <a:off x="1995336" y="6156097"/>
            <a:ext cx="1428241" cy="338476"/>
          </a:xfrm>
          <a:prstGeom prst="rect">
            <a:avLst/>
          </a:prstGeom>
          <a:noFill/>
        </p:spPr>
        <p:txBody>
          <a:bodyPr wrap="square" rtlCol="0">
            <a:spAutoFit/>
          </a:bodyPr>
          <a:lstStyle/>
          <a:p>
            <a:pPr algn="ctr" defTabSz="913130">
              <a:defRPr/>
            </a:pPr>
            <a:r>
              <a:rPr lang="en-US" altLang="zh-CN" sz="800" kern="0" dirty="0">
                <a:solidFill>
                  <a:srgbClr val="212121"/>
                </a:solidFill>
                <a:latin typeface="微软雅黑"/>
                <a:ea typeface="微软雅黑"/>
                <a:cs typeface="+mn-ea"/>
                <a:sym typeface="+mn-lt"/>
              </a:rPr>
              <a:t>20*GE</a:t>
            </a:r>
            <a:endParaRPr lang="en-US" altLang="zh-CN" sz="800" kern="0" dirty="0">
              <a:solidFill>
                <a:srgbClr val="212121"/>
              </a:solidFill>
              <a:latin typeface="微软雅黑"/>
              <a:ea typeface="微软雅黑"/>
              <a:cs typeface="+mn-ea"/>
              <a:sym typeface="+mn-lt"/>
            </a:endParaRPr>
          </a:p>
          <a:p>
            <a:pPr algn="ctr" defTabSz="913130">
              <a:defRPr/>
            </a:pPr>
            <a:r>
              <a:rPr lang="zh-CN" altLang="en-US" sz="800" kern="0" dirty="0">
                <a:solidFill>
                  <a:srgbClr val="212121"/>
                </a:solidFill>
                <a:latin typeface="微软雅黑"/>
                <a:ea typeface="微软雅黑"/>
                <a:cs typeface="+mn-ea"/>
                <a:sym typeface="+mn-lt"/>
              </a:rPr>
              <a:t>每柜</a:t>
            </a:r>
            <a:r>
              <a:rPr lang="en-US" altLang="zh-CN" sz="800" kern="0" dirty="0">
                <a:solidFill>
                  <a:srgbClr val="212121"/>
                </a:solidFill>
                <a:latin typeface="微软雅黑"/>
                <a:ea typeface="微软雅黑"/>
                <a:cs typeface="+mn-ea"/>
                <a:sym typeface="+mn-lt"/>
              </a:rPr>
              <a:t>1GE+</a:t>
            </a:r>
            <a:r>
              <a:rPr lang="zh-CN" altLang="en-US" sz="800" kern="0" dirty="0">
                <a:solidFill>
                  <a:srgbClr val="212121"/>
                </a:solidFill>
                <a:latin typeface="微软雅黑"/>
                <a:ea typeface="微软雅黑"/>
                <a:cs typeface="+mn-ea"/>
                <a:sym typeface="+mn-lt"/>
              </a:rPr>
              <a:t>每灵衢设备</a:t>
            </a:r>
            <a:r>
              <a:rPr lang="en-US" altLang="zh-CN" sz="800" kern="0" dirty="0">
                <a:solidFill>
                  <a:srgbClr val="212121"/>
                </a:solidFill>
                <a:latin typeface="微软雅黑"/>
                <a:ea typeface="微软雅黑"/>
                <a:cs typeface="+mn-ea"/>
                <a:sym typeface="+mn-lt"/>
              </a:rPr>
              <a:t>1GE</a:t>
            </a:r>
            <a:endParaRPr lang="en-US" altLang="zh-CN" sz="800" kern="0" dirty="0">
              <a:solidFill>
                <a:srgbClr val="212121"/>
              </a:solidFill>
              <a:latin typeface="微软雅黑"/>
              <a:ea typeface="微软雅黑"/>
              <a:cs typeface="+mn-ea"/>
              <a:sym typeface="+mn-lt"/>
            </a:endParaRPr>
          </a:p>
        </p:txBody>
      </p:sp>
      <p:grpSp>
        <p:nvGrpSpPr>
          <p:cNvPr id="1060" name="组合 1059"/>
          <p:cNvGrpSpPr/>
          <p:nvPr/>
        </p:nvGrpSpPr>
        <p:grpSpPr>
          <a:xfrm>
            <a:off x="9300580" y="2468061"/>
            <a:ext cx="2785464" cy="4216955"/>
            <a:chOff x="8602590" y="1669614"/>
            <a:chExt cx="3506082" cy="4567190"/>
          </a:xfrm>
        </p:grpSpPr>
        <p:sp>
          <p:nvSpPr>
            <p:cNvPr id="950" name="矩形 949"/>
            <p:cNvSpPr/>
            <p:nvPr/>
          </p:nvSpPr>
          <p:spPr>
            <a:xfrm>
              <a:off x="8602590" y="1669614"/>
              <a:ext cx="3398784" cy="4545233"/>
            </a:xfrm>
            <a:prstGeom prst="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微软雅黑"/>
                <a:ea typeface="微软雅黑"/>
              </a:endParaRPr>
            </a:p>
          </p:txBody>
        </p:sp>
        <p:sp>
          <p:nvSpPr>
            <p:cNvPr id="952" name="文本框 951"/>
            <p:cNvSpPr txBox="1"/>
            <p:nvPr/>
          </p:nvSpPr>
          <p:spPr>
            <a:xfrm>
              <a:off x="10812970" y="3623021"/>
              <a:ext cx="749017" cy="149967"/>
            </a:xfrm>
            <a:prstGeom prst="rect">
              <a:avLst/>
            </a:prstGeom>
            <a:noFill/>
          </p:spPr>
          <p:txBody>
            <a:bodyPr wrap="square" lIns="0" tIns="0" rIns="0" bIns="0" rtlCol="0">
              <a:spAutoFit/>
            </a:bodyPr>
            <a:lstStyle/>
            <a:p>
              <a:pPr algn="ctr" defTabSz="913765">
                <a:defRPr/>
              </a:pPr>
              <a:r>
                <a:rPr kumimoji="1" lang="zh-CN" altLang="en-US" sz="900" b="1" kern="0" dirty="0">
                  <a:solidFill>
                    <a:srgbClr val="000000"/>
                  </a:solidFill>
                  <a:latin typeface="微软雅黑"/>
                  <a:ea typeface="微软雅黑"/>
                  <a:cs typeface="+mn-ea"/>
                  <a:sym typeface="+mn-lt"/>
                </a:rPr>
                <a:t>存储业务面</a:t>
              </a:r>
              <a:endParaRPr kumimoji="1" lang="zh-CN" altLang="en-US" sz="900" b="1" kern="0" dirty="0">
                <a:solidFill>
                  <a:srgbClr val="000000"/>
                </a:solidFill>
                <a:latin typeface="微软雅黑"/>
                <a:ea typeface="微软雅黑"/>
                <a:cs typeface="+mn-ea"/>
                <a:sym typeface="+mn-lt"/>
              </a:endParaRPr>
            </a:p>
          </p:txBody>
        </p:sp>
        <p:sp>
          <p:nvSpPr>
            <p:cNvPr id="953" name="文本框 952"/>
            <p:cNvSpPr txBox="1"/>
            <p:nvPr>
              <p:custDataLst>
                <p:tags r:id="rId417"/>
              </p:custDataLst>
            </p:nvPr>
          </p:nvSpPr>
          <p:spPr>
            <a:xfrm>
              <a:off x="10708877" y="3792359"/>
              <a:ext cx="1110894" cy="199957"/>
            </a:xfrm>
            <a:prstGeom prst="rect">
              <a:avLst/>
            </a:prstGeom>
            <a:noFill/>
          </p:spPr>
          <p:txBody>
            <a:bodyPr wrap="square" rtlCol="0">
              <a:spAutoFit/>
            </a:bodyPr>
            <a:lstStyle/>
            <a:p>
              <a:pPr algn="ctr" defTabSz="913130">
                <a:defRPr/>
              </a:pPr>
              <a:r>
                <a:rPr lang="zh-CN" altLang="en-US" sz="600" kern="0" dirty="0">
                  <a:solidFill>
                    <a:srgbClr val="212121"/>
                  </a:solidFill>
                  <a:latin typeface="微软雅黑"/>
                  <a:ea typeface="微软雅黑"/>
                  <a:cs typeface="+mn-ea"/>
                  <a:sym typeface="+mn-lt"/>
                </a:rPr>
                <a:t>业务面</a:t>
              </a:r>
              <a:endParaRPr lang="zh-CN" altLang="en-US" sz="600" kern="0" dirty="0">
                <a:solidFill>
                  <a:srgbClr val="212121"/>
                </a:solidFill>
                <a:latin typeface="微软雅黑"/>
                <a:ea typeface="微软雅黑"/>
                <a:cs typeface="+mn-ea"/>
                <a:sym typeface="+mn-lt"/>
              </a:endParaRPr>
            </a:p>
          </p:txBody>
        </p:sp>
        <p:sp>
          <p:nvSpPr>
            <p:cNvPr id="955" name="矩形 954"/>
            <p:cNvSpPr/>
            <p:nvPr>
              <p:custDataLst>
                <p:tags r:id="rId418"/>
              </p:custDataLst>
            </p:nvPr>
          </p:nvSpPr>
          <p:spPr>
            <a:xfrm>
              <a:off x="9166762" y="4844728"/>
              <a:ext cx="1943570" cy="848092"/>
            </a:xfrm>
            <a:prstGeom prst="rect">
              <a:avLst/>
            </a:prstGeom>
            <a:noFill/>
            <a:ln w="6350" cap="flat" cmpd="sng" algn="ctr">
              <a:solidFill>
                <a:srgbClr val="1D1D1A"/>
              </a:solidFill>
              <a:prstDash val="dash"/>
            </a:ln>
            <a:effec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100" kern="0" dirty="0">
                <a:solidFill>
                  <a:srgbClr val="666666"/>
                </a:solidFill>
                <a:latin typeface="微软雅黑"/>
                <a:ea typeface="微软雅黑"/>
                <a:cs typeface="+mn-ea"/>
                <a:sym typeface="+mn-lt"/>
              </a:endParaRPr>
            </a:p>
          </p:txBody>
        </p:sp>
        <p:sp>
          <p:nvSpPr>
            <p:cNvPr id="956" name="文本框 955"/>
            <p:cNvSpPr txBox="1"/>
            <p:nvPr>
              <p:custDataLst>
                <p:tags r:id="rId419"/>
              </p:custDataLst>
            </p:nvPr>
          </p:nvSpPr>
          <p:spPr>
            <a:xfrm>
              <a:off x="9207123" y="4889581"/>
              <a:ext cx="232468" cy="249946"/>
            </a:xfrm>
            <a:prstGeom prst="rect">
              <a:avLst/>
            </a:prstGeom>
            <a:noFill/>
            <a:ln>
              <a:noFill/>
            </a:ln>
          </p:spPr>
          <p:txBody>
            <a:bodyPr wrap="none" rtlCol="0">
              <a:spAutoFit/>
            </a:bodyPr>
            <a:lstStyle/>
            <a:p>
              <a:pPr defTabSz="913130">
                <a:defRPr/>
              </a:pPr>
              <a:endParaRPr lang="en-US" altLang="zh-CN" sz="900" b="1" kern="0" dirty="0">
                <a:solidFill>
                  <a:srgbClr val="212121"/>
                </a:solidFill>
                <a:latin typeface="微软雅黑"/>
                <a:ea typeface="微软雅黑"/>
                <a:cs typeface="+mn-ea"/>
                <a:sym typeface="+mn-lt"/>
              </a:endParaRPr>
            </a:p>
          </p:txBody>
        </p:sp>
        <p:pic>
          <p:nvPicPr>
            <p:cNvPr id="957" name="Picture 3"/>
            <p:cNvPicPr>
              <a:picLocks noChangeAspect="1" noChangeArrowheads="1"/>
            </p:cNvPicPr>
            <p:nvPr/>
          </p:nvPicPr>
          <p:blipFill>
            <a:blip r:embed="rId420" cstate="print"/>
            <a:srcRect/>
            <a:stretch>
              <a:fillRect/>
            </a:stretch>
          </p:blipFill>
          <p:spPr bwMode="auto">
            <a:xfrm>
              <a:off x="9585190" y="5131670"/>
              <a:ext cx="1079224" cy="335588"/>
            </a:xfrm>
            <a:prstGeom prst="rect">
              <a:avLst/>
            </a:prstGeom>
            <a:noFill/>
            <a:ln w="9525">
              <a:noFill/>
              <a:miter lim="800000"/>
              <a:headEnd/>
              <a:tailEnd/>
            </a:ln>
          </p:spPr>
        </p:pic>
        <p:sp>
          <p:nvSpPr>
            <p:cNvPr id="1024" name="圆角矩形 108"/>
            <p:cNvSpPr/>
            <p:nvPr/>
          </p:nvSpPr>
          <p:spPr bwMode="auto">
            <a:xfrm>
              <a:off x="10618272" y="5093368"/>
              <a:ext cx="768601" cy="362283"/>
            </a:xfrm>
            <a:prstGeom prst="roundRect">
              <a:avLst/>
            </a:prstGeom>
            <a:noFill/>
            <a:ln>
              <a:noFill/>
            </a:ln>
            <a:effectLst/>
          </p:spPr>
          <p:txBody>
            <a:bodyPr vert="horz" wrap="square" lIns="91269" tIns="45633" rIns="91269" bIns="45633" numCol="1" rtlCol="0" anchor="t" anchorCtr="0" compatLnSpc="1"/>
            <a:lstStyle/>
            <a:p>
              <a:pPr defTabSz="912495" fontAlgn="base">
                <a:spcBef>
                  <a:spcPct val="0"/>
                </a:spcBef>
                <a:spcAft>
                  <a:spcPct val="0"/>
                </a:spcAft>
                <a:buClr>
                  <a:srgbClr val="CC9900"/>
                </a:buClr>
                <a:defRPr/>
              </a:pPr>
              <a:r>
                <a:rPr lang="zh-CN" altLang="en-US" sz="800" kern="0" dirty="0">
                  <a:solidFill>
                    <a:prstClr val="black"/>
                  </a:solidFill>
                  <a:latin typeface="微软雅黑"/>
                  <a:ea typeface="微软雅黑"/>
                </a:rPr>
                <a:t>高性能存储</a:t>
              </a:r>
              <a:endParaRPr lang="zh-CN" altLang="en-US" sz="800" kern="0" dirty="0">
                <a:solidFill>
                  <a:prstClr val="black"/>
                </a:solidFill>
                <a:latin typeface="微软雅黑"/>
                <a:ea typeface="微软雅黑"/>
              </a:endParaRPr>
            </a:p>
          </p:txBody>
        </p:sp>
        <p:cxnSp>
          <p:nvCxnSpPr>
            <p:cNvPr id="1025" name="直接连接符 1024"/>
            <p:cNvCxnSpPr>
              <a:stCxn id="1038" idx="2"/>
              <a:endCxn id="957" idx="0"/>
            </p:cNvCxnSpPr>
            <p:nvPr>
              <p:custDataLst>
                <p:tags r:id="rId421"/>
              </p:custDataLst>
            </p:nvPr>
          </p:nvCxnSpPr>
          <p:spPr>
            <a:xfrm>
              <a:off x="9928638" y="4136241"/>
              <a:ext cx="196164" cy="995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7" name="直接连接符 1026"/>
            <p:cNvCxnSpPr>
              <a:stCxn id="1037" idx="2"/>
              <a:endCxn id="957" idx="0"/>
            </p:cNvCxnSpPr>
            <p:nvPr>
              <p:custDataLst>
                <p:tags r:id="rId422"/>
              </p:custDataLst>
            </p:nvPr>
          </p:nvCxnSpPr>
          <p:spPr>
            <a:xfrm flipH="1">
              <a:off x="10124802" y="4111444"/>
              <a:ext cx="455143" cy="1020226"/>
            </a:xfrm>
            <a:prstGeom prst="line">
              <a:avLst/>
            </a:prstGeom>
          </p:spPr>
          <p:style>
            <a:lnRef idx="1">
              <a:schemeClr val="accent1"/>
            </a:lnRef>
            <a:fillRef idx="0">
              <a:schemeClr val="accent1"/>
            </a:fillRef>
            <a:effectRef idx="0">
              <a:schemeClr val="accent1"/>
            </a:effectRef>
            <a:fontRef idx="minor">
              <a:schemeClr val="tx1"/>
            </a:fontRef>
          </p:style>
        </p:cxnSp>
        <p:sp>
          <p:nvSpPr>
            <p:cNvPr id="1029" name="矩形 1028"/>
            <p:cNvSpPr/>
            <p:nvPr>
              <p:custDataLst>
                <p:tags r:id="rId423"/>
              </p:custDataLst>
            </p:nvPr>
          </p:nvSpPr>
          <p:spPr>
            <a:xfrm>
              <a:off x="9570957" y="3595465"/>
              <a:ext cx="1271413" cy="745129"/>
            </a:xfrm>
            <a:prstGeom prst="rect">
              <a:avLst/>
            </a:prstGeom>
            <a:noFill/>
            <a:ln w="6350" cap="flat" cmpd="sng" algn="ctr">
              <a:solidFill>
                <a:srgbClr val="1D1D1A"/>
              </a:solidFill>
              <a:prstDash val="dash"/>
            </a:ln>
            <a:effectLst/>
          </p:spPr>
          <p:txBody>
            <a:bodyPr rot="0" spcFirstLastPara="0" vertOverflow="overflow" horzOverflow="overflow" vert="horz" wrap="square" lIns="49682" tIns="24839" rIns="49682" bIns="24839" numCol="1" spcCol="0" rtlCol="0" fromWordArt="0" anchor="b" anchorCtr="0" forceAA="0" compatLnSpc="1">
              <a:noAutofit/>
            </a:bodyPr>
            <a:lstStyle/>
            <a:p>
              <a:pPr algn="ctr" defTabSz="913130">
                <a:defRPr/>
              </a:pPr>
              <a:endParaRPr lang="zh-CN" altLang="en-US" sz="700" b="1" kern="0" dirty="0">
                <a:solidFill>
                  <a:prstClr val="black"/>
                </a:solidFill>
                <a:latin typeface="微软雅黑"/>
                <a:ea typeface="微软雅黑"/>
                <a:cs typeface="+mn-ea"/>
                <a:sym typeface="+mn-lt"/>
              </a:endParaRPr>
            </a:p>
          </p:txBody>
        </p:sp>
        <p:pic>
          <p:nvPicPr>
            <p:cNvPr id="1037" name="图片 1036"/>
            <p:cNvPicPr>
              <a:picLocks noChangeAspect="1"/>
            </p:cNvPicPr>
            <p:nvPr>
              <p:custDataLst>
                <p:tags r:id="rId424"/>
              </p:custDataLst>
            </p:nvPr>
          </p:nvPicPr>
          <p:blipFill>
            <a:blip r:embed="rId425" cstate="print">
              <a:extLst>
                <a:ext uri="{28A0092B-C50C-407E-A947-70E740481C1C}">
                  <a14:useLocalDpi xmlns:a14="http://schemas.microsoft.com/office/drawing/2010/main" val="0"/>
                </a:ext>
              </a:extLst>
            </a:blip>
            <a:stretch>
              <a:fillRect/>
            </a:stretch>
          </p:blipFill>
          <p:spPr>
            <a:xfrm>
              <a:off x="10400015" y="3786523"/>
              <a:ext cx="359860" cy="324921"/>
            </a:xfrm>
            <a:prstGeom prst="rect">
              <a:avLst/>
            </a:prstGeom>
            <a:ln>
              <a:noFill/>
            </a:ln>
          </p:spPr>
        </p:pic>
        <p:pic>
          <p:nvPicPr>
            <p:cNvPr id="1038" name="图片 1037"/>
            <p:cNvPicPr>
              <a:picLocks noChangeAspect="1"/>
            </p:cNvPicPr>
            <p:nvPr>
              <p:custDataLst>
                <p:tags r:id="rId426"/>
              </p:custDataLst>
            </p:nvPr>
          </p:nvPicPr>
          <p:blipFill>
            <a:blip r:embed="rId425" cstate="print">
              <a:extLst>
                <a:ext uri="{28A0092B-C50C-407E-A947-70E740481C1C}">
                  <a14:useLocalDpi xmlns:a14="http://schemas.microsoft.com/office/drawing/2010/main" val="0"/>
                </a:ext>
              </a:extLst>
            </a:blip>
            <a:stretch>
              <a:fillRect/>
            </a:stretch>
          </p:blipFill>
          <p:spPr>
            <a:xfrm>
              <a:off x="9748708" y="3790440"/>
              <a:ext cx="359860" cy="345801"/>
            </a:xfrm>
            <a:prstGeom prst="rect">
              <a:avLst/>
            </a:prstGeom>
            <a:ln>
              <a:noFill/>
            </a:ln>
          </p:spPr>
        </p:pic>
        <p:sp>
          <p:nvSpPr>
            <p:cNvPr id="1039" name="矩形 1038"/>
            <p:cNvSpPr/>
            <p:nvPr/>
          </p:nvSpPr>
          <p:spPr>
            <a:xfrm>
              <a:off x="9340691" y="5666371"/>
              <a:ext cx="2118082" cy="570433"/>
            </a:xfrm>
            <a:prstGeom prst="rect">
              <a:avLst/>
            </a:prstGeom>
          </p:spPr>
          <p:txBody>
            <a:bodyPr wrap="square">
              <a:spAutoFit/>
            </a:bodyPr>
            <a:lstStyle/>
            <a:p>
              <a:pPr algn="ctr" defTabSz="913765">
                <a:lnSpc>
                  <a:spcPct val="150000"/>
                </a:lnSpc>
                <a:defRPr/>
              </a:pPr>
              <a:r>
                <a:rPr lang="zh-CN" altLang="en-US" sz="1000" b="1" kern="0" dirty="0">
                  <a:solidFill>
                    <a:srgbClr val="212121"/>
                  </a:solidFill>
                  <a:latin typeface="微软雅黑"/>
                  <a:ea typeface="微软雅黑"/>
                  <a:cs typeface="+mn-ea"/>
                  <a:sym typeface="+mn-lt"/>
                </a:rPr>
                <a:t>存储区（</a:t>
              </a:r>
              <a:r>
                <a:rPr lang="en-US" altLang="zh-CN" sz="1000" b="1" kern="0" dirty="0">
                  <a:solidFill>
                    <a:srgbClr val="212121"/>
                  </a:solidFill>
                  <a:latin typeface="微软雅黑"/>
                  <a:ea typeface="微软雅黑"/>
                  <a:cs typeface="+mn-ea"/>
                  <a:sym typeface="+mn-lt"/>
                </a:rPr>
                <a:t>xx</a:t>
              </a:r>
              <a:r>
                <a:rPr lang="zh-CN" altLang="en-US" sz="1000" b="1" kern="0" dirty="0">
                  <a:solidFill>
                    <a:srgbClr val="212121"/>
                  </a:solidFill>
                  <a:latin typeface="微软雅黑"/>
                  <a:ea typeface="微软雅黑"/>
                  <a:cs typeface="+mn-ea"/>
                  <a:sym typeface="+mn-lt"/>
                </a:rPr>
                <a:t>机房）</a:t>
              </a:r>
              <a:r>
                <a:rPr lang="en-US" altLang="zh-CN" sz="1000" b="1" kern="0" dirty="0">
                  <a:solidFill>
                    <a:srgbClr val="212121"/>
                  </a:solidFill>
                  <a:latin typeface="微软雅黑"/>
                  <a:ea typeface="微软雅黑"/>
                  <a:cs typeface="+mn-ea"/>
                  <a:sym typeface="+mn-lt"/>
                </a:rPr>
                <a:t>:ZJ</a:t>
              </a:r>
              <a:r>
                <a:rPr lang="zh-CN" altLang="en-US" sz="1000" b="1" kern="0" dirty="0">
                  <a:solidFill>
                    <a:srgbClr val="212121"/>
                  </a:solidFill>
                  <a:latin typeface="微软雅黑"/>
                  <a:ea typeface="微软雅黑"/>
                  <a:cs typeface="+mn-ea"/>
                  <a:sym typeface="+mn-lt"/>
                </a:rPr>
                <a:t>提供，不在本项目范围</a:t>
              </a:r>
              <a:endParaRPr lang="en-US" altLang="zh-CN" sz="800" b="1" kern="0" dirty="0">
                <a:solidFill>
                  <a:srgbClr val="212121"/>
                </a:solidFill>
                <a:latin typeface="微软雅黑"/>
                <a:ea typeface="微软雅黑"/>
                <a:cs typeface="+mn-ea"/>
                <a:sym typeface="+mn-lt"/>
              </a:endParaRPr>
            </a:p>
          </p:txBody>
        </p:sp>
        <p:cxnSp>
          <p:nvCxnSpPr>
            <p:cNvPr id="1040" name="直接连接符 1039"/>
            <p:cNvCxnSpPr/>
            <p:nvPr>
              <p:custDataLst>
                <p:tags r:id="rId427"/>
              </p:custDataLst>
            </p:nvPr>
          </p:nvCxnSpPr>
          <p:spPr>
            <a:xfrm>
              <a:off x="10095374" y="2782123"/>
              <a:ext cx="269050" cy="0"/>
            </a:xfrm>
            <a:prstGeom prst="line">
              <a:avLst/>
            </a:prstGeom>
            <a:noFill/>
            <a:ln w="31750" cap="flat" cmpd="dbl" algn="ctr">
              <a:solidFill>
                <a:srgbClr val="FF0000"/>
              </a:solidFill>
              <a:prstDash val="solid"/>
              <a:miter lim="800000"/>
            </a:ln>
            <a:effectLst/>
          </p:spPr>
        </p:cxnSp>
        <p:sp>
          <p:nvSpPr>
            <p:cNvPr id="1041" name="文本框 1040"/>
            <p:cNvSpPr txBox="1"/>
            <p:nvPr>
              <p:custDataLst>
                <p:tags r:id="rId428"/>
              </p:custDataLst>
            </p:nvPr>
          </p:nvSpPr>
          <p:spPr>
            <a:xfrm>
              <a:off x="9043330" y="2665245"/>
              <a:ext cx="727534" cy="299935"/>
            </a:xfrm>
            <a:prstGeom prst="rect">
              <a:avLst/>
            </a:prstGeom>
            <a:noFill/>
          </p:spPr>
          <p:txBody>
            <a:bodyPr wrap="square" rtlCol="0">
              <a:spAutoFit/>
            </a:bodyPr>
            <a:lstStyle/>
            <a:p>
              <a:pPr algn="ctr" defTabSz="913130">
                <a:defRPr/>
              </a:pPr>
              <a:r>
                <a:rPr lang="zh-CN" altLang="en-US" sz="600" kern="0" dirty="0">
                  <a:solidFill>
                    <a:srgbClr val="212121"/>
                  </a:solidFill>
                  <a:latin typeface="微软雅黑"/>
                  <a:ea typeface="微软雅黑"/>
                  <a:cs typeface="+mn-ea"/>
                  <a:sym typeface="+mn-lt"/>
                </a:rPr>
                <a:t>核心汇聚交换机</a:t>
              </a:r>
              <a:endParaRPr lang="zh-CN" altLang="en-US" sz="600" kern="0" dirty="0">
                <a:solidFill>
                  <a:srgbClr val="212121"/>
                </a:solidFill>
                <a:latin typeface="微软雅黑"/>
                <a:ea typeface="微软雅黑"/>
                <a:cs typeface="+mn-ea"/>
                <a:sym typeface="+mn-lt"/>
              </a:endParaRPr>
            </a:p>
          </p:txBody>
        </p:sp>
        <p:sp>
          <p:nvSpPr>
            <p:cNvPr id="1042" name="文本框 1041"/>
            <p:cNvSpPr txBox="1"/>
            <p:nvPr>
              <p:custDataLst>
                <p:tags r:id="rId429"/>
              </p:custDataLst>
            </p:nvPr>
          </p:nvSpPr>
          <p:spPr>
            <a:xfrm>
              <a:off x="10667166" y="2670626"/>
              <a:ext cx="754172" cy="299935"/>
            </a:xfrm>
            <a:prstGeom prst="rect">
              <a:avLst/>
            </a:prstGeom>
            <a:noFill/>
          </p:spPr>
          <p:txBody>
            <a:bodyPr wrap="square" rtlCol="0">
              <a:spAutoFit/>
            </a:bodyPr>
            <a:lstStyle/>
            <a:p>
              <a:pPr algn="ctr" defTabSz="913130">
                <a:defRPr/>
              </a:pPr>
              <a:r>
                <a:rPr lang="zh-CN" altLang="en-US" sz="600" kern="0" dirty="0">
                  <a:solidFill>
                    <a:srgbClr val="212121"/>
                  </a:solidFill>
                  <a:latin typeface="微软雅黑"/>
                  <a:ea typeface="微软雅黑"/>
                  <a:cs typeface="+mn-ea"/>
                  <a:sym typeface="+mn-lt"/>
                </a:rPr>
                <a:t>核心汇聚交换机</a:t>
              </a:r>
              <a:endParaRPr lang="en-US" altLang="zh-CN" sz="600" kern="0" dirty="0">
                <a:solidFill>
                  <a:srgbClr val="212121"/>
                </a:solidFill>
                <a:latin typeface="微软雅黑"/>
                <a:ea typeface="微软雅黑"/>
                <a:cs typeface="+mn-ea"/>
                <a:sym typeface="+mn-lt"/>
              </a:endParaRPr>
            </a:p>
          </p:txBody>
        </p:sp>
        <p:sp>
          <p:nvSpPr>
            <p:cNvPr id="1043" name="矩形 1042"/>
            <p:cNvSpPr/>
            <p:nvPr>
              <p:custDataLst>
                <p:tags r:id="rId430"/>
              </p:custDataLst>
            </p:nvPr>
          </p:nvSpPr>
          <p:spPr>
            <a:xfrm>
              <a:off x="8920760" y="2141188"/>
              <a:ext cx="2641227" cy="961362"/>
            </a:xfrm>
            <a:prstGeom prst="rect">
              <a:avLst/>
            </a:prstGeom>
            <a:noFill/>
            <a:ln w="6350" cap="flat" cmpd="sng" algn="ctr">
              <a:solidFill>
                <a:srgbClr val="1D1D1A"/>
              </a:solidFill>
              <a:prstDash val="dash"/>
            </a:ln>
            <a:effectLst/>
          </p:spPr>
          <p:txBody>
            <a:bodyPr rot="0" spcFirstLastPara="0" vertOverflow="overflow" horzOverflow="overflow" vert="horz" wrap="square" lIns="49682" tIns="24839" rIns="49682" bIns="24839" numCol="1" spcCol="0" rtlCol="0" fromWordArt="0" anchor="b" anchorCtr="0" forceAA="0" compatLnSpc="1">
              <a:noAutofit/>
            </a:bodyPr>
            <a:lstStyle/>
            <a:p>
              <a:pPr algn="ctr" defTabSz="913130">
                <a:defRPr/>
              </a:pPr>
              <a:endParaRPr lang="zh-CN" altLang="en-US" sz="700" b="1" kern="0" dirty="0">
                <a:solidFill>
                  <a:prstClr val="black"/>
                </a:solidFill>
                <a:latin typeface="微软雅黑"/>
                <a:ea typeface="微软雅黑"/>
                <a:cs typeface="+mn-ea"/>
                <a:sym typeface="+mn-lt"/>
              </a:endParaRPr>
            </a:p>
          </p:txBody>
        </p:sp>
        <p:cxnSp>
          <p:nvCxnSpPr>
            <p:cNvPr id="1044" name="直接连接符 98"/>
            <p:cNvCxnSpPr/>
            <p:nvPr>
              <p:custDataLst>
                <p:tags r:id="rId431"/>
              </p:custDataLst>
            </p:nvPr>
          </p:nvCxnSpPr>
          <p:spPr bwMode="auto">
            <a:xfrm flipH="1">
              <a:off x="10067552" y="2852028"/>
              <a:ext cx="325034" cy="0"/>
            </a:xfrm>
            <a:prstGeom prst="line">
              <a:avLst/>
            </a:prstGeom>
            <a:noFill/>
            <a:ln w="31750" cmpd="dbl">
              <a:solidFill>
                <a:schemeClr val="tx2">
                  <a:lumMod val="60000"/>
                  <a:lumOff val="4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5" name="文本框 1044"/>
            <p:cNvSpPr txBox="1"/>
            <p:nvPr/>
          </p:nvSpPr>
          <p:spPr>
            <a:xfrm>
              <a:off x="10095147" y="2688349"/>
              <a:ext cx="344949" cy="83315"/>
            </a:xfrm>
            <a:prstGeom prst="rect">
              <a:avLst/>
            </a:prstGeom>
            <a:noFill/>
          </p:spPr>
          <p:txBody>
            <a:bodyPr wrap="none" lIns="0" tIns="0" rIns="0" bIns="0" rtlCol="0">
              <a:spAutoFit/>
            </a:bodyPr>
            <a:lstStyle/>
            <a:p>
              <a:pPr defTabSz="1219200"/>
              <a:r>
                <a:rPr kumimoji="1" lang="en-US" altLang="zh-CN" sz="500" dirty="0">
                  <a:solidFill>
                    <a:srgbClr val="000000"/>
                  </a:solidFill>
                  <a:latin typeface="微软雅黑" panose="020B0503020204020204" pitchFamily="34" charset="-122"/>
                  <a:ea typeface="微软雅黑" panose="020B0503020204020204" pitchFamily="34" charset="-122"/>
                </a:rPr>
                <a:t>Peer-link</a:t>
              </a:r>
              <a:endParaRPr kumimoji="1" lang="zh-CN" altLang="en-US" sz="500" dirty="0">
                <a:solidFill>
                  <a:srgbClr val="000000"/>
                </a:solidFill>
                <a:latin typeface="微软雅黑" panose="020B0503020204020204" pitchFamily="34" charset="-122"/>
                <a:ea typeface="微软雅黑" panose="020B0503020204020204" pitchFamily="34" charset="-122"/>
              </a:endParaRPr>
            </a:p>
          </p:txBody>
        </p:sp>
        <p:sp>
          <p:nvSpPr>
            <p:cNvPr id="1046" name="文本框 1045"/>
            <p:cNvSpPr txBox="1"/>
            <p:nvPr/>
          </p:nvSpPr>
          <p:spPr>
            <a:xfrm>
              <a:off x="10155007" y="2871857"/>
              <a:ext cx="177517" cy="83315"/>
            </a:xfrm>
            <a:prstGeom prst="rect">
              <a:avLst/>
            </a:prstGeom>
            <a:noFill/>
          </p:spPr>
          <p:txBody>
            <a:bodyPr wrap="none" lIns="0" tIns="0" rIns="0" bIns="0" rtlCol="0">
              <a:spAutoFit/>
            </a:bodyPr>
            <a:lstStyle/>
            <a:p>
              <a:pPr defTabSz="1219200"/>
              <a:r>
                <a:rPr kumimoji="1" lang="en-US" altLang="zh-CN" sz="500" dirty="0">
                  <a:solidFill>
                    <a:srgbClr val="000000"/>
                  </a:solidFill>
                  <a:latin typeface="微软雅黑" panose="020B0503020204020204" pitchFamily="34" charset="-122"/>
                  <a:ea typeface="微软雅黑" panose="020B0503020204020204" pitchFamily="34" charset="-122"/>
                </a:rPr>
                <a:t>DAD</a:t>
              </a:r>
              <a:endParaRPr kumimoji="1" lang="zh-CN" altLang="en-US" sz="500" dirty="0">
                <a:solidFill>
                  <a:srgbClr val="000000"/>
                </a:solidFill>
                <a:latin typeface="微软雅黑" panose="020B0503020204020204" pitchFamily="34" charset="-122"/>
                <a:ea typeface="微软雅黑" panose="020B0503020204020204" pitchFamily="34" charset="-122"/>
              </a:endParaRPr>
            </a:p>
          </p:txBody>
        </p:sp>
        <p:pic>
          <p:nvPicPr>
            <p:cNvPr id="1047" name="图片 1046"/>
            <p:cNvPicPr>
              <a:picLocks noChangeAspect="1"/>
            </p:cNvPicPr>
            <p:nvPr>
              <p:custDataLst>
                <p:tags r:id="rId432"/>
              </p:custDataLst>
            </p:nvPr>
          </p:nvPicPr>
          <p:blipFill>
            <a:blip r:embed="rId433" cstate="print">
              <a:extLst>
                <a:ext uri="{28A0092B-C50C-407E-A947-70E740481C1C}">
                  <a14:useLocalDpi xmlns:a14="http://schemas.microsoft.com/office/drawing/2010/main" val="0"/>
                </a:ext>
              </a:extLst>
            </a:blip>
            <a:stretch>
              <a:fillRect/>
            </a:stretch>
          </p:blipFill>
          <p:spPr>
            <a:xfrm>
              <a:off x="10364424" y="2662027"/>
              <a:ext cx="400669" cy="287888"/>
            </a:xfrm>
            <a:prstGeom prst="rect">
              <a:avLst/>
            </a:prstGeom>
            <a:ln>
              <a:noFill/>
            </a:ln>
          </p:spPr>
        </p:pic>
        <p:pic>
          <p:nvPicPr>
            <p:cNvPr id="1048" name="图片 1047"/>
            <p:cNvPicPr>
              <a:picLocks noChangeAspect="1"/>
            </p:cNvPicPr>
            <p:nvPr>
              <p:custDataLst>
                <p:tags r:id="rId434"/>
              </p:custDataLst>
            </p:nvPr>
          </p:nvPicPr>
          <p:blipFill>
            <a:blip r:embed="rId433" cstate="print">
              <a:extLst>
                <a:ext uri="{28A0092B-C50C-407E-A947-70E740481C1C}">
                  <a14:useLocalDpi xmlns:a14="http://schemas.microsoft.com/office/drawing/2010/main" val="0"/>
                </a:ext>
              </a:extLst>
            </a:blip>
            <a:stretch>
              <a:fillRect/>
            </a:stretch>
          </p:blipFill>
          <p:spPr>
            <a:xfrm>
              <a:off x="9694706" y="2662027"/>
              <a:ext cx="400669" cy="287888"/>
            </a:xfrm>
            <a:prstGeom prst="rect">
              <a:avLst/>
            </a:prstGeom>
            <a:ln>
              <a:noFill/>
            </a:ln>
          </p:spPr>
        </p:pic>
        <p:sp>
          <p:nvSpPr>
            <p:cNvPr id="1049" name="椭圆 1048"/>
            <p:cNvSpPr/>
            <p:nvPr>
              <p:custDataLst>
                <p:tags r:id="rId435"/>
              </p:custDataLst>
            </p:nvPr>
          </p:nvSpPr>
          <p:spPr>
            <a:xfrm flipH="1">
              <a:off x="10210235" y="2746137"/>
              <a:ext cx="35986" cy="71972"/>
            </a:xfrm>
            <a:prstGeom prst="ellipse">
              <a:avLst/>
            </a:prstGeom>
            <a:noFill/>
            <a:ln w="6350" cap="flat" cmpd="sng" algn="ctr">
              <a:solidFill>
                <a:schemeClr val="bg2">
                  <a:lumMod val="50000"/>
                </a:schemeClr>
              </a:solidFill>
              <a:prstDash val="solid"/>
            </a:ln>
            <a:effec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100" kern="0" dirty="0">
                <a:solidFill>
                  <a:srgbClr val="FF0000"/>
                </a:solidFill>
                <a:latin typeface="微软雅黑"/>
                <a:ea typeface="微软雅黑"/>
                <a:cs typeface="+mn-ea"/>
                <a:sym typeface="+mn-lt"/>
              </a:endParaRPr>
            </a:p>
          </p:txBody>
        </p:sp>
        <p:sp>
          <p:nvSpPr>
            <p:cNvPr id="1050" name="椭圆 1049"/>
            <p:cNvSpPr/>
            <p:nvPr>
              <p:custDataLst>
                <p:tags r:id="rId436"/>
              </p:custDataLst>
            </p:nvPr>
          </p:nvSpPr>
          <p:spPr>
            <a:xfrm flipH="1">
              <a:off x="10210235" y="2824476"/>
              <a:ext cx="35986" cy="71972"/>
            </a:xfrm>
            <a:prstGeom prst="ellipse">
              <a:avLst/>
            </a:prstGeom>
            <a:noFill/>
            <a:ln w="6350" cap="flat" cmpd="sng" algn="ctr">
              <a:solidFill>
                <a:schemeClr val="bg2">
                  <a:lumMod val="50000"/>
                </a:schemeClr>
              </a:solidFill>
              <a:prstDash val="solid"/>
            </a:ln>
            <a:effec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100" kern="0" dirty="0">
                <a:solidFill>
                  <a:srgbClr val="FF0000"/>
                </a:solidFill>
                <a:latin typeface="微软雅黑"/>
                <a:ea typeface="微软雅黑"/>
                <a:cs typeface="+mn-ea"/>
                <a:sym typeface="+mn-lt"/>
              </a:endParaRPr>
            </a:p>
          </p:txBody>
        </p:sp>
        <p:cxnSp>
          <p:nvCxnSpPr>
            <p:cNvPr id="1051" name="直接连接符 1050"/>
            <p:cNvCxnSpPr/>
            <p:nvPr>
              <p:custDataLst>
                <p:tags r:id="rId437"/>
              </p:custDataLst>
            </p:nvPr>
          </p:nvCxnSpPr>
          <p:spPr>
            <a:xfrm flipH="1" flipV="1">
              <a:off x="9886093" y="2934611"/>
              <a:ext cx="23497" cy="871413"/>
            </a:xfrm>
            <a:prstGeom prst="line">
              <a:avLst/>
            </a:prstGeom>
            <a:noFill/>
            <a:ln w="9525" cap="flat" cmpd="sng" algn="ctr">
              <a:solidFill>
                <a:srgbClr val="FF0000"/>
              </a:solidFill>
              <a:prstDash val="solid"/>
              <a:miter lim="800000"/>
            </a:ln>
            <a:effectLst/>
          </p:spPr>
        </p:cxnSp>
        <p:cxnSp>
          <p:nvCxnSpPr>
            <p:cNvPr id="1052" name="直接连接符 1051"/>
            <p:cNvCxnSpPr/>
            <p:nvPr>
              <p:custDataLst>
                <p:tags r:id="rId438"/>
              </p:custDataLst>
            </p:nvPr>
          </p:nvCxnSpPr>
          <p:spPr>
            <a:xfrm flipH="1" flipV="1">
              <a:off x="10604057" y="2913293"/>
              <a:ext cx="23497" cy="871413"/>
            </a:xfrm>
            <a:prstGeom prst="line">
              <a:avLst/>
            </a:prstGeom>
            <a:noFill/>
            <a:ln w="9525" cap="flat" cmpd="sng" algn="ctr">
              <a:solidFill>
                <a:srgbClr val="FF0000"/>
              </a:solidFill>
              <a:prstDash val="solid"/>
              <a:miter lim="800000"/>
            </a:ln>
            <a:effectLst/>
          </p:spPr>
        </p:cxnSp>
        <p:cxnSp>
          <p:nvCxnSpPr>
            <p:cNvPr id="1053" name="直接连接符 1052"/>
            <p:cNvCxnSpPr/>
            <p:nvPr>
              <p:custDataLst>
                <p:tags r:id="rId439"/>
              </p:custDataLst>
            </p:nvPr>
          </p:nvCxnSpPr>
          <p:spPr>
            <a:xfrm flipV="1">
              <a:off x="9938741" y="2951596"/>
              <a:ext cx="648502" cy="833110"/>
            </a:xfrm>
            <a:prstGeom prst="line">
              <a:avLst/>
            </a:prstGeom>
            <a:noFill/>
            <a:ln w="9525" cap="flat" cmpd="sng" algn="ctr">
              <a:solidFill>
                <a:srgbClr val="FF0000"/>
              </a:solidFill>
              <a:prstDash val="solid"/>
              <a:miter lim="800000"/>
            </a:ln>
            <a:effectLst/>
          </p:spPr>
        </p:cxnSp>
        <p:cxnSp>
          <p:nvCxnSpPr>
            <p:cNvPr id="1054" name="直接连接符 1053"/>
            <p:cNvCxnSpPr/>
            <p:nvPr>
              <p:custDataLst>
                <p:tags r:id="rId440"/>
              </p:custDataLst>
            </p:nvPr>
          </p:nvCxnSpPr>
          <p:spPr>
            <a:xfrm flipH="1" flipV="1">
              <a:off x="9889567" y="2969624"/>
              <a:ext cx="754802" cy="815081"/>
            </a:xfrm>
            <a:prstGeom prst="line">
              <a:avLst/>
            </a:prstGeom>
            <a:noFill/>
            <a:ln w="9525" cap="flat" cmpd="sng" algn="ctr">
              <a:solidFill>
                <a:srgbClr val="FF0000"/>
              </a:solidFill>
              <a:prstDash val="solid"/>
              <a:miter lim="800000"/>
            </a:ln>
            <a:effectLst/>
          </p:spPr>
        </p:cxnSp>
        <p:pic>
          <p:nvPicPr>
            <p:cNvPr id="1055" name="图片 1054"/>
            <p:cNvPicPr>
              <a:picLocks noChangeAspect="1"/>
            </p:cNvPicPr>
            <p:nvPr/>
          </p:nvPicPr>
          <p:blipFill>
            <a:blip r:embed="rId441"/>
            <a:stretch>
              <a:fillRect/>
            </a:stretch>
          </p:blipFill>
          <p:spPr>
            <a:xfrm>
              <a:off x="9578194" y="2260848"/>
              <a:ext cx="453227" cy="255764"/>
            </a:xfrm>
            <a:prstGeom prst="rect">
              <a:avLst/>
            </a:prstGeom>
          </p:spPr>
        </p:pic>
        <p:pic>
          <p:nvPicPr>
            <p:cNvPr id="1056" name="图片 1055"/>
            <p:cNvPicPr>
              <a:picLocks noChangeAspect="1"/>
            </p:cNvPicPr>
            <p:nvPr/>
          </p:nvPicPr>
          <p:blipFill>
            <a:blip r:embed="rId441"/>
            <a:stretch>
              <a:fillRect/>
            </a:stretch>
          </p:blipFill>
          <p:spPr>
            <a:xfrm>
              <a:off x="10365150" y="2250659"/>
              <a:ext cx="453227" cy="255764"/>
            </a:xfrm>
            <a:prstGeom prst="rect">
              <a:avLst/>
            </a:prstGeom>
          </p:spPr>
        </p:pic>
        <p:cxnSp>
          <p:nvCxnSpPr>
            <p:cNvPr id="1057" name="直接连接符 98"/>
            <p:cNvCxnSpPr/>
            <p:nvPr>
              <p:custDataLst>
                <p:tags r:id="rId442"/>
              </p:custDataLst>
            </p:nvPr>
          </p:nvCxnSpPr>
          <p:spPr bwMode="auto">
            <a:xfrm flipV="1">
              <a:off x="10587243" y="2492515"/>
              <a:ext cx="40311" cy="142363"/>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8" name="直接连接符 98"/>
            <p:cNvCxnSpPr/>
            <p:nvPr>
              <p:custDataLst>
                <p:tags r:id="rId443"/>
              </p:custDataLst>
            </p:nvPr>
          </p:nvCxnSpPr>
          <p:spPr bwMode="auto">
            <a:xfrm flipH="1" flipV="1">
              <a:off x="9824964" y="2487350"/>
              <a:ext cx="61129" cy="163090"/>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9" name="文本框 1058"/>
            <p:cNvSpPr txBox="1"/>
            <p:nvPr/>
          </p:nvSpPr>
          <p:spPr>
            <a:xfrm>
              <a:off x="10876136" y="2294288"/>
              <a:ext cx="1232536" cy="174963"/>
            </a:xfrm>
            <a:prstGeom prst="rect">
              <a:avLst/>
            </a:prstGeom>
            <a:noFill/>
          </p:spPr>
          <p:txBody>
            <a:bodyPr wrap="none" lIns="0" tIns="0" rIns="0" bIns="0" rtlCol="0">
              <a:spAutoFit/>
            </a:bodyPr>
            <a:lstStyle/>
            <a:p>
              <a:pPr algn="ctr" defTabSz="914400">
                <a:defRPr/>
              </a:pPr>
              <a:r>
                <a:rPr kumimoji="1" lang="zh-CN" altLang="en-US" sz="1050" b="1" dirty="0">
                  <a:solidFill>
                    <a:prstClr val="black"/>
                  </a:solidFill>
                  <a:latin typeface="Arial" panose="02080604020202020204" pitchFamily="34" charset="0"/>
                  <a:ea typeface="微软雅黑" panose="020B0503020204020204" pitchFamily="34" charset="-122"/>
                </a:rPr>
                <a:t>路由器</a:t>
              </a:r>
              <a:r>
                <a:rPr kumimoji="1" lang="en-US" altLang="zh-CN" sz="1050" b="1" dirty="0">
                  <a:solidFill>
                    <a:prstClr val="black"/>
                  </a:solidFill>
                  <a:latin typeface="Arial" panose="02080604020202020204" pitchFamily="34" charset="0"/>
                  <a:ea typeface="微软雅黑" panose="020B0503020204020204" pitchFamily="34" charset="-122"/>
                </a:rPr>
                <a:t>/</a:t>
              </a:r>
              <a:r>
                <a:rPr kumimoji="1" lang="zh-CN" altLang="en-US" sz="1050" b="1" dirty="0">
                  <a:solidFill>
                    <a:prstClr val="black"/>
                  </a:solidFill>
                  <a:latin typeface="Arial" panose="02080604020202020204" pitchFamily="34" charset="0"/>
                  <a:ea typeface="微软雅黑" panose="020B0503020204020204" pitchFamily="34" charset="-122"/>
                </a:rPr>
                <a:t>专线接入</a:t>
              </a:r>
              <a:endParaRPr kumimoji="1" lang="zh-CN" altLang="en-US" sz="1050" b="1" dirty="0">
                <a:solidFill>
                  <a:prstClr val="black"/>
                </a:solidFill>
                <a:latin typeface="Arial" panose="02080604020202020204" pitchFamily="34" charset="0"/>
                <a:ea typeface="微软雅黑" panose="020B0503020204020204" pitchFamily="34" charset="-122"/>
              </a:endParaRPr>
            </a:p>
          </p:txBody>
        </p:sp>
      </p:grpSp>
      <p:pic>
        <p:nvPicPr>
          <p:cNvPr id="1061" name="Picture 1303" descr="图片2"/>
          <p:cNvPicPr>
            <a:picLocks noChangeAspect="1" noChangeArrowheads="1"/>
          </p:cNvPicPr>
          <p:nvPr/>
        </p:nvPicPr>
        <p:blipFill>
          <a:blip r:embed="rId444" cstate="screen">
            <a:extLst>
              <a:ext uri="{28A0092B-C50C-407E-A947-70E740481C1C}">
                <a14:useLocalDpi xmlns:a14="http://schemas.microsoft.com/office/drawing/2010/main" val="0"/>
              </a:ext>
            </a:extLst>
          </a:blip>
          <a:srcRect/>
          <a:stretch>
            <a:fillRect/>
          </a:stretch>
        </p:blipFill>
        <p:spPr bwMode="auto">
          <a:xfrm>
            <a:off x="6405532" y="978147"/>
            <a:ext cx="279227" cy="219475"/>
          </a:xfrm>
          <a:prstGeom prst="rect">
            <a:avLst/>
          </a:prstGeom>
          <a:noFill/>
          <a:extLst>
            <a:ext uri="{909E8E84-426E-40DD-AFC4-6F175D3DCCD1}">
              <a14:hiddenFill xmlns:a14="http://schemas.microsoft.com/office/drawing/2010/main">
                <a:solidFill>
                  <a:srgbClr val="FFFFFF"/>
                </a:solidFill>
              </a14:hiddenFill>
            </a:ext>
          </a:extLst>
        </p:spPr>
      </p:pic>
      <p:sp>
        <p:nvSpPr>
          <p:cNvPr id="1062" name="文本框 1061"/>
          <p:cNvSpPr txBox="1"/>
          <p:nvPr/>
        </p:nvSpPr>
        <p:spPr>
          <a:xfrm>
            <a:off x="6361727" y="794919"/>
            <a:ext cx="553037" cy="161583"/>
          </a:xfrm>
          <a:prstGeom prst="rect">
            <a:avLst/>
          </a:prstGeom>
          <a:noFill/>
        </p:spPr>
        <p:txBody>
          <a:bodyPr wrap="none" lIns="0" tIns="0" rIns="0" bIns="0" rtlCol="0">
            <a:spAutoFit/>
          </a:bodyPr>
          <a:lstStyle/>
          <a:p>
            <a:pPr algn="ctr" defTabSz="914400">
              <a:defRPr/>
            </a:pPr>
            <a:r>
              <a:rPr kumimoji="1" lang="zh-CN" altLang="en-US" sz="1050" b="1" dirty="0">
                <a:solidFill>
                  <a:prstClr val="black"/>
                </a:solidFill>
                <a:latin typeface="Arial" panose="02080604020202020204" pitchFamily="34" charset="0"/>
                <a:ea typeface="微软雅黑" panose="020B0503020204020204" pitchFamily="34" charset="-122"/>
              </a:rPr>
              <a:t>传输</a:t>
            </a:r>
            <a:r>
              <a:rPr kumimoji="1" lang="en-US" altLang="zh-CN" sz="1050" b="1" dirty="0">
                <a:solidFill>
                  <a:prstClr val="black"/>
                </a:solidFill>
                <a:latin typeface="Arial" panose="02080604020202020204" pitchFamily="34" charset="0"/>
                <a:ea typeface="微软雅黑" panose="020B0503020204020204" pitchFamily="34" charset="-122"/>
              </a:rPr>
              <a:t>OTN</a:t>
            </a:r>
            <a:endParaRPr kumimoji="1" lang="zh-CN" altLang="en-US" sz="1050" b="1" dirty="0">
              <a:solidFill>
                <a:prstClr val="black"/>
              </a:solidFill>
              <a:latin typeface="Arial" panose="02080604020202020204" pitchFamily="34" charset="0"/>
              <a:ea typeface="微软雅黑" panose="020B0503020204020204" pitchFamily="34" charset="-122"/>
            </a:endParaRPr>
          </a:p>
        </p:txBody>
      </p:sp>
      <p:cxnSp>
        <p:nvCxnSpPr>
          <p:cNvPr id="1063" name="直接连接符 1062"/>
          <p:cNvCxnSpPr>
            <a:stCxn id="709" idx="0"/>
            <a:endCxn id="1061" idx="1"/>
          </p:cNvCxnSpPr>
          <p:nvPr>
            <p:custDataLst>
              <p:tags r:id="rId445"/>
            </p:custDataLst>
          </p:nvPr>
        </p:nvCxnSpPr>
        <p:spPr>
          <a:xfrm flipV="1">
            <a:off x="1442037" y="1087885"/>
            <a:ext cx="4963495" cy="8360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66" name="直接连接符 1065"/>
          <p:cNvCxnSpPr>
            <a:stCxn id="710" idx="0"/>
            <a:endCxn id="1061" idx="1"/>
          </p:cNvCxnSpPr>
          <p:nvPr>
            <p:custDataLst>
              <p:tags r:id="rId446"/>
            </p:custDataLst>
          </p:nvPr>
        </p:nvCxnSpPr>
        <p:spPr>
          <a:xfrm flipV="1">
            <a:off x="1826967" y="1087885"/>
            <a:ext cx="4578565" cy="8360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74" name="直接连接符 1073"/>
          <p:cNvCxnSpPr>
            <a:stCxn id="356" idx="0"/>
            <a:endCxn id="1061" idx="1"/>
          </p:cNvCxnSpPr>
          <p:nvPr>
            <p:custDataLst>
              <p:tags r:id="rId447"/>
            </p:custDataLst>
          </p:nvPr>
        </p:nvCxnSpPr>
        <p:spPr>
          <a:xfrm flipV="1">
            <a:off x="4706403" y="1087885"/>
            <a:ext cx="1699130" cy="2173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77" name="直接连接符 1076"/>
          <p:cNvCxnSpPr>
            <a:stCxn id="357" idx="0"/>
            <a:endCxn id="1061" idx="1"/>
          </p:cNvCxnSpPr>
          <p:nvPr>
            <p:custDataLst>
              <p:tags r:id="rId448"/>
            </p:custDataLst>
          </p:nvPr>
        </p:nvCxnSpPr>
        <p:spPr>
          <a:xfrm flipV="1">
            <a:off x="5095635" y="1087885"/>
            <a:ext cx="1309897" cy="2173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81" name="直接连接符 1080"/>
          <p:cNvCxnSpPr>
            <a:stCxn id="358" idx="0"/>
            <a:endCxn id="1061" idx="1"/>
          </p:cNvCxnSpPr>
          <p:nvPr>
            <p:custDataLst>
              <p:tags r:id="rId449"/>
            </p:custDataLst>
          </p:nvPr>
        </p:nvCxnSpPr>
        <p:spPr>
          <a:xfrm flipV="1">
            <a:off x="5484867" y="1087885"/>
            <a:ext cx="920665" cy="2173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84" name="直接连接符 1083"/>
          <p:cNvCxnSpPr>
            <a:stCxn id="364" idx="0"/>
            <a:endCxn id="1061" idx="1"/>
          </p:cNvCxnSpPr>
          <p:nvPr>
            <p:custDataLst>
              <p:tags r:id="rId450"/>
            </p:custDataLst>
          </p:nvPr>
        </p:nvCxnSpPr>
        <p:spPr>
          <a:xfrm flipV="1">
            <a:off x="5874099" y="1087885"/>
            <a:ext cx="531433" cy="217398"/>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pic>
        <p:nvPicPr>
          <p:cNvPr id="1087" name="Picture 1303" descr="图片2"/>
          <p:cNvPicPr>
            <a:picLocks noChangeAspect="1" noChangeArrowheads="1"/>
          </p:cNvPicPr>
          <p:nvPr/>
        </p:nvPicPr>
        <p:blipFill>
          <a:blip r:embed="rId444" cstate="screen">
            <a:extLst>
              <a:ext uri="{28A0092B-C50C-407E-A947-70E740481C1C}">
                <a14:useLocalDpi xmlns:a14="http://schemas.microsoft.com/office/drawing/2010/main" val="0"/>
              </a:ext>
            </a:extLst>
          </a:blip>
          <a:srcRect/>
          <a:stretch>
            <a:fillRect/>
          </a:stretch>
        </p:blipFill>
        <p:spPr bwMode="auto">
          <a:xfrm>
            <a:off x="10354082" y="2520894"/>
            <a:ext cx="279227" cy="219475"/>
          </a:xfrm>
          <a:prstGeom prst="rect">
            <a:avLst/>
          </a:prstGeom>
          <a:noFill/>
          <a:extLst>
            <a:ext uri="{909E8E84-426E-40DD-AFC4-6F175D3DCCD1}">
              <a14:hiddenFill xmlns:a14="http://schemas.microsoft.com/office/drawing/2010/main">
                <a:solidFill>
                  <a:srgbClr val="FFFFFF"/>
                </a:solidFill>
              </a14:hiddenFill>
            </a:ext>
          </a:extLst>
        </p:spPr>
      </p:pic>
      <p:sp>
        <p:nvSpPr>
          <p:cNvPr id="1088" name="文本框 1087"/>
          <p:cNvSpPr txBox="1"/>
          <p:nvPr/>
        </p:nvSpPr>
        <p:spPr>
          <a:xfrm>
            <a:off x="10803492" y="2509573"/>
            <a:ext cx="553037" cy="161583"/>
          </a:xfrm>
          <a:prstGeom prst="rect">
            <a:avLst/>
          </a:prstGeom>
          <a:noFill/>
        </p:spPr>
        <p:txBody>
          <a:bodyPr wrap="none" lIns="0" tIns="0" rIns="0" bIns="0" rtlCol="0">
            <a:spAutoFit/>
          </a:bodyPr>
          <a:lstStyle/>
          <a:p>
            <a:pPr algn="ctr" defTabSz="914400">
              <a:defRPr/>
            </a:pPr>
            <a:r>
              <a:rPr kumimoji="1" lang="zh-CN" altLang="en-US" sz="1050" b="1" dirty="0">
                <a:solidFill>
                  <a:prstClr val="black"/>
                </a:solidFill>
                <a:latin typeface="Arial" panose="02080604020202020204" pitchFamily="34" charset="0"/>
                <a:ea typeface="微软雅黑" panose="020B0503020204020204" pitchFamily="34" charset="-122"/>
              </a:rPr>
              <a:t>传输</a:t>
            </a:r>
            <a:r>
              <a:rPr kumimoji="1" lang="en-US" altLang="zh-CN" sz="1050" b="1" dirty="0">
                <a:solidFill>
                  <a:prstClr val="black"/>
                </a:solidFill>
                <a:latin typeface="Arial" panose="02080604020202020204" pitchFamily="34" charset="0"/>
                <a:ea typeface="微软雅黑" panose="020B0503020204020204" pitchFamily="34" charset="-122"/>
              </a:rPr>
              <a:t>OTN</a:t>
            </a:r>
            <a:endParaRPr kumimoji="1" lang="zh-CN" altLang="en-US" sz="1050" b="1" dirty="0">
              <a:solidFill>
                <a:prstClr val="black"/>
              </a:solidFill>
              <a:latin typeface="Arial" panose="02080604020202020204" pitchFamily="34" charset="0"/>
              <a:ea typeface="微软雅黑" panose="020B0503020204020204" pitchFamily="34" charset="-122"/>
            </a:endParaRPr>
          </a:p>
        </p:txBody>
      </p:sp>
      <p:cxnSp>
        <p:nvCxnSpPr>
          <p:cNvPr id="1090" name="直接连接符 1089"/>
          <p:cNvCxnSpPr>
            <a:endCxn id="1087" idx="2"/>
          </p:cNvCxnSpPr>
          <p:nvPr>
            <p:custDataLst>
              <p:tags r:id="rId451"/>
            </p:custDataLst>
          </p:nvPr>
        </p:nvCxnSpPr>
        <p:spPr>
          <a:xfrm flipV="1">
            <a:off x="10271716" y="2740370"/>
            <a:ext cx="221980" cy="26682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093" name="直接连接符 1092"/>
          <p:cNvCxnSpPr>
            <a:stCxn id="1056" idx="0"/>
            <a:endCxn id="1087" idx="2"/>
          </p:cNvCxnSpPr>
          <p:nvPr>
            <p:custDataLst>
              <p:tags r:id="rId452"/>
            </p:custDataLst>
          </p:nvPr>
        </p:nvCxnSpPr>
        <p:spPr>
          <a:xfrm flipH="1" flipV="1">
            <a:off x="10493696" y="2740369"/>
            <a:ext cx="387217" cy="264179"/>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1096" name="椭圆 1095"/>
          <p:cNvSpPr/>
          <p:nvPr/>
        </p:nvSpPr>
        <p:spPr>
          <a:xfrm rot="1276454">
            <a:off x="5794477" y="1703257"/>
            <a:ext cx="5614725" cy="396123"/>
          </a:xfrm>
          <a:prstGeom prst="ellipse">
            <a:avLst/>
          </a:prstGeom>
          <a:noFill/>
          <a:ln w="19050" cap="flat" cmpd="sng" algn="ctr">
            <a:gradFill>
              <a:gsLst>
                <a:gs pos="0">
                  <a:srgbClr val="FF3399"/>
                </a:gs>
                <a:gs pos="25000">
                  <a:srgbClr val="FF6633"/>
                </a:gs>
                <a:gs pos="50000">
                  <a:srgbClr val="FFFF00"/>
                </a:gs>
                <a:gs pos="75000">
                  <a:srgbClr val="01A78F"/>
                </a:gs>
                <a:gs pos="100000">
                  <a:srgbClr val="3366FF"/>
                </a:gs>
              </a:gsLst>
              <a:lin ang="10800000" scaled="0"/>
            </a:gra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a:solidFill>
                <a:srgbClr val="1D1D1A"/>
              </a:solidFill>
              <a:latin typeface="Arial" panose="02080604020202020204" pitchFamily="34" charset="0"/>
              <a:ea typeface="微软雅黑" panose="020B0503020204020204" pitchFamily="34" charset="-122"/>
              <a:cs typeface="+mn-ea"/>
              <a:sym typeface="+mn-lt"/>
            </a:endParaRPr>
          </a:p>
        </p:txBody>
      </p:sp>
      <p:sp>
        <p:nvSpPr>
          <p:cNvPr id="1103" name="文本框 1102"/>
          <p:cNvSpPr txBox="1"/>
          <p:nvPr/>
        </p:nvSpPr>
        <p:spPr>
          <a:xfrm>
            <a:off x="7523975" y="1717979"/>
            <a:ext cx="2104281" cy="276999"/>
          </a:xfrm>
          <a:prstGeom prst="rect">
            <a:avLst/>
          </a:prstGeom>
          <a:noFill/>
        </p:spPr>
        <p:txBody>
          <a:bodyPr wrap="square" lIns="0" tIns="0" rIns="0" bIns="0" rtlCol="0">
            <a:spAutoFit/>
          </a:bodyPr>
          <a:lstStyle/>
          <a:p>
            <a:pPr defTabSz="914400"/>
            <a:r>
              <a:rPr kumimoji="1" lang="zh-CN" altLang="en-US" dirty="0">
                <a:solidFill>
                  <a:srgbClr val="000000"/>
                </a:solidFill>
                <a:latin typeface="微软雅黑" panose="020B0503020204020204" pitchFamily="34" charset="-122"/>
                <a:ea typeface="微软雅黑" panose="020B0503020204020204" pitchFamily="34" charset="-122"/>
              </a:rPr>
              <a:t>运营商独享专线</a:t>
            </a:r>
            <a:r>
              <a:rPr kumimoji="1" lang="en-US" altLang="zh-CN" dirty="0">
                <a:solidFill>
                  <a:srgbClr val="000000"/>
                </a:solidFill>
                <a:latin typeface="微软雅黑" panose="020B0503020204020204" pitchFamily="34" charset="-122"/>
                <a:ea typeface="微软雅黑" panose="020B0503020204020204" pitchFamily="34" charset="-122"/>
              </a:rPr>
              <a:t>1T</a:t>
            </a:r>
            <a:endParaRPr kumimoji="1"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1104" name="组合 1103"/>
          <p:cNvGrpSpPr/>
          <p:nvPr/>
        </p:nvGrpSpPr>
        <p:grpSpPr>
          <a:xfrm>
            <a:off x="9970487" y="185203"/>
            <a:ext cx="2030314" cy="1440198"/>
            <a:chOff x="7293282" y="1249273"/>
            <a:chExt cx="2031577" cy="1441095"/>
          </a:xfrm>
        </p:grpSpPr>
        <p:sp>
          <p:nvSpPr>
            <p:cNvPr id="1105" name="TextBox 15"/>
            <p:cNvSpPr txBox="1"/>
            <p:nvPr>
              <p:custDataLst>
                <p:tags r:id="rId453"/>
              </p:custDataLst>
            </p:nvPr>
          </p:nvSpPr>
          <p:spPr>
            <a:xfrm>
              <a:off x="8542098" y="1461973"/>
              <a:ext cx="547828" cy="190397"/>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r>
                <a:rPr lang="en-US" altLang="zh-CN" sz="900" kern="0" dirty="0">
                  <a:solidFill>
                    <a:prstClr val="black"/>
                  </a:solidFill>
                  <a:latin typeface="Calibri"/>
                  <a:ea typeface="等线" panose="02010600030101010101" pitchFamily="2" charset="-122"/>
                  <a:cs typeface="+mn-ea"/>
                  <a:sym typeface="+mn-lt"/>
                </a:rPr>
                <a:t>25G </a:t>
              </a:r>
              <a:r>
                <a:rPr lang="zh-CN" altLang="en-US" sz="900" kern="0" dirty="0">
                  <a:solidFill>
                    <a:prstClr val="black"/>
                  </a:solidFill>
                  <a:latin typeface="Calibri"/>
                  <a:ea typeface="等线" panose="02010600030101010101" pitchFamily="2" charset="-122"/>
                  <a:cs typeface="+mn-ea"/>
                  <a:sym typeface="+mn-lt"/>
                </a:rPr>
                <a:t>网络</a:t>
              </a:r>
              <a:endParaRPr lang="zh-CN" altLang="en-US" sz="900" kern="0" dirty="0">
                <a:solidFill>
                  <a:prstClr val="black"/>
                </a:solidFill>
                <a:latin typeface="Calibri"/>
                <a:ea typeface="等线" panose="02010600030101010101" pitchFamily="2" charset="-122"/>
                <a:cs typeface="+mn-ea"/>
                <a:sym typeface="+mn-lt"/>
              </a:endParaRPr>
            </a:p>
          </p:txBody>
        </p:sp>
        <p:sp>
          <p:nvSpPr>
            <p:cNvPr id="1106" name="TextBox 15"/>
            <p:cNvSpPr txBox="1"/>
            <p:nvPr>
              <p:custDataLst>
                <p:tags r:id="rId454"/>
              </p:custDataLst>
            </p:nvPr>
          </p:nvSpPr>
          <p:spPr>
            <a:xfrm>
              <a:off x="7694984" y="1639880"/>
              <a:ext cx="603933" cy="190397"/>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r>
                <a:rPr lang="en-US" altLang="zh-CN" sz="900" kern="0" dirty="0">
                  <a:solidFill>
                    <a:prstClr val="black"/>
                  </a:solidFill>
                  <a:latin typeface="Calibri"/>
                  <a:ea typeface="等线" panose="02010600030101010101" pitchFamily="2" charset="-122"/>
                  <a:cs typeface="+mn-ea"/>
                  <a:sym typeface="+mn-lt"/>
                </a:rPr>
                <a:t>10GE </a:t>
              </a:r>
              <a:r>
                <a:rPr lang="zh-CN" altLang="en-US" sz="900" kern="0" dirty="0">
                  <a:solidFill>
                    <a:prstClr val="black"/>
                  </a:solidFill>
                  <a:latin typeface="Calibri"/>
                  <a:ea typeface="等线" panose="02010600030101010101" pitchFamily="2" charset="-122"/>
                  <a:cs typeface="+mn-ea"/>
                  <a:sym typeface="+mn-lt"/>
                </a:rPr>
                <a:t>网络</a:t>
              </a:r>
              <a:endParaRPr lang="zh-CN" altLang="en-US" sz="900" kern="0" dirty="0">
                <a:solidFill>
                  <a:prstClr val="black"/>
                </a:solidFill>
                <a:latin typeface="Calibri"/>
                <a:ea typeface="等线" panose="02010600030101010101" pitchFamily="2" charset="-122"/>
                <a:cs typeface="+mn-ea"/>
                <a:sym typeface="+mn-lt"/>
              </a:endParaRPr>
            </a:p>
          </p:txBody>
        </p:sp>
        <p:cxnSp>
          <p:nvCxnSpPr>
            <p:cNvPr id="1107" name="直接连接符 98"/>
            <p:cNvCxnSpPr/>
            <p:nvPr>
              <p:custDataLst>
                <p:tags r:id="rId455"/>
              </p:custDataLst>
            </p:nvPr>
          </p:nvCxnSpPr>
          <p:spPr bwMode="auto">
            <a:xfrm flipV="1">
              <a:off x="8282281" y="1541139"/>
              <a:ext cx="216000" cy="1"/>
            </a:xfrm>
            <a:prstGeom prst="line">
              <a:avLst/>
            </a:prstGeom>
            <a:noFill/>
            <a:ln w="12700" cap="flat" cmpd="sng" algn="ctr">
              <a:solidFill>
                <a:srgbClr val="F4A100"/>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8" name="直接连接符 98"/>
            <p:cNvCxnSpPr/>
            <p:nvPr>
              <p:custDataLst>
                <p:tags r:id="rId456"/>
              </p:custDataLst>
            </p:nvPr>
          </p:nvCxnSpPr>
          <p:spPr bwMode="auto">
            <a:xfrm flipH="1" flipV="1">
              <a:off x="7375992" y="1730155"/>
              <a:ext cx="329410" cy="3728"/>
            </a:xfrm>
            <a:prstGeom prst="line">
              <a:avLst/>
            </a:prstGeom>
            <a:noFill/>
            <a:ln w="28575">
              <a:solidFill>
                <a:srgbClr val="00CC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9" name="TextBox 15"/>
            <p:cNvSpPr txBox="1"/>
            <p:nvPr>
              <p:custDataLst>
                <p:tags r:id="rId457"/>
              </p:custDataLst>
            </p:nvPr>
          </p:nvSpPr>
          <p:spPr>
            <a:xfrm>
              <a:off x="8561398" y="1622497"/>
              <a:ext cx="488517" cy="190397"/>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r>
                <a:rPr lang="en-US" altLang="zh-CN" sz="900" kern="0" dirty="0">
                  <a:solidFill>
                    <a:prstClr val="black"/>
                  </a:solidFill>
                  <a:latin typeface="Calibri"/>
                  <a:ea typeface="等线" panose="02010600030101010101" pitchFamily="2" charset="-122"/>
                  <a:cs typeface="+mn-ea"/>
                  <a:sym typeface="+mn-lt"/>
                </a:rPr>
                <a:t>GE </a:t>
              </a:r>
              <a:r>
                <a:rPr lang="zh-CN" altLang="en-US" sz="900" kern="0" dirty="0">
                  <a:solidFill>
                    <a:prstClr val="black"/>
                  </a:solidFill>
                  <a:latin typeface="Calibri"/>
                  <a:ea typeface="等线" panose="02010600030101010101" pitchFamily="2" charset="-122"/>
                  <a:cs typeface="+mn-ea"/>
                  <a:sym typeface="+mn-lt"/>
                </a:rPr>
                <a:t>网络</a:t>
              </a:r>
              <a:endParaRPr lang="zh-CN" altLang="en-US" sz="900" kern="0" dirty="0">
                <a:solidFill>
                  <a:prstClr val="black"/>
                </a:solidFill>
                <a:latin typeface="Calibri"/>
                <a:ea typeface="等线" panose="02010600030101010101" pitchFamily="2" charset="-122"/>
                <a:cs typeface="+mn-ea"/>
                <a:sym typeface="+mn-lt"/>
              </a:endParaRPr>
            </a:p>
          </p:txBody>
        </p:sp>
        <p:cxnSp>
          <p:nvCxnSpPr>
            <p:cNvPr id="1110" name="直接连接符 98"/>
            <p:cNvCxnSpPr/>
            <p:nvPr>
              <p:custDataLst>
                <p:tags r:id="rId458"/>
              </p:custDataLst>
            </p:nvPr>
          </p:nvCxnSpPr>
          <p:spPr bwMode="auto">
            <a:xfrm flipH="1">
              <a:off x="8282282" y="1732019"/>
              <a:ext cx="252000" cy="0"/>
            </a:xfrm>
            <a:prstGeom prst="line">
              <a:avLst/>
            </a:prstGeom>
            <a:noFill/>
            <a:ln w="12700">
              <a:solidFill>
                <a:srgbClr val="1D1D1A"/>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11" name="组合 1110"/>
            <p:cNvGrpSpPr/>
            <p:nvPr/>
          </p:nvGrpSpPr>
          <p:grpSpPr>
            <a:xfrm>
              <a:off x="7368515" y="1449000"/>
              <a:ext cx="1099246" cy="190136"/>
              <a:chOff x="15128" y="591"/>
              <a:chExt cx="1812" cy="357"/>
            </a:xfrm>
          </p:grpSpPr>
          <p:sp>
            <p:nvSpPr>
              <p:cNvPr id="1119" name="TextBox 15"/>
              <p:cNvSpPr txBox="1"/>
              <p:nvPr>
                <p:custDataLst>
                  <p:tags r:id="rId459"/>
                </p:custDataLst>
              </p:nvPr>
            </p:nvSpPr>
            <p:spPr>
              <a:xfrm>
                <a:off x="15651" y="591"/>
                <a:ext cx="1289" cy="357"/>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364" tIns="25682" rIns="51364" bIns="25682" rtlCol="0">
                <a:spAutoFit/>
              </a:bodyPr>
              <a:lstStyle/>
              <a:p>
                <a:pPr defTabSz="913130">
                  <a:defRPr/>
                </a:pPr>
                <a:r>
                  <a:rPr lang="en-US" altLang="zh-CN" sz="900" kern="0" dirty="0">
                    <a:solidFill>
                      <a:prstClr val="black"/>
                    </a:solidFill>
                    <a:latin typeface="Calibri"/>
                    <a:ea typeface="等线" panose="02010600030101010101" pitchFamily="2" charset="-122"/>
                    <a:cs typeface="+mn-ea"/>
                    <a:sym typeface="+mn-lt"/>
                  </a:rPr>
                  <a:t>100G </a:t>
                </a:r>
                <a:r>
                  <a:rPr lang="zh-CN" altLang="en-US" sz="900" kern="0" dirty="0">
                    <a:solidFill>
                      <a:prstClr val="black"/>
                    </a:solidFill>
                    <a:latin typeface="Calibri"/>
                    <a:ea typeface="等线" panose="02010600030101010101" pitchFamily="2" charset="-122"/>
                    <a:cs typeface="+mn-ea"/>
                    <a:sym typeface="+mn-lt"/>
                  </a:rPr>
                  <a:t>网络</a:t>
                </a:r>
                <a:endParaRPr lang="zh-CN" altLang="en-US" sz="900" kern="0" dirty="0">
                  <a:solidFill>
                    <a:prstClr val="black"/>
                  </a:solidFill>
                  <a:latin typeface="Calibri"/>
                  <a:ea typeface="等线" panose="02010600030101010101" pitchFamily="2" charset="-122"/>
                  <a:cs typeface="+mn-ea"/>
                  <a:sym typeface="+mn-lt"/>
                </a:endParaRPr>
              </a:p>
            </p:txBody>
          </p:sp>
          <p:cxnSp>
            <p:nvCxnSpPr>
              <p:cNvPr id="1120" name="直接连接符 98"/>
              <p:cNvCxnSpPr/>
              <p:nvPr>
                <p:custDataLst>
                  <p:tags r:id="rId460"/>
                </p:custDataLst>
              </p:nvPr>
            </p:nvCxnSpPr>
            <p:spPr bwMode="auto">
              <a:xfrm flipV="1">
                <a:off x="15128" y="754"/>
                <a:ext cx="538" cy="0"/>
              </a:xfrm>
              <a:prstGeom prst="line">
                <a:avLst/>
              </a:prstGeom>
              <a:noFill/>
              <a:ln w="28575">
                <a:solidFill>
                  <a:srgbClr val="00B05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12" name="文本框 1111"/>
            <p:cNvSpPr txBox="1"/>
            <p:nvPr>
              <p:custDataLst>
                <p:tags r:id="rId461"/>
              </p:custDataLst>
            </p:nvPr>
          </p:nvSpPr>
          <p:spPr>
            <a:xfrm>
              <a:off x="7651968" y="1249273"/>
              <a:ext cx="937382" cy="246221"/>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ctr" defTabSz="913130">
                <a:defRPr/>
              </a:pPr>
              <a:r>
                <a:rPr lang="zh-CN" altLang="en-US" sz="1000" b="1" kern="0" dirty="0">
                  <a:solidFill>
                    <a:srgbClr val="1D1D1A"/>
                  </a:solidFill>
                  <a:latin typeface="Calibri"/>
                  <a:ea typeface="等线" panose="02010600030101010101" pitchFamily="2" charset="-122"/>
                  <a:cs typeface="+mn-ea"/>
                  <a:sym typeface="+mn-lt"/>
                </a:rPr>
                <a:t>图  例</a:t>
              </a:r>
              <a:endParaRPr lang="zh-CN" altLang="en-US" sz="1000" b="1" kern="0" dirty="0">
                <a:solidFill>
                  <a:srgbClr val="1D1D1A"/>
                </a:solidFill>
                <a:latin typeface="Calibri"/>
                <a:ea typeface="等线" panose="02010600030101010101" pitchFamily="2" charset="-122"/>
                <a:cs typeface="+mn-ea"/>
                <a:sym typeface="+mn-lt"/>
              </a:endParaRPr>
            </a:p>
          </p:txBody>
        </p:sp>
        <p:sp>
          <p:nvSpPr>
            <p:cNvPr id="1113" name="矩形 1112"/>
            <p:cNvSpPr/>
            <p:nvPr>
              <p:custDataLst>
                <p:tags r:id="rId462"/>
              </p:custDataLst>
            </p:nvPr>
          </p:nvSpPr>
          <p:spPr>
            <a:xfrm>
              <a:off x="7293282" y="1293696"/>
              <a:ext cx="2031577" cy="1396672"/>
            </a:xfrm>
            <a:prstGeom prst="rect">
              <a:avLst/>
            </a:prstGeom>
            <a:noFill/>
            <a:ln w="6350" cap="flat" cmpd="sng" algn="ctr">
              <a:solidFill>
                <a:srgbClr val="1D1D1A"/>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49682" tIns="24839" rIns="49682" bIns="24839" numCol="1" spcCol="0" rtlCol="0" fromWordArt="0" anchor="ctr" anchorCtr="0" forceAA="0" compatLnSpc="1">
              <a:noAutofit/>
            </a:bodyPr>
            <a:lstStyle/>
            <a:p>
              <a:pPr algn="ctr" defTabSz="913130">
                <a:defRPr/>
              </a:pPr>
              <a:endParaRPr lang="zh-CN" altLang="en-US" sz="1000" kern="0">
                <a:solidFill>
                  <a:srgbClr val="666666"/>
                </a:solidFill>
                <a:latin typeface="Calibri"/>
                <a:ea typeface="等线" panose="02010600030101010101" pitchFamily="2" charset="-122"/>
                <a:cs typeface="+mn-ea"/>
                <a:sym typeface="+mn-lt"/>
              </a:endParaRPr>
            </a:p>
          </p:txBody>
        </p:sp>
        <p:sp>
          <p:nvSpPr>
            <p:cNvPr id="1114" name="TextBox 15"/>
            <p:cNvSpPr txBox="1"/>
            <p:nvPr>
              <p:custDataLst>
                <p:tags r:id="rId463"/>
              </p:custDataLst>
            </p:nvPr>
          </p:nvSpPr>
          <p:spPr>
            <a:xfrm>
              <a:off x="8082568" y="1869093"/>
              <a:ext cx="1093465" cy="190484"/>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r>
                <a:rPr lang="en-US" altLang="zh-CN" sz="900" dirty="0">
                  <a:solidFill>
                    <a:prstClr val="black"/>
                  </a:solidFill>
                  <a:latin typeface="微软雅黑"/>
                  <a:ea typeface="微软雅黑"/>
                </a:rPr>
                <a:t>200GE TCP/IP</a:t>
              </a:r>
              <a:r>
                <a:rPr lang="zh-CN" altLang="en-US" sz="900" dirty="0">
                  <a:solidFill>
                    <a:prstClr val="black"/>
                  </a:solidFill>
                  <a:latin typeface="微软雅黑"/>
                  <a:ea typeface="微软雅黑"/>
                </a:rPr>
                <a:t>网络</a:t>
              </a:r>
              <a:endParaRPr lang="zh-CN" altLang="en-US" sz="900" kern="0" dirty="0">
                <a:solidFill>
                  <a:prstClr val="black"/>
                </a:solidFill>
                <a:latin typeface="Calibri"/>
                <a:ea typeface="等线" panose="02010600030101010101" pitchFamily="2" charset="-122"/>
                <a:cs typeface="+mn-ea"/>
                <a:sym typeface="+mn-lt"/>
              </a:endParaRPr>
            </a:p>
          </p:txBody>
        </p:sp>
        <p:cxnSp>
          <p:nvCxnSpPr>
            <p:cNvPr id="1115" name="直接连接符 98"/>
            <p:cNvCxnSpPr/>
            <p:nvPr>
              <p:custDataLst>
                <p:tags r:id="rId464"/>
              </p:custDataLst>
            </p:nvPr>
          </p:nvCxnSpPr>
          <p:spPr bwMode="auto">
            <a:xfrm>
              <a:off x="7395340" y="1993481"/>
              <a:ext cx="648000" cy="1598"/>
            </a:xfrm>
            <a:prstGeom prst="line">
              <a:avLst/>
            </a:prstGeom>
            <a:noFill/>
            <a:ln w="28575" cmpd="sng">
              <a:solidFill>
                <a:srgbClr val="FF000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 name="TextBox 15"/>
            <p:cNvSpPr txBox="1"/>
            <p:nvPr>
              <p:custDataLst>
                <p:tags r:id="rId465"/>
              </p:custDataLst>
            </p:nvPr>
          </p:nvSpPr>
          <p:spPr>
            <a:xfrm>
              <a:off x="8126816" y="2237455"/>
              <a:ext cx="103860" cy="205786"/>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endParaRPr lang="zh-CN" altLang="en-US" sz="1000" kern="0" dirty="0">
                <a:solidFill>
                  <a:prstClr val="black"/>
                </a:solidFill>
                <a:latin typeface="Calibri"/>
                <a:ea typeface="等线" panose="02010600030101010101" pitchFamily="2" charset="-122"/>
                <a:cs typeface="+mn-ea"/>
                <a:sym typeface="+mn-lt"/>
              </a:endParaRPr>
            </a:p>
          </p:txBody>
        </p:sp>
        <p:cxnSp>
          <p:nvCxnSpPr>
            <p:cNvPr id="1117" name="直接连接符 98"/>
            <p:cNvCxnSpPr/>
            <p:nvPr>
              <p:custDataLst>
                <p:tags r:id="rId466"/>
              </p:custDataLst>
            </p:nvPr>
          </p:nvCxnSpPr>
          <p:spPr bwMode="auto">
            <a:xfrm flipH="1" flipV="1">
              <a:off x="7384794" y="2301493"/>
              <a:ext cx="648000" cy="5859"/>
            </a:xfrm>
            <a:prstGeom prst="line">
              <a:avLst/>
            </a:prstGeom>
            <a:noFill/>
            <a:ln w="28575" cmpd="sng">
              <a:solidFill>
                <a:srgbClr val="92D05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8" name="TextBox 15"/>
            <p:cNvSpPr txBox="1"/>
            <p:nvPr>
              <p:custDataLst>
                <p:tags r:id="rId467"/>
              </p:custDataLst>
            </p:nvPr>
          </p:nvSpPr>
          <p:spPr>
            <a:xfrm>
              <a:off x="8077885" y="2198599"/>
              <a:ext cx="821941" cy="190397"/>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64" tIns="25682" rIns="51364" bIns="25682" rtlCol="0">
              <a:spAutoFit/>
            </a:bodyPr>
            <a:lstStyle/>
            <a:p>
              <a:pPr defTabSz="913130">
                <a:defRPr/>
              </a:pPr>
              <a:r>
                <a:rPr lang="zh-CN" altLang="en-US" sz="900" kern="0" dirty="0">
                  <a:solidFill>
                    <a:prstClr val="black"/>
                  </a:solidFill>
                  <a:latin typeface="Calibri"/>
                  <a:ea typeface="等线" panose="02010600030101010101" pitchFamily="2" charset="-122"/>
                  <a:cs typeface="+mn-ea"/>
                  <a:sym typeface="+mn-lt"/>
                </a:rPr>
                <a:t>灵衢总线 网络</a:t>
              </a:r>
              <a:endParaRPr lang="zh-CN" altLang="en-US" sz="900" kern="0" dirty="0">
                <a:solidFill>
                  <a:prstClr val="black"/>
                </a:solidFill>
                <a:latin typeface="Calibri"/>
                <a:ea typeface="等线" panose="02010600030101010101" pitchFamily="2" charset="-122"/>
                <a:cs typeface="+mn-ea"/>
                <a:sym typeface="+mn-lt"/>
              </a:endParaRPr>
            </a:p>
          </p:txBody>
        </p:sp>
      </p:grpSp>
      <p:cxnSp>
        <p:nvCxnSpPr>
          <p:cNvPr id="1123" name="直接连接符 98"/>
          <p:cNvCxnSpPr/>
          <p:nvPr>
            <p:custDataLst>
              <p:tags r:id="rId468"/>
            </p:custDataLst>
          </p:nvPr>
        </p:nvCxnSpPr>
        <p:spPr bwMode="auto">
          <a:xfrm flipH="1" flipV="1">
            <a:off x="10056291" y="1087885"/>
            <a:ext cx="647766" cy="5857"/>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4" name="TextBox 15"/>
          <p:cNvSpPr txBox="1"/>
          <p:nvPr>
            <p:custDataLst>
              <p:tags r:id="rId469"/>
            </p:custDataLst>
          </p:nvPr>
        </p:nvSpPr>
        <p:spPr>
          <a:xfrm>
            <a:off x="10759387" y="1006205"/>
            <a:ext cx="605498" cy="190379"/>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377" tIns="25689" rIns="51377" bIns="25689" rtlCol="0">
            <a:spAutoFit/>
          </a:bodyPr>
          <a:lstStyle/>
          <a:p>
            <a:pPr defTabSz="913765">
              <a:defRPr/>
            </a:pPr>
            <a:r>
              <a:rPr lang="en-US" altLang="zh-CN" sz="900" kern="0" dirty="0">
                <a:solidFill>
                  <a:prstClr val="black"/>
                </a:solidFill>
                <a:latin typeface="Calibri"/>
                <a:ea typeface="等线" panose="02010600030101010101" pitchFamily="2" charset="-122"/>
                <a:cs typeface="+mn-ea"/>
                <a:sym typeface="+mn-lt"/>
              </a:rPr>
              <a:t>400G </a:t>
            </a:r>
            <a:r>
              <a:rPr lang="zh-CN" altLang="en-US" sz="900" kern="0" dirty="0">
                <a:solidFill>
                  <a:prstClr val="black"/>
                </a:solidFill>
                <a:latin typeface="Calibri"/>
                <a:ea typeface="等线" panose="02010600030101010101" pitchFamily="2" charset="-122"/>
                <a:cs typeface="+mn-ea"/>
                <a:sym typeface="+mn-lt"/>
              </a:rPr>
              <a:t>网络</a:t>
            </a:r>
            <a:endParaRPr lang="zh-CN" altLang="en-US" sz="900" kern="0" dirty="0">
              <a:solidFill>
                <a:prstClr val="black"/>
              </a:solidFill>
              <a:latin typeface="Calibri"/>
              <a:ea typeface="等线" panose="02010600030101010101" pitchFamily="2" charset="-122"/>
              <a:cs typeface="+mn-ea"/>
              <a:sym typeface="+mn-lt"/>
            </a:endParaRPr>
          </a:p>
        </p:txBody>
      </p:sp>
      <p:sp>
        <p:nvSpPr>
          <p:cNvPr id="2" name="矩形 1"/>
          <p:cNvSpPr/>
          <p:nvPr/>
        </p:nvSpPr>
        <p:spPr>
          <a:xfrm>
            <a:off x="5538855" y="6115184"/>
            <a:ext cx="2345023" cy="374710"/>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19" tIns="45709" rIns="91419" bIns="45709" numCol="1" spcCol="0" rtlCol="0" fromWordArt="0" anchor="ctr" anchorCtr="0" forceAA="0" compatLnSpc="1">
            <a:noAutofit/>
          </a:bodyPr>
          <a:lstStyle/>
          <a:p>
            <a:pPr algn="ctr" defTabSz="1219200"/>
            <a:r>
              <a:rPr lang="en-US" altLang="zh-CN" sz="1200" dirty="0">
                <a:solidFill>
                  <a:prstClr val="black"/>
                </a:solidFill>
                <a:latin typeface="微软雅黑"/>
                <a:ea typeface="微软雅黑"/>
              </a:rPr>
              <a:t>Atlas 950 DT </a:t>
            </a:r>
            <a:r>
              <a:rPr lang="en-US" altLang="zh-CN" sz="1200" dirty="0" err="1">
                <a:solidFill>
                  <a:prstClr val="black"/>
                </a:solidFill>
                <a:latin typeface="微软雅黑"/>
                <a:ea typeface="微软雅黑"/>
              </a:rPr>
              <a:t>SuperPod</a:t>
            </a:r>
            <a:r>
              <a:rPr lang="en-US" altLang="zh-CN" sz="1200" dirty="0">
                <a:solidFill>
                  <a:prstClr val="black"/>
                </a:solidFill>
                <a:latin typeface="微软雅黑"/>
                <a:ea typeface="微软雅黑"/>
              </a:rPr>
              <a:t> x 16</a:t>
            </a:r>
            <a:endParaRPr lang="zh-CN" altLang="en-US" sz="1200" dirty="0">
              <a:solidFill>
                <a:prstClr val="black"/>
              </a:solidFill>
              <a:latin typeface="微软雅黑"/>
              <a:ea typeface="微软雅黑"/>
            </a:endParaRPr>
          </a:p>
        </p:txBody>
      </p:sp>
      <p:sp>
        <p:nvSpPr>
          <p:cNvPr id="516" name="矩形 515"/>
          <p:cNvSpPr/>
          <p:nvPr/>
        </p:nvSpPr>
        <p:spPr>
          <a:xfrm>
            <a:off x="7918666" y="2264966"/>
            <a:ext cx="925181" cy="1164035"/>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19" tIns="45709" rIns="91419" bIns="45709" numCol="1" spcCol="0" rtlCol="0" fromWordArt="0" anchor="ctr" anchorCtr="0" forceAA="0" compatLnSpc="1">
            <a:noAutofit/>
          </a:bodyPr>
          <a:lstStyle/>
          <a:p>
            <a:pPr algn="ctr" defTabSz="1219200"/>
            <a:r>
              <a:rPr lang="zh-CN" altLang="en-US" sz="1200" dirty="0">
                <a:solidFill>
                  <a:prstClr val="black"/>
                </a:solidFill>
                <a:latin typeface="微软雅黑"/>
                <a:ea typeface="微软雅黑"/>
              </a:rPr>
              <a:t>参数面</a:t>
            </a:r>
            <a:endParaRPr lang="en-US" altLang="zh-CN" sz="1200" dirty="0">
              <a:solidFill>
                <a:prstClr val="black"/>
              </a:solidFill>
              <a:latin typeface="微软雅黑"/>
              <a:ea typeface="微软雅黑"/>
            </a:endParaRPr>
          </a:p>
          <a:p>
            <a:pPr algn="ctr" defTabSz="1219200"/>
            <a:r>
              <a:rPr lang="zh-CN" altLang="en-US" sz="1200" dirty="0">
                <a:solidFill>
                  <a:prstClr val="black"/>
                </a:solidFill>
                <a:latin typeface="微软雅黑"/>
                <a:ea typeface="微软雅黑"/>
              </a:rPr>
              <a:t>组网</a:t>
            </a:r>
            <a:endParaRPr lang="zh-CN" altLang="en-US" sz="1200" dirty="0">
              <a:solidFill>
                <a:prstClr val="black"/>
              </a:solidFill>
              <a:latin typeface="微软雅黑"/>
              <a:ea typeface="微软雅黑"/>
            </a:endParaRPr>
          </a:p>
        </p:txBody>
      </p:sp>
      <p:cxnSp>
        <p:nvCxnSpPr>
          <p:cNvPr id="517" name="直接连接符 516"/>
          <p:cNvCxnSpPr>
            <a:stCxn id="516" idx="2"/>
            <a:endCxn id="794" idx="0"/>
          </p:cNvCxnSpPr>
          <p:nvPr>
            <p:custDataLst>
              <p:tags r:id="rId470"/>
            </p:custDataLst>
          </p:nvPr>
        </p:nvCxnSpPr>
        <p:spPr>
          <a:xfrm flipH="1">
            <a:off x="5001560" y="3429001"/>
            <a:ext cx="3379697" cy="1511904"/>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 name="直接连接符 522"/>
          <p:cNvCxnSpPr>
            <a:stCxn id="516" idx="2"/>
            <a:endCxn id="795" idx="0"/>
          </p:cNvCxnSpPr>
          <p:nvPr>
            <p:custDataLst>
              <p:tags r:id="rId471"/>
            </p:custDataLst>
          </p:nvPr>
        </p:nvCxnSpPr>
        <p:spPr>
          <a:xfrm flipH="1">
            <a:off x="4636455" y="3429002"/>
            <a:ext cx="3744801" cy="1514408"/>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7" name="直接连接符 526"/>
          <p:cNvCxnSpPr>
            <a:stCxn id="516" idx="2"/>
            <a:endCxn id="796" idx="0"/>
          </p:cNvCxnSpPr>
          <p:nvPr>
            <p:custDataLst>
              <p:tags r:id="rId472"/>
            </p:custDataLst>
          </p:nvPr>
        </p:nvCxnSpPr>
        <p:spPr>
          <a:xfrm flipH="1">
            <a:off x="4058505" y="3429001"/>
            <a:ext cx="4322752" cy="1508275"/>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0" name="直接连接符 529"/>
          <p:cNvCxnSpPr>
            <a:stCxn id="516" idx="2"/>
            <a:endCxn id="797" idx="0"/>
          </p:cNvCxnSpPr>
          <p:nvPr>
            <p:custDataLst>
              <p:tags r:id="rId473"/>
            </p:custDataLst>
          </p:nvPr>
        </p:nvCxnSpPr>
        <p:spPr>
          <a:xfrm flipH="1">
            <a:off x="3665184" y="3429001"/>
            <a:ext cx="4716072" cy="1495666"/>
          </a:xfrm>
          <a:prstGeom prst="line">
            <a:avLst/>
          </a:prstGeom>
          <a:noFill/>
          <a:ln w="28575" cmpd="sng">
            <a:solidFill>
              <a:srgbClr val="7030A0"/>
            </a:solidFill>
            <a:prstDash val="lg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3" name="文本框 532"/>
          <p:cNvSpPr txBox="1"/>
          <p:nvPr/>
        </p:nvSpPr>
        <p:spPr>
          <a:xfrm>
            <a:off x="6770625" y="5170579"/>
            <a:ext cx="2058764" cy="600025"/>
          </a:xfrm>
          <a:prstGeom prst="rect">
            <a:avLst/>
          </a:prstGeom>
          <a:solidFill>
            <a:srgbClr val="FFFF00"/>
          </a:solidFill>
        </p:spPr>
        <p:txBody>
          <a:bodyPr wrap="square" rtlCol="0">
            <a:spAutoFit/>
          </a:bodyPr>
          <a:lstStyle/>
          <a:p>
            <a:pPr defTabSz="1219200"/>
            <a:r>
              <a:rPr lang="zh-CN" altLang="en-US" sz="1100" b="1" dirty="0">
                <a:solidFill>
                  <a:prstClr val="black"/>
                </a:solidFill>
                <a:latin typeface="微软雅黑" panose="020B0503020204020204" pitchFamily="34" charset="-122"/>
                <a:ea typeface="微软雅黑" panose="020B0503020204020204" pitchFamily="34" charset="-122"/>
              </a:rPr>
              <a:t>假设：</a:t>
            </a:r>
            <a:r>
              <a:rPr lang="zh-CN" altLang="en-US" sz="1100" dirty="0">
                <a:solidFill>
                  <a:prstClr val="black"/>
                </a:solidFill>
                <a:latin typeface="微软雅黑" panose="020B0503020204020204" pitchFamily="34" charset="-122"/>
                <a:ea typeface="微软雅黑" panose="020B0503020204020204" pitchFamily="34" charset="-122"/>
              </a:rPr>
              <a:t>如果是</a:t>
            </a:r>
            <a:r>
              <a:rPr lang="en-US" altLang="zh-CN" sz="1100" dirty="0">
                <a:solidFill>
                  <a:prstClr val="black"/>
                </a:solidFill>
                <a:latin typeface="微软雅黑" panose="020B0503020204020204" pitchFamily="34" charset="-122"/>
                <a:ea typeface="微软雅黑" panose="020B0503020204020204" pitchFamily="34" charset="-122"/>
              </a:rPr>
              <a:t>32N</a:t>
            </a:r>
            <a:r>
              <a:rPr lang="zh-CN" altLang="en-US" sz="1100" dirty="0">
                <a:solidFill>
                  <a:prstClr val="black"/>
                </a:solidFill>
                <a:latin typeface="微软雅黑" panose="020B0503020204020204" pitchFamily="34" charset="-122"/>
                <a:ea typeface="微软雅黑" panose="020B0503020204020204" pitchFamily="34" charset="-122"/>
              </a:rPr>
              <a:t>的，就是现在的</a:t>
            </a:r>
            <a:r>
              <a:rPr lang="en-US" altLang="zh-CN" sz="1100" dirty="0">
                <a:solidFill>
                  <a:prstClr val="black"/>
                </a:solidFill>
                <a:latin typeface="微软雅黑" panose="020B0503020204020204" pitchFamily="34" charset="-122"/>
                <a:ea typeface="微软雅黑" panose="020B0503020204020204" pitchFamily="34" charset="-122"/>
              </a:rPr>
              <a:t>SO </a:t>
            </a:r>
            <a:r>
              <a:rPr lang="zh-CN" altLang="en-US" sz="1100" dirty="0">
                <a:solidFill>
                  <a:prstClr val="black"/>
                </a:solidFill>
                <a:latin typeface="微软雅黑" panose="020B0503020204020204" pitchFamily="34" charset="-122"/>
                <a:ea typeface="微软雅黑" panose="020B0503020204020204" pitchFamily="34" charset="-122"/>
              </a:rPr>
              <a:t>数量，如果是</a:t>
            </a:r>
            <a:r>
              <a:rPr lang="en-US" altLang="zh-CN" sz="1100" dirty="0">
                <a:solidFill>
                  <a:prstClr val="black"/>
                </a:solidFill>
                <a:latin typeface="微软雅黑" panose="020B0503020204020204" pitchFamily="34" charset="-122"/>
                <a:ea typeface="微软雅黑" panose="020B0503020204020204" pitchFamily="34" charset="-122"/>
              </a:rPr>
              <a:t>16N</a:t>
            </a:r>
            <a:r>
              <a:rPr lang="zh-CN" altLang="en-US" sz="1100" dirty="0">
                <a:solidFill>
                  <a:prstClr val="black"/>
                </a:solidFill>
                <a:latin typeface="微软雅黑" panose="020B0503020204020204" pitchFamily="34" charset="-122"/>
                <a:ea typeface="微软雅黑" panose="020B0503020204020204" pitchFamily="34" charset="-122"/>
              </a:rPr>
              <a:t>，那就减半</a:t>
            </a:r>
            <a:endParaRPr lang="zh-CN" altLang="en-US" sz="11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图片 72" descr="通用服务器-蓝.png"/>
          <p:cNvPicPr>
            <a:picLocks noChangeAspect="1"/>
          </p:cNvPicPr>
          <p:nvPr>
            <p:custDataLst>
              <p:tags r:id="rId1"/>
            </p:custDataLst>
          </p:nvPr>
        </p:nvPicPr>
        <p:blipFill>
          <a:blip r:embed="rId2" cstate="print"/>
          <a:stretch>
            <a:fillRect/>
          </a:stretch>
        </p:blipFill>
        <p:spPr>
          <a:xfrm>
            <a:off x="1710976" y="5829160"/>
            <a:ext cx="367521" cy="264692"/>
          </a:xfrm>
          <a:prstGeom prst="rect">
            <a:avLst/>
          </a:prstGeom>
        </p:spPr>
      </p:pic>
      <p:pic>
        <p:nvPicPr>
          <p:cNvPr id="6" name="图片 5" descr="通用服务器-蓝.png"/>
          <p:cNvPicPr>
            <a:picLocks noChangeAspect="1"/>
          </p:cNvPicPr>
          <p:nvPr>
            <p:custDataLst>
              <p:tags r:id="rId3"/>
            </p:custDataLst>
          </p:nvPr>
        </p:nvPicPr>
        <p:blipFill>
          <a:blip r:embed="rId2" cstate="print"/>
          <a:stretch>
            <a:fillRect/>
          </a:stretch>
        </p:blipFill>
        <p:spPr>
          <a:xfrm>
            <a:off x="2376831" y="5829160"/>
            <a:ext cx="367521" cy="264692"/>
          </a:xfrm>
          <a:prstGeom prst="rect">
            <a:avLst/>
          </a:prstGeom>
        </p:spPr>
      </p:pic>
      <p:pic>
        <p:nvPicPr>
          <p:cNvPr id="9" name="图片 8" descr="通用服务器-蓝.png"/>
          <p:cNvPicPr>
            <a:picLocks noChangeAspect="1"/>
          </p:cNvPicPr>
          <p:nvPr>
            <p:custDataLst>
              <p:tags r:id="rId4"/>
            </p:custDataLst>
          </p:nvPr>
        </p:nvPicPr>
        <p:blipFill>
          <a:blip r:embed="rId2" cstate="print"/>
          <a:stretch>
            <a:fillRect/>
          </a:stretch>
        </p:blipFill>
        <p:spPr>
          <a:xfrm>
            <a:off x="3042685" y="5829160"/>
            <a:ext cx="367521" cy="264692"/>
          </a:xfrm>
          <a:prstGeom prst="rect">
            <a:avLst/>
          </a:prstGeom>
        </p:spPr>
      </p:pic>
      <p:pic>
        <p:nvPicPr>
          <p:cNvPr id="12" name="图片 11" descr="通用服务器-蓝.png"/>
          <p:cNvPicPr>
            <a:picLocks noChangeAspect="1"/>
          </p:cNvPicPr>
          <p:nvPr>
            <p:custDataLst>
              <p:tags r:id="rId5"/>
            </p:custDataLst>
          </p:nvPr>
        </p:nvPicPr>
        <p:blipFill>
          <a:blip r:embed="rId2" cstate="print"/>
          <a:stretch>
            <a:fillRect/>
          </a:stretch>
        </p:blipFill>
        <p:spPr>
          <a:xfrm>
            <a:off x="3708540" y="5829160"/>
            <a:ext cx="367521" cy="264692"/>
          </a:xfrm>
          <a:prstGeom prst="rect">
            <a:avLst/>
          </a:prstGeom>
        </p:spPr>
      </p:pic>
      <p:cxnSp>
        <p:nvCxnSpPr>
          <p:cNvPr id="14" name="直接连接符 13"/>
          <p:cNvCxnSpPr>
            <a:stCxn id="4" idx="0"/>
            <a:endCxn id="3" idx="2"/>
          </p:cNvCxnSpPr>
          <p:nvPr>
            <p:custDataLst>
              <p:tags r:id="rId6"/>
            </p:custDataLst>
          </p:nvPr>
        </p:nvCxnSpPr>
        <p:spPr>
          <a:xfrm flipV="1">
            <a:off x="1855698" y="3942515"/>
            <a:ext cx="0"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a:stCxn id="92" idx="0"/>
            <a:endCxn id="3" idx="2"/>
          </p:cNvCxnSpPr>
          <p:nvPr>
            <p:custDataLst>
              <p:tags r:id="rId7"/>
            </p:custDataLst>
          </p:nvPr>
        </p:nvCxnSpPr>
        <p:spPr>
          <a:xfrm flipH="1" flipV="1">
            <a:off x="1855701"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a:stCxn id="93" idx="0"/>
            <a:endCxn id="3" idx="2"/>
          </p:cNvCxnSpPr>
          <p:nvPr>
            <p:custDataLst>
              <p:tags r:id="rId8"/>
            </p:custDataLst>
          </p:nvPr>
        </p:nvCxnSpPr>
        <p:spPr>
          <a:xfrm flipH="1" flipV="1">
            <a:off x="1855700" y="3942515"/>
            <a:ext cx="1331710"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94" idx="0"/>
            <a:endCxn id="3" idx="2"/>
          </p:cNvCxnSpPr>
          <p:nvPr>
            <p:custDataLst>
              <p:tags r:id="rId9"/>
            </p:custDataLst>
          </p:nvPr>
        </p:nvCxnSpPr>
        <p:spPr>
          <a:xfrm flipH="1" flipV="1">
            <a:off x="185569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4" idx="0"/>
            <a:endCxn id="88" idx="2"/>
          </p:cNvCxnSpPr>
          <p:nvPr>
            <p:custDataLst>
              <p:tags r:id="rId10"/>
            </p:custDataLst>
          </p:nvPr>
        </p:nvCxnSpPr>
        <p:spPr>
          <a:xfrm flipV="1">
            <a:off x="1855701" y="3942515"/>
            <a:ext cx="665855"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4" idx="0"/>
            <a:endCxn id="89" idx="2"/>
          </p:cNvCxnSpPr>
          <p:nvPr>
            <p:custDataLst>
              <p:tags r:id="rId11"/>
            </p:custDataLst>
          </p:nvPr>
        </p:nvCxnSpPr>
        <p:spPr>
          <a:xfrm flipV="1">
            <a:off x="1855700" y="3942515"/>
            <a:ext cx="1331710"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a:stCxn id="4" idx="0"/>
            <a:endCxn id="90" idx="2"/>
          </p:cNvCxnSpPr>
          <p:nvPr>
            <p:custDataLst>
              <p:tags r:id="rId12"/>
            </p:custDataLst>
          </p:nvPr>
        </p:nvCxnSpPr>
        <p:spPr>
          <a:xfrm flipV="1">
            <a:off x="185569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a:stCxn id="92" idx="0"/>
            <a:endCxn id="88" idx="2"/>
          </p:cNvCxnSpPr>
          <p:nvPr>
            <p:custDataLst>
              <p:tags r:id="rId13"/>
            </p:custDataLst>
          </p:nvPr>
        </p:nvCxnSpPr>
        <p:spPr>
          <a:xfrm flipV="1">
            <a:off x="2521554" y="3942515"/>
            <a:ext cx="0"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93" idx="0"/>
            <a:endCxn id="88" idx="2"/>
          </p:cNvCxnSpPr>
          <p:nvPr>
            <p:custDataLst>
              <p:tags r:id="rId14"/>
            </p:custDataLst>
          </p:nvPr>
        </p:nvCxnSpPr>
        <p:spPr>
          <a:xfrm flipH="1" flipV="1">
            <a:off x="252155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a:stCxn id="94" idx="0"/>
            <a:endCxn id="88" idx="2"/>
          </p:cNvCxnSpPr>
          <p:nvPr>
            <p:custDataLst>
              <p:tags r:id="rId15"/>
            </p:custDataLst>
          </p:nvPr>
        </p:nvCxnSpPr>
        <p:spPr>
          <a:xfrm flipH="1" flipV="1">
            <a:off x="2521555"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a:stCxn id="92" idx="0"/>
            <a:endCxn id="89" idx="2"/>
          </p:cNvCxnSpPr>
          <p:nvPr>
            <p:custDataLst>
              <p:tags r:id="rId16"/>
            </p:custDataLst>
          </p:nvPr>
        </p:nvCxnSpPr>
        <p:spPr>
          <a:xfrm flipV="1">
            <a:off x="252155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a:stCxn id="93" idx="0"/>
            <a:endCxn id="89" idx="2"/>
          </p:cNvCxnSpPr>
          <p:nvPr>
            <p:custDataLst>
              <p:tags r:id="rId17"/>
            </p:custDataLst>
          </p:nvPr>
        </p:nvCxnSpPr>
        <p:spPr>
          <a:xfrm flipV="1">
            <a:off x="3187408"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a:stCxn id="94" idx="0"/>
            <a:endCxn id="89" idx="2"/>
          </p:cNvCxnSpPr>
          <p:nvPr>
            <p:custDataLst>
              <p:tags r:id="rId18"/>
            </p:custDataLst>
          </p:nvPr>
        </p:nvCxnSpPr>
        <p:spPr>
          <a:xfrm flipH="1" flipV="1">
            <a:off x="3187409"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a:stCxn id="92" idx="0"/>
            <a:endCxn id="90" idx="2"/>
          </p:cNvCxnSpPr>
          <p:nvPr>
            <p:custDataLst>
              <p:tags r:id="rId19"/>
            </p:custDataLst>
          </p:nvPr>
        </p:nvCxnSpPr>
        <p:spPr>
          <a:xfrm flipV="1">
            <a:off x="2521555"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a:stCxn id="93" idx="0"/>
            <a:endCxn id="90" idx="2"/>
          </p:cNvCxnSpPr>
          <p:nvPr>
            <p:custDataLst>
              <p:tags r:id="rId20"/>
            </p:custDataLst>
          </p:nvPr>
        </p:nvCxnSpPr>
        <p:spPr>
          <a:xfrm flipV="1">
            <a:off x="3187409"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29" name="直接连接符 28"/>
          <p:cNvCxnSpPr>
            <a:stCxn id="94" idx="0"/>
            <a:endCxn id="90" idx="2"/>
          </p:cNvCxnSpPr>
          <p:nvPr>
            <p:custDataLst>
              <p:tags r:id="rId21"/>
            </p:custDataLst>
          </p:nvPr>
        </p:nvCxnSpPr>
        <p:spPr>
          <a:xfrm flipV="1">
            <a:off x="3853263"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0" name="直接连接符 29"/>
          <p:cNvCxnSpPr>
            <a:stCxn id="73" idx="0"/>
            <a:endCxn id="4" idx="2"/>
          </p:cNvCxnSpPr>
          <p:nvPr>
            <p:custDataLst>
              <p:tags r:id="rId22"/>
            </p:custDataLst>
          </p:nvPr>
        </p:nvCxnSpPr>
        <p:spPr>
          <a:xfrm flipH="1" flipV="1">
            <a:off x="1855701" y="4979700"/>
            <a:ext cx="39036"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a:stCxn id="6" idx="0"/>
            <a:endCxn id="4" idx="2"/>
          </p:cNvCxnSpPr>
          <p:nvPr>
            <p:custDataLst>
              <p:tags r:id="rId23"/>
            </p:custDataLst>
          </p:nvPr>
        </p:nvCxnSpPr>
        <p:spPr>
          <a:xfrm flipH="1" flipV="1">
            <a:off x="1855701" y="4979700"/>
            <a:ext cx="704891"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a:stCxn id="73" idx="0"/>
            <a:endCxn id="92" idx="2"/>
          </p:cNvCxnSpPr>
          <p:nvPr>
            <p:custDataLst>
              <p:tags r:id="rId24"/>
            </p:custDataLst>
          </p:nvPr>
        </p:nvCxnSpPr>
        <p:spPr>
          <a:xfrm flipV="1">
            <a:off x="1894738" y="4979700"/>
            <a:ext cx="626818"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3" name="直接连接符 32"/>
          <p:cNvCxnSpPr>
            <a:stCxn id="6" idx="0"/>
            <a:endCxn id="92" idx="2"/>
          </p:cNvCxnSpPr>
          <p:nvPr>
            <p:custDataLst>
              <p:tags r:id="rId25"/>
            </p:custDataLst>
          </p:nvPr>
        </p:nvCxnSpPr>
        <p:spPr>
          <a:xfrm flipH="1" flipV="1">
            <a:off x="2521555" y="4979700"/>
            <a:ext cx="39037"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9" idx="0"/>
            <a:endCxn id="93" idx="2"/>
          </p:cNvCxnSpPr>
          <p:nvPr>
            <p:custDataLst>
              <p:tags r:id="rId26"/>
            </p:custDataLst>
          </p:nvPr>
        </p:nvCxnSpPr>
        <p:spPr>
          <a:xfrm flipH="1" flipV="1">
            <a:off x="3187410" y="4979700"/>
            <a:ext cx="39036"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5" name="直接连接符 34"/>
          <p:cNvCxnSpPr>
            <a:stCxn id="12" idx="0"/>
            <a:endCxn id="93" idx="2"/>
          </p:cNvCxnSpPr>
          <p:nvPr>
            <p:custDataLst>
              <p:tags r:id="rId27"/>
            </p:custDataLst>
          </p:nvPr>
        </p:nvCxnSpPr>
        <p:spPr>
          <a:xfrm flipH="1" flipV="1">
            <a:off x="3187410" y="4979700"/>
            <a:ext cx="704891"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9" idx="0"/>
            <a:endCxn id="94" idx="2"/>
          </p:cNvCxnSpPr>
          <p:nvPr>
            <p:custDataLst>
              <p:tags r:id="rId28"/>
            </p:custDataLst>
          </p:nvPr>
        </p:nvCxnSpPr>
        <p:spPr>
          <a:xfrm flipV="1">
            <a:off x="3226446" y="4979700"/>
            <a:ext cx="626819"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37" name="直接连接符 36"/>
          <p:cNvCxnSpPr>
            <a:stCxn id="12" idx="0"/>
            <a:endCxn id="94" idx="2"/>
          </p:cNvCxnSpPr>
          <p:nvPr>
            <p:custDataLst>
              <p:tags r:id="rId29"/>
            </p:custDataLst>
          </p:nvPr>
        </p:nvCxnSpPr>
        <p:spPr>
          <a:xfrm flipH="1" flipV="1">
            <a:off x="3853265" y="4979700"/>
            <a:ext cx="39036"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sp>
        <p:nvSpPr>
          <p:cNvPr id="38" name="文本框 37"/>
          <p:cNvSpPr txBox="1"/>
          <p:nvPr>
            <p:custDataLst>
              <p:tags r:id="rId30"/>
            </p:custDataLst>
          </p:nvPr>
        </p:nvSpPr>
        <p:spPr>
          <a:xfrm>
            <a:off x="1486907" y="5507337"/>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Server01</a:t>
            </a:r>
            <a:endParaRPr lang="en-US" altLang="zh-CN" sz="1200">
              <a:solidFill>
                <a:prstClr val="black"/>
              </a:solidFill>
              <a:latin typeface="Calibri"/>
              <a:ea typeface="宋体"/>
            </a:endParaRPr>
          </a:p>
        </p:txBody>
      </p:sp>
      <p:sp>
        <p:nvSpPr>
          <p:cNvPr id="39" name="文本框 38"/>
          <p:cNvSpPr txBox="1"/>
          <p:nvPr>
            <p:custDataLst>
              <p:tags r:id="rId31"/>
            </p:custDataLst>
          </p:nvPr>
        </p:nvSpPr>
        <p:spPr>
          <a:xfrm>
            <a:off x="2204177" y="5507337"/>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Server2</a:t>
            </a:r>
            <a:endParaRPr lang="en-US" altLang="zh-CN" sz="1200">
              <a:solidFill>
                <a:prstClr val="black"/>
              </a:solidFill>
              <a:latin typeface="Calibri"/>
              <a:ea typeface="宋体"/>
            </a:endParaRPr>
          </a:p>
        </p:txBody>
      </p:sp>
      <p:sp>
        <p:nvSpPr>
          <p:cNvPr id="40" name="文本框 39"/>
          <p:cNvSpPr txBox="1"/>
          <p:nvPr>
            <p:custDataLst>
              <p:tags r:id="rId32"/>
            </p:custDataLst>
          </p:nvPr>
        </p:nvSpPr>
        <p:spPr>
          <a:xfrm>
            <a:off x="2897962" y="5507337"/>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Server3</a:t>
            </a:r>
            <a:endParaRPr lang="en-US" altLang="zh-CN" sz="1200">
              <a:solidFill>
                <a:prstClr val="black"/>
              </a:solidFill>
              <a:latin typeface="Calibri"/>
              <a:ea typeface="宋体"/>
            </a:endParaRPr>
          </a:p>
        </p:txBody>
      </p:sp>
      <p:sp>
        <p:nvSpPr>
          <p:cNvPr id="43" name="文本框 42"/>
          <p:cNvSpPr txBox="1"/>
          <p:nvPr>
            <p:custDataLst>
              <p:tags r:id="rId33"/>
            </p:custDataLst>
          </p:nvPr>
        </p:nvSpPr>
        <p:spPr>
          <a:xfrm>
            <a:off x="2046125" y="5660947"/>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44" name="文本框 43"/>
          <p:cNvSpPr txBox="1"/>
          <p:nvPr>
            <p:custDataLst>
              <p:tags r:id="rId34"/>
            </p:custDataLst>
          </p:nvPr>
        </p:nvSpPr>
        <p:spPr>
          <a:xfrm>
            <a:off x="2740543" y="5660947"/>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45" name="文本框 44"/>
          <p:cNvSpPr txBox="1"/>
          <p:nvPr>
            <p:custDataLst>
              <p:tags r:id="rId35"/>
            </p:custDataLst>
          </p:nvPr>
        </p:nvSpPr>
        <p:spPr>
          <a:xfrm>
            <a:off x="3412111" y="5660947"/>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64" name="矩形 63"/>
          <p:cNvSpPr/>
          <p:nvPr>
            <p:custDataLst>
              <p:tags r:id="rId36"/>
            </p:custDataLst>
          </p:nvPr>
        </p:nvSpPr>
        <p:spPr>
          <a:xfrm>
            <a:off x="1526263" y="5369599"/>
            <a:ext cx="5653101" cy="1021951"/>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65" name="文本框 64"/>
          <p:cNvSpPr txBox="1"/>
          <p:nvPr>
            <p:custDataLst>
              <p:tags r:id="rId37"/>
            </p:custDataLst>
          </p:nvPr>
        </p:nvSpPr>
        <p:spPr>
          <a:xfrm>
            <a:off x="4076063" y="6124317"/>
            <a:ext cx="848665" cy="275482"/>
          </a:xfrm>
          <a:prstGeom prst="rect">
            <a:avLst/>
          </a:prstGeom>
          <a:noFill/>
        </p:spPr>
        <p:txBody>
          <a:bodyPr wrap="square" rtlCol="0">
            <a:spAutoFit/>
          </a:bodyPr>
          <a:lstStyle/>
          <a:p>
            <a:pPr defTabSz="913765">
              <a:defRPr/>
            </a:pPr>
            <a:r>
              <a:rPr lang="zh-CN" altLang="en-US" sz="1200" b="1">
                <a:solidFill>
                  <a:srgbClr val="C00000"/>
                </a:solidFill>
                <a:latin typeface="Calibri"/>
                <a:ea typeface="宋体"/>
              </a:rPr>
              <a:t>计算节点</a:t>
            </a:r>
            <a:endParaRPr lang="zh-CN" altLang="en-US" sz="1200" b="1">
              <a:solidFill>
                <a:srgbClr val="C00000"/>
              </a:solidFill>
              <a:latin typeface="Calibri"/>
              <a:ea typeface="宋体"/>
            </a:endParaRPr>
          </a:p>
        </p:txBody>
      </p:sp>
      <p:pic>
        <p:nvPicPr>
          <p:cNvPr id="3" name="图片 2" descr="CE12800交换机-蓝.png"/>
          <p:cNvPicPr>
            <a:picLocks noChangeAspect="1"/>
          </p:cNvPicPr>
          <p:nvPr>
            <p:custDataLst>
              <p:tags r:id="rId38"/>
            </p:custDataLst>
          </p:nvPr>
        </p:nvPicPr>
        <p:blipFill>
          <a:blip r:embed="rId39" cstate="print"/>
          <a:stretch>
            <a:fillRect/>
          </a:stretch>
        </p:blipFill>
        <p:spPr>
          <a:xfrm>
            <a:off x="1671620" y="3652433"/>
            <a:ext cx="367521" cy="290081"/>
          </a:xfrm>
          <a:prstGeom prst="rect">
            <a:avLst/>
          </a:prstGeom>
        </p:spPr>
      </p:pic>
      <p:pic>
        <p:nvPicPr>
          <p:cNvPr id="88" name="图片 87" descr="CE12800交换机-蓝.png"/>
          <p:cNvPicPr>
            <a:picLocks noChangeAspect="1"/>
          </p:cNvPicPr>
          <p:nvPr>
            <p:custDataLst>
              <p:tags r:id="rId40"/>
            </p:custDataLst>
          </p:nvPr>
        </p:nvPicPr>
        <p:blipFill>
          <a:blip r:embed="rId39" cstate="print"/>
          <a:stretch>
            <a:fillRect/>
          </a:stretch>
        </p:blipFill>
        <p:spPr>
          <a:xfrm>
            <a:off x="2337477" y="3652433"/>
            <a:ext cx="367521" cy="290081"/>
          </a:xfrm>
          <a:prstGeom prst="rect">
            <a:avLst/>
          </a:prstGeom>
        </p:spPr>
      </p:pic>
      <p:pic>
        <p:nvPicPr>
          <p:cNvPr id="89" name="图片 88" descr="CE12800交换机-蓝.png"/>
          <p:cNvPicPr>
            <a:picLocks noChangeAspect="1"/>
          </p:cNvPicPr>
          <p:nvPr>
            <p:custDataLst>
              <p:tags r:id="rId41"/>
            </p:custDataLst>
          </p:nvPr>
        </p:nvPicPr>
        <p:blipFill>
          <a:blip r:embed="rId39" cstate="print"/>
          <a:stretch>
            <a:fillRect/>
          </a:stretch>
        </p:blipFill>
        <p:spPr>
          <a:xfrm>
            <a:off x="3003330" y="3652433"/>
            <a:ext cx="367521" cy="290081"/>
          </a:xfrm>
          <a:prstGeom prst="rect">
            <a:avLst/>
          </a:prstGeom>
        </p:spPr>
      </p:pic>
      <p:pic>
        <p:nvPicPr>
          <p:cNvPr id="90" name="图片 89" descr="CE12800交换机-蓝.png"/>
          <p:cNvPicPr>
            <a:picLocks noChangeAspect="1"/>
          </p:cNvPicPr>
          <p:nvPr>
            <p:custDataLst>
              <p:tags r:id="rId42"/>
            </p:custDataLst>
          </p:nvPr>
        </p:nvPicPr>
        <p:blipFill>
          <a:blip r:embed="rId39" cstate="print"/>
          <a:stretch>
            <a:fillRect/>
          </a:stretch>
        </p:blipFill>
        <p:spPr>
          <a:xfrm>
            <a:off x="3669185" y="3652433"/>
            <a:ext cx="367521" cy="290081"/>
          </a:xfrm>
          <a:prstGeom prst="rect">
            <a:avLst/>
          </a:prstGeom>
        </p:spPr>
      </p:pic>
      <p:pic>
        <p:nvPicPr>
          <p:cNvPr id="4" name="图片 3" descr="TOR交换机-蓝.png"/>
          <p:cNvPicPr>
            <a:picLocks noChangeAspect="1"/>
          </p:cNvPicPr>
          <p:nvPr>
            <p:custDataLst>
              <p:tags r:id="rId43"/>
            </p:custDataLst>
          </p:nvPr>
        </p:nvPicPr>
        <p:blipFill>
          <a:blip r:embed="rId44" cstate="print"/>
          <a:stretch>
            <a:fillRect/>
          </a:stretch>
        </p:blipFill>
        <p:spPr>
          <a:xfrm>
            <a:off x="1671623" y="4688348"/>
            <a:ext cx="368156" cy="291351"/>
          </a:xfrm>
          <a:prstGeom prst="rect">
            <a:avLst/>
          </a:prstGeom>
        </p:spPr>
      </p:pic>
      <p:pic>
        <p:nvPicPr>
          <p:cNvPr id="92" name="图片 91" descr="TOR交换机-蓝.png"/>
          <p:cNvPicPr>
            <a:picLocks noChangeAspect="1"/>
          </p:cNvPicPr>
          <p:nvPr>
            <p:custDataLst>
              <p:tags r:id="rId45"/>
            </p:custDataLst>
          </p:nvPr>
        </p:nvPicPr>
        <p:blipFill>
          <a:blip r:embed="rId44" cstate="print"/>
          <a:stretch>
            <a:fillRect/>
          </a:stretch>
        </p:blipFill>
        <p:spPr>
          <a:xfrm>
            <a:off x="2337477" y="4688348"/>
            <a:ext cx="368156" cy="291351"/>
          </a:xfrm>
          <a:prstGeom prst="rect">
            <a:avLst/>
          </a:prstGeom>
        </p:spPr>
      </p:pic>
      <p:pic>
        <p:nvPicPr>
          <p:cNvPr id="93" name="图片 92" descr="TOR交换机-蓝.png"/>
          <p:cNvPicPr>
            <a:picLocks noChangeAspect="1"/>
          </p:cNvPicPr>
          <p:nvPr>
            <p:custDataLst>
              <p:tags r:id="rId46"/>
            </p:custDataLst>
          </p:nvPr>
        </p:nvPicPr>
        <p:blipFill>
          <a:blip r:embed="rId44" cstate="print"/>
          <a:stretch>
            <a:fillRect/>
          </a:stretch>
        </p:blipFill>
        <p:spPr>
          <a:xfrm>
            <a:off x="3003333" y="4688348"/>
            <a:ext cx="368156" cy="291351"/>
          </a:xfrm>
          <a:prstGeom prst="rect">
            <a:avLst/>
          </a:prstGeom>
        </p:spPr>
      </p:pic>
      <p:pic>
        <p:nvPicPr>
          <p:cNvPr id="94" name="图片 93" descr="TOR交换机-蓝.png"/>
          <p:cNvPicPr>
            <a:picLocks noChangeAspect="1"/>
          </p:cNvPicPr>
          <p:nvPr>
            <p:custDataLst>
              <p:tags r:id="rId47"/>
            </p:custDataLst>
          </p:nvPr>
        </p:nvPicPr>
        <p:blipFill>
          <a:blip r:embed="rId44" cstate="print"/>
          <a:stretch>
            <a:fillRect/>
          </a:stretch>
        </p:blipFill>
        <p:spPr>
          <a:xfrm>
            <a:off x="3669188" y="4688348"/>
            <a:ext cx="368156" cy="291351"/>
          </a:xfrm>
          <a:prstGeom prst="rect">
            <a:avLst/>
          </a:prstGeom>
        </p:spPr>
      </p:pic>
      <p:pic>
        <p:nvPicPr>
          <p:cNvPr id="57" name="图片 56" descr="通用服务器-蓝.png"/>
          <p:cNvPicPr>
            <a:picLocks noChangeAspect="1"/>
          </p:cNvPicPr>
          <p:nvPr>
            <p:custDataLst>
              <p:tags r:id="rId48"/>
            </p:custDataLst>
          </p:nvPr>
        </p:nvPicPr>
        <p:blipFill>
          <a:blip r:embed="rId2" cstate="print"/>
          <a:stretch>
            <a:fillRect/>
          </a:stretch>
        </p:blipFill>
        <p:spPr>
          <a:xfrm>
            <a:off x="4374395" y="5829160"/>
            <a:ext cx="367521" cy="264692"/>
          </a:xfrm>
          <a:prstGeom prst="rect">
            <a:avLst/>
          </a:prstGeom>
        </p:spPr>
      </p:pic>
      <p:pic>
        <p:nvPicPr>
          <p:cNvPr id="58" name="图片 57" descr="通用服务器-蓝.png"/>
          <p:cNvPicPr>
            <a:picLocks noChangeAspect="1"/>
          </p:cNvPicPr>
          <p:nvPr>
            <p:custDataLst>
              <p:tags r:id="rId49"/>
            </p:custDataLst>
          </p:nvPr>
        </p:nvPicPr>
        <p:blipFill>
          <a:blip r:embed="rId2" cstate="print"/>
          <a:stretch>
            <a:fillRect/>
          </a:stretch>
        </p:blipFill>
        <p:spPr>
          <a:xfrm>
            <a:off x="5040251" y="5829160"/>
            <a:ext cx="367521" cy="264692"/>
          </a:xfrm>
          <a:prstGeom prst="rect">
            <a:avLst/>
          </a:prstGeom>
        </p:spPr>
      </p:pic>
      <p:pic>
        <p:nvPicPr>
          <p:cNvPr id="66" name="图片 65" descr="通用服务器-蓝.png"/>
          <p:cNvPicPr>
            <a:picLocks noChangeAspect="1"/>
          </p:cNvPicPr>
          <p:nvPr>
            <p:custDataLst>
              <p:tags r:id="rId50"/>
            </p:custDataLst>
          </p:nvPr>
        </p:nvPicPr>
        <p:blipFill>
          <a:blip r:embed="rId2" cstate="print"/>
          <a:stretch>
            <a:fillRect/>
          </a:stretch>
        </p:blipFill>
        <p:spPr>
          <a:xfrm>
            <a:off x="5706105" y="5829160"/>
            <a:ext cx="367521" cy="264692"/>
          </a:xfrm>
          <a:prstGeom prst="rect">
            <a:avLst/>
          </a:prstGeom>
        </p:spPr>
      </p:pic>
      <p:pic>
        <p:nvPicPr>
          <p:cNvPr id="67" name="图片 66" descr="通用服务器-蓝.png"/>
          <p:cNvPicPr>
            <a:picLocks noChangeAspect="1"/>
          </p:cNvPicPr>
          <p:nvPr>
            <p:custDataLst>
              <p:tags r:id="rId51"/>
            </p:custDataLst>
          </p:nvPr>
        </p:nvPicPr>
        <p:blipFill>
          <a:blip r:embed="rId2" cstate="print"/>
          <a:stretch>
            <a:fillRect/>
          </a:stretch>
        </p:blipFill>
        <p:spPr>
          <a:xfrm>
            <a:off x="6371960" y="5829160"/>
            <a:ext cx="367521" cy="264692"/>
          </a:xfrm>
          <a:prstGeom prst="rect">
            <a:avLst/>
          </a:prstGeom>
        </p:spPr>
      </p:pic>
      <p:cxnSp>
        <p:nvCxnSpPr>
          <p:cNvPr id="68" name="直接连接符 67"/>
          <p:cNvCxnSpPr>
            <a:stCxn id="119" idx="0"/>
            <a:endCxn id="115" idx="2"/>
          </p:cNvCxnSpPr>
          <p:nvPr>
            <p:custDataLst>
              <p:tags r:id="rId52"/>
            </p:custDataLst>
          </p:nvPr>
        </p:nvCxnSpPr>
        <p:spPr>
          <a:xfrm flipV="1">
            <a:off x="4519118"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120" idx="0"/>
            <a:endCxn id="115" idx="2"/>
          </p:cNvCxnSpPr>
          <p:nvPr>
            <p:custDataLst>
              <p:tags r:id="rId53"/>
            </p:custDataLst>
          </p:nvPr>
        </p:nvCxnSpPr>
        <p:spPr>
          <a:xfrm flipH="1" flipV="1">
            <a:off x="4519120"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a:stCxn id="121" idx="0"/>
            <a:endCxn id="115" idx="2"/>
          </p:cNvCxnSpPr>
          <p:nvPr>
            <p:custDataLst>
              <p:tags r:id="rId54"/>
            </p:custDataLst>
          </p:nvPr>
        </p:nvCxnSpPr>
        <p:spPr>
          <a:xfrm flipH="1" flipV="1">
            <a:off x="4519118"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1" name="直接连接符 70"/>
          <p:cNvCxnSpPr>
            <a:stCxn id="122" idx="0"/>
            <a:endCxn id="115" idx="2"/>
          </p:cNvCxnSpPr>
          <p:nvPr>
            <p:custDataLst>
              <p:tags r:id="rId55"/>
            </p:custDataLst>
          </p:nvPr>
        </p:nvCxnSpPr>
        <p:spPr>
          <a:xfrm flipH="1" flipV="1">
            <a:off x="451911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2" name="直接连接符 71"/>
          <p:cNvCxnSpPr>
            <a:stCxn id="119" idx="0"/>
            <a:endCxn id="116" idx="2"/>
          </p:cNvCxnSpPr>
          <p:nvPr>
            <p:custDataLst>
              <p:tags r:id="rId56"/>
            </p:custDataLst>
          </p:nvPr>
        </p:nvCxnSpPr>
        <p:spPr>
          <a:xfrm flipV="1">
            <a:off x="4519120"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119" idx="0"/>
            <a:endCxn id="117" idx="2"/>
          </p:cNvCxnSpPr>
          <p:nvPr>
            <p:custDataLst>
              <p:tags r:id="rId57"/>
            </p:custDataLst>
          </p:nvPr>
        </p:nvCxnSpPr>
        <p:spPr>
          <a:xfrm flipV="1">
            <a:off x="4519118"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a:stCxn id="119" idx="0"/>
            <a:endCxn id="118" idx="2"/>
          </p:cNvCxnSpPr>
          <p:nvPr>
            <p:custDataLst>
              <p:tags r:id="rId58"/>
            </p:custDataLst>
          </p:nvPr>
        </p:nvCxnSpPr>
        <p:spPr>
          <a:xfrm flipV="1">
            <a:off x="451911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120" idx="0"/>
            <a:endCxn id="116" idx="2"/>
          </p:cNvCxnSpPr>
          <p:nvPr>
            <p:custDataLst>
              <p:tags r:id="rId59"/>
            </p:custDataLst>
          </p:nvPr>
        </p:nvCxnSpPr>
        <p:spPr>
          <a:xfrm flipV="1">
            <a:off x="5184972"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7" name="直接连接符 76"/>
          <p:cNvCxnSpPr>
            <a:stCxn id="121" idx="0"/>
            <a:endCxn id="116" idx="2"/>
          </p:cNvCxnSpPr>
          <p:nvPr>
            <p:custDataLst>
              <p:tags r:id="rId60"/>
            </p:custDataLst>
          </p:nvPr>
        </p:nvCxnSpPr>
        <p:spPr>
          <a:xfrm flipH="1" flipV="1">
            <a:off x="518497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8" name="直接连接符 77"/>
          <p:cNvCxnSpPr>
            <a:stCxn id="122" idx="0"/>
            <a:endCxn id="116" idx="2"/>
          </p:cNvCxnSpPr>
          <p:nvPr>
            <p:custDataLst>
              <p:tags r:id="rId61"/>
            </p:custDataLst>
          </p:nvPr>
        </p:nvCxnSpPr>
        <p:spPr>
          <a:xfrm flipH="1" flipV="1">
            <a:off x="5184974"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79" name="直接连接符 78"/>
          <p:cNvCxnSpPr>
            <a:stCxn id="120" idx="0"/>
            <a:endCxn id="117" idx="2"/>
          </p:cNvCxnSpPr>
          <p:nvPr>
            <p:custDataLst>
              <p:tags r:id="rId62"/>
            </p:custDataLst>
          </p:nvPr>
        </p:nvCxnSpPr>
        <p:spPr>
          <a:xfrm flipV="1">
            <a:off x="518497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0" name="直接连接符 79"/>
          <p:cNvCxnSpPr>
            <a:stCxn id="121" idx="0"/>
            <a:endCxn id="117" idx="2"/>
          </p:cNvCxnSpPr>
          <p:nvPr>
            <p:custDataLst>
              <p:tags r:id="rId63"/>
            </p:custDataLst>
          </p:nvPr>
        </p:nvCxnSpPr>
        <p:spPr>
          <a:xfrm flipV="1">
            <a:off x="5850827"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1" name="直接连接符 80"/>
          <p:cNvCxnSpPr>
            <a:stCxn id="122" idx="0"/>
            <a:endCxn id="117" idx="2"/>
          </p:cNvCxnSpPr>
          <p:nvPr>
            <p:custDataLst>
              <p:tags r:id="rId64"/>
            </p:custDataLst>
          </p:nvPr>
        </p:nvCxnSpPr>
        <p:spPr>
          <a:xfrm flipH="1" flipV="1">
            <a:off x="5850829"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120" idx="0"/>
            <a:endCxn id="118" idx="2"/>
          </p:cNvCxnSpPr>
          <p:nvPr>
            <p:custDataLst>
              <p:tags r:id="rId65"/>
            </p:custDataLst>
          </p:nvPr>
        </p:nvCxnSpPr>
        <p:spPr>
          <a:xfrm flipV="1">
            <a:off x="5184974"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3" name="直接连接符 82"/>
          <p:cNvCxnSpPr>
            <a:stCxn id="121" idx="0"/>
            <a:endCxn id="118" idx="2"/>
          </p:cNvCxnSpPr>
          <p:nvPr>
            <p:custDataLst>
              <p:tags r:id="rId66"/>
            </p:custDataLst>
          </p:nvPr>
        </p:nvCxnSpPr>
        <p:spPr>
          <a:xfrm flipV="1">
            <a:off x="5850829"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4" name="直接连接符 83"/>
          <p:cNvCxnSpPr>
            <a:stCxn id="122" idx="0"/>
            <a:endCxn id="118" idx="2"/>
          </p:cNvCxnSpPr>
          <p:nvPr>
            <p:custDataLst>
              <p:tags r:id="rId67"/>
            </p:custDataLst>
          </p:nvPr>
        </p:nvCxnSpPr>
        <p:spPr>
          <a:xfrm flipV="1">
            <a:off x="6516683" y="3942515"/>
            <a:ext cx="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85" name="直接连接符 84"/>
          <p:cNvCxnSpPr>
            <a:stCxn id="57" idx="0"/>
            <a:endCxn id="119" idx="2"/>
          </p:cNvCxnSpPr>
          <p:nvPr>
            <p:custDataLst>
              <p:tags r:id="rId68"/>
            </p:custDataLst>
          </p:nvPr>
        </p:nvCxnSpPr>
        <p:spPr>
          <a:xfrm flipH="1" flipV="1">
            <a:off x="4519121" y="4979700"/>
            <a:ext cx="39035"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86" name="直接连接符 85"/>
          <p:cNvCxnSpPr>
            <a:stCxn id="58" idx="0"/>
            <a:endCxn id="119" idx="2"/>
          </p:cNvCxnSpPr>
          <p:nvPr>
            <p:custDataLst>
              <p:tags r:id="rId69"/>
            </p:custDataLst>
          </p:nvPr>
        </p:nvCxnSpPr>
        <p:spPr>
          <a:xfrm flipH="1" flipV="1">
            <a:off x="4519120" y="4979700"/>
            <a:ext cx="704891"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95" name="直接连接符 94"/>
          <p:cNvCxnSpPr>
            <a:stCxn id="57" idx="0"/>
            <a:endCxn id="120" idx="2"/>
          </p:cNvCxnSpPr>
          <p:nvPr>
            <p:custDataLst>
              <p:tags r:id="rId70"/>
            </p:custDataLst>
          </p:nvPr>
        </p:nvCxnSpPr>
        <p:spPr>
          <a:xfrm flipV="1">
            <a:off x="4558155" y="4979700"/>
            <a:ext cx="626819"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96" name="直接连接符 95"/>
          <p:cNvCxnSpPr>
            <a:stCxn id="58" idx="0"/>
            <a:endCxn id="120" idx="2"/>
          </p:cNvCxnSpPr>
          <p:nvPr>
            <p:custDataLst>
              <p:tags r:id="rId71"/>
            </p:custDataLst>
          </p:nvPr>
        </p:nvCxnSpPr>
        <p:spPr>
          <a:xfrm flipH="1" flipV="1">
            <a:off x="5184974" y="4979700"/>
            <a:ext cx="39037"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97" name="直接连接符 96"/>
          <p:cNvCxnSpPr>
            <a:stCxn id="66" idx="0"/>
            <a:endCxn id="121" idx="2"/>
          </p:cNvCxnSpPr>
          <p:nvPr>
            <p:custDataLst>
              <p:tags r:id="rId72"/>
            </p:custDataLst>
          </p:nvPr>
        </p:nvCxnSpPr>
        <p:spPr>
          <a:xfrm flipH="1" flipV="1">
            <a:off x="5850830" y="4979700"/>
            <a:ext cx="39036"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98" name="直接连接符 97"/>
          <p:cNvCxnSpPr>
            <a:stCxn id="67" idx="0"/>
            <a:endCxn id="121" idx="2"/>
          </p:cNvCxnSpPr>
          <p:nvPr>
            <p:custDataLst>
              <p:tags r:id="rId73"/>
            </p:custDataLst>
          </p:nvPr>
        </p:nvCxnSpPr>
        <p:spPr>
          <a:xfrm flipH="1" flipV="1">
            <a:off x="5850829" y="4979700"/>
            <a:ext cx="704891"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99" name="直接连接符 98"/>
          <p:cNvCxnSpPr>
            <a:stCxn id="66" idx="0"/>
            <a:endCxn id="122" idx="2"/>
          </p:cNvCxnSpPr>
          <p:nvPr>
            <p:custDataLst>
              <p:tags r:id="rId74"/>
            </p:custDataLst>
          </p:nvPr>
        </p:nvCxnSpPr>
        <p:spPr>
          <a:xfrm flipV="1">
            <a:off x="5889865" y="4979700"/>
            <a:ext cx="626819"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cxnSp>
        <p:nvCxnSpPr>
          <p:cNvPr id="100" name="直接连接符 99"/>
          <p:cNvCxnSpPr>
            <a:stCxn id="67" idx="0"/>
            <a:endCxn id="122" idx="2"/>
          </p:cNvCxnSpPr>
          <p:nvPr>
            <p:custDataLst>
              <p:tags r:id="rId75"/>
            </p:custDataLst>
          </p:nvPr>
        </p:nvCxnSpPr>
        <p:spPr>
          <a:xfrm flipH="1" flipV="1">
            <a:off x="6516685" y="4979700"/>
            <a:ext cx="39036" cy="849459"/>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sp>
        <p:nvSpPr>
          <p:cNvPr id="102" name="文本框 101"/>
          <p:cNvSpPr txBox="1"/>
          <p:nvPr>
            <p:custDataLst>
              <p:tags r:id="rId76"/>
            </p:custDataLst>
          </p:nvPr>
        </p:nvSpPr>
        <p:spPr>
          <a:xfrm>
            <a:off x="4795284" y="5507337"/>
            <a:ext cx="81629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Server126</a:t>
            </a:r>
            <a:endParaRPr lang="en-US" altLang="zh-CN" sz="1200" dirty="0">
              <a:solidFill>
                <a:prstClr val="black"/>
              </a:solidFill>
              <a:latin typeface="Calibri"/>
              <a:ea typeface="宋体"/>
            </a:endParaRPr>
          </a:p>
        </p:txBody>
      </p:sp>
      <p:sp>
        <p:nvSpPr>
          <p:cNvPr id="103" name="文本框 102"/>
          <p:cNvSpPr txBox="1"/>
          <p:nvPr>
            <p:custDataLst>
              <p:tags r:id="rId77"/>
            </p:custDataLst>
          </p:nvPr>
        </p:nvSpPr>
        <p:spPr>
          <a:xfrm>
            <a:off x="5524566" y="5507337"/>
            <a:ext cx="81629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Server127</a:t>
            </a:r>
            <a:endParaRPr lang="en-US" altLang="zh-CN" sz="1200" dirty="0">
              <a:solidFill>
                <a:prstClr val="black"/>
              </a:solidFill>
              <a:latin typeface="Calibri"/>
              <a:ea typeface="宋体"/>
            </a:endParaRPr>
          </a:p>
        </p:txBody>
      </p:sp>
      <p:sp>
        <p:nvSpPr>
          <p:cNvPr id="104" name="文本框 103"/>
          <p:cNvSpPr txBox="1"/>
          <p:nvPr>
            <p:custDataLst>
              <p:tags r:id="rId78"/>
            </p:custDataLst>
          </p:nvPr>
        </p:nvSpPr>
        <p:spPr>
          <a:xfrm>
            <a:off x="6244279" y="5507337"/>
            <a:ext cx="98450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Server128</a:t>
            </a:r>
            <a:endParaRPr lang="en-US" altLang="zh-CN" sz="1200" dirty="0">
              <a:solidFill>
                <a:prstClr val="black"/>
              </a:solidFill>
              <a:latin typeface="Calibri"/>
              <a:ea typeface="宋体"/>
            </a:endParaRPr>
          </a:p>
        </p:txBody>
      </p:sp>
      <p:sp>
        <p:nvSpPr>
          <p:cNvPr id="105" name="文本框 104"/>
          <p:cNvSpPr txBox="1"/>
          <p:nvPr>
            <p:custDataLst>
              <p:tags r:id="rId79"/>
            </p:custDataLst>
          </p:nvPr>
        </p:nvSpPr>
        <p:spPr>
          <a:xfrm>
            <a:off x="4672729" y="5692050"/>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106" name="文本框 105"/>
          <p:cNvSpPr txBox="1"/>
          <p:nvPr>
            <p:custDataLst>
              <p:tags r:id="rId80"/>
            </p:custDataLst>
          </p:nvPr>
        </p:nvSpPr>
        <p:spPr>
          <a:xfrm>
            <a:off x="5367147" y="5692050"/>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107" name="文本框 106"/>
          <p:cNvSpPr txBox="1"/>
          <p:nvPr>
            <p:custDataLst>
              <p:tags r:id="rId81"/>
            </p:custDataLst>
          </p:nvPr>
        </p:nvSpPr>
        <p:spPr>
          <a:xfrm>
            <a:off x="6038716" y="5692050"/>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pic>
        <p:nvPicPr>
          <p:cNvPr id="115" name="图片 114" descr="CE12800交换机-蓝.png"/>
          <p:cNvPicPr>
            <a:picLocks noChangeAspect="1"/>
          </p:cNvPicPr>
          <p:nvPr>
            <p:custDataLst>
              <p:tags r:id="rId82"/>
            </p:custDataLst>
          </p:nvPr>
        </p:nvPicPr>
        <p:blipFill>
          <a:blip r:embed="rId39" cstate="print"/>
          <a:stretch>
            <a:fillRect/>
          </a:stretch>
        </p:blipFill>
        <p:spPr>
          <a:xfrm>
            <a:off x="4335040" y="3652433"/>
            <a:ext cx="367521" cy="290081"/>
          </a:xfrm>
          <a:prstGeom prst="rect">
            <a:avLst/>
          </a:prstGeom>
        </p:spPr>
      </p:pic>
      <p:pic>
        <p:nvPicPr>
          <p:cNvPr id="116" name="图片 115" descr="CE12800交换机-蓝.png"/>
          <p:cNvPicPr>
            <a:picLocks noChangeAspect="1"/>
          </p:cNvPicPr>
          <p:nvPr>
            <p:custDataLst>
              <p:tags r:id="rId83"/>
            </p:custDataLst>
          </p:nvPr>
        </p:nvPicPr>
        <p:blipFill>
          <a:blip r:embed="rId39" cstate="print"/>
          <a:stretch>
            <a:fillRect/>
          </a:stretch>
        </p:blipFill>
        <p:spPr>
          <a:xfrm>
            <a:off x="5000895" y="3652433"/>
            <a:ext cx="367521" cy="290081"/>
          </a:xfrm>
          <a:prstGeom prst="rect">
            <a:avLst/>
          </a:prstGeom>
        </p:spPr>
      </p:pic>
      <p:pic>
        <p:nvPicPr>
          <p:cNvPr id="117" name="图片 116" descr="CE12800交换机-蓝.png"/>
          <p:cNvPicPr>
            <a:picLocks noChangeAspect="1"/>
          </p:cNvPicPr>
          <p:nvPr>
            <p:custDataLst>
              <p:tags r:id="rId84"/>
            </p:custDataLst>
          </p:nvPr>
        </p:nvPicPr>
        <p:blipFill>
          <a:blip r:embed="rId39" cstate="print"/>
          <a:stretch>
            <a:fillRect/>
          </a:stretch>
        </p:blipFill>
        <p:spPr>
          <a:xfrm>
            <a:off x="5666751" y="3652433"/>
            <a:ext cx="367521" cy="290081"/>
          </a:xfrm>
          <a:prstGeom prst="rect">
            <a:avLst/>
          </a:prstGeom>
        </p:spPr>
      </p:pic>
      <p:pic>
        <p:nvPicPr>
          <p:cNvPr id="118" name="图片 117" descr="CE12800交换机-蓝.png"/>
          <p:cNvPicPr>
            <a:picLocks noChangeAspect="1"/>
          </p:cNvPicPr>
          <p:nvPr>
            <p:custDataLst>
              <p:tags r:id="rId85"/>
            </p:custDataLst>
          </p:nvPr>
        </p:nvPicPr>
        <p:blipFill>
          <a:blip r:embed="rId39" cstate="print"/>
          <a:stretch>
            <a:fillRect/>
          </a:stretch>
        </p:blipFill>
        <p:spPr>
          <a:xfrm>
            <a:off x="6332606" y="3652433"/>
            <a:ext cx="367521" cy="290081"/>
          </a:xfrm>
          <a:prstGeom prst="rect">
            <a:avLst/>
          </a:prstGeom>
        </p:spPr>
      </p:pic>
      <p:pic>
        <p:nvPicPr>
          <p:cNvPr id="119" name="图片 118" descr="TOR交换机-蓝.png"/>
          <p:cNvPicPr>
            <a:picLocks noChangeAspect="1"/>
          </p:cNvPicPr>
          <p:nvPr>
            <p:custDataLst>
              <p:tags r:id="rId86"/>
            </p:custDataLst>
          </p:nvPr>
        </p:nvPicPr>
        <p:blipFill>
          <a:blip r:embed="rId44" cstate="print"/>
          <a:stretch>
            <a:fillRect/>
          </a:stretch>
        </p:blipFill>
        <p:spPr>
          <a:xfrm>
            <a:off x="4335043" y="4688348"/>
            <a:ext cx="368156" cy="291351"/>
          </a:xfrm>
          <a:prstGeom prst="rect">
            <a:avLst/>
          </a:prstGeom>
        </p:spPr>
      </p:pic>
      <p:pic>
        <p:nvPicPr>
          <p:cNvPr id="120" name="图片 119" descr="TOR交换机-蓝.png"/>
          <p:cNvPicPr>
            <a:picLocks noChangeAspect="1"/>
          </p:cNvPicPr>
          <p:nvPr>
            <p:custDataLst>
              <p:tags r:id="rId87"/>
            </p:custDataLst>
          </p:nvPr>
        </p:nvPicPr>
        <p:blipFill>
          <a:blip r:embed="rId44" cstate="print"/>
          <a:stretch>
            <a:fillRect/>
          </a:stretch>
        </p:blipFill>
        <p:spPr>
          <a:xfrm>
            <a:off x="5000896" y="4688348"/>
            <a:ext cx="368156" cy="291351"/>
          </a:xfrm>
          <a:prstGeom prst="rect">
            <a:avLst/>
          </a:prstGeom>
        </p:spPr>
      </p:pic>
      <p:pic>
        <p:nvPicPr>
          <p:cNvPr id="121" name="图片 120" descr="TOR交换机-蓝.png"/>
          <p:cNvPicPr>
            <a:picLocks noChangeAspect="1"/>
          </p:cNvPicPr>
          <p:nvPr>
            <p:custDataLst>
              <p:tags r:id="rId88"/>
            </p:custDataLst>
          </p:nvPr>
        </p:nvPicPr>
        <p:blipFill>
          <a:blip r:embed="rId44" cstate="print"/>
          <a:stretch>
            <a:fillRect/>
          </a:stretch>
        </p:blipFill>
        <p:spPr>
          <a:xfrm>
            <a:off x="5666752" y="4688348"/>
            <a:ext cx="368156" cy="291351"/>
          </a:xfrm>
          <a:prstGeom prst="rect">
            <a:avLst/>
          </a:prstGeom>
        </p:spPr>
      </p:pic>
      <p:pic>
        <p:nvPicPr>
          <p:cNvPr id="122" name="图片 121" descr="TOR交换机-蓝.png"/>
          <p:cNvPicPr>
            <a:picLocks noChangeAspect="1"/>
          </p:cNvPicPr>
          <p:nvPr>
            <p:custDataLst>
              <p:tags r:id="rId89"/>
            </p:custDataLst>
          </p:nvPr>
        </p:nvPicPr>
        <p:blipFill>
          <a:blip r:embed="rId44" cstate="print"/>
          <a:stretch>
            <a:fillRect/>
          </a:stretch>
        </p:blipFill>
        <p:spPr>
          <a:xfrm>
            <a:off x="6332607" y="4688348"/>
            <a:ext cx="368156" cy="291351"/>
          </a:xfrm>
          <a:prstGeom prst="rect">
            <a:avLst/>
          </a:prstGeom>
        </p:spPr>
      </p:pic>
      <p:sp>
        <p:nvSpPr>
          <p:cNvPr id="123" name="文本框 122"/>
          <p:cNvSpPr txBox="1"/>
          <p:nvPr>
            <p:custDataLst>
              <p:tags r:id="rId90"/>
            </p:custDataLst>
          </p:nvPr>
        </p:nvSpPr>
        <p:spPr>
          <a:xfrm>
            <a:off x="3553661" y="5507337"/>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Server4</a:t>
            </a:r>
            <a:endParaRPr lang="en-US" altLang="zh-CN" sz="1200">
              <a:solidFill>
                <a:prstClr val="black"/>
              </a:solidFill>
              <a:latin typeface="Calibri"/>
              <a:ea typeface="宋体"/>
            </a:endParaRPr>
          </a:p>
        </p:txBody>
      </p:sp>
      <p:sp>
        <p:nvSpPr>
          <p:cNvPr id="124" name="文本框 123"/>
          <p:cNvSpPr txBox="1"/>
          <p:nvPr>
            <p:custDataLst>
              <p:tags r:id="rId91"/>
            </p:custDataLst>
          </p:nvPr>
        </p:nvSpPr>
        <p:spPr>
          <a:xfrm>
            <a:off x="4146519" y="5507337"/>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Server5</a:t>
            </a:r>
            <a:endParaRPr lang="en-US" altLang="zh-CN" sz="1200">
              <a:solidFill>
                <a:prstClr val="black"/>
              </a:solidFill>
              <a:latin typeface="Calibri"/>
              <a:ea typeface="宋体"/>
            </a:endParaRPr>
          </a:p>
        </p:txBody>
      </p:sp>
      <p:cxnSp>
        <p:nvCxnSpPr>
          <p:cNvPr id="228" name="直接连接符 227"/>
          <p:cNvCxnSpPr/>
          <p:nvPr>
            <p:custDataLst>
              <p:tags r:id="rId92"/>
            </p:custDataLst>
          </p:nvPr>
        </p:nvCxnSpPr>
        <p:spPr>
          <a:xfrm>
            <a:off x="7540507" y="6256346"/>
            <a:ext cx="283099" cy="0"/>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9" name="直接连接符 228"/>
          <p:cNvCxnSpPr/>
          <p:nvPr>
            <p:custDataLst>
              <p:tags r:id="rId93"/>
            </p:custDataLst>
          </p:nvPr>
        </p:nvCxnSpPr>
        <p:spPr>
          <a:xfrm>
            <a:off x="7540507" y="6061477"/>
            <a:ext cx="283099" cy="0"/>
          </a:xfrm>
          <a:prstGeom prst="line">
            <a:avLst/>
          </a:prstGeom>
          <a:ln>
            <a:solidFill>
              <a:srgbClr val="00B0F0"/>
            </a:solidFill>
          </a:ln>
        </p:spPr>
        <p:style>
          <a:lnRef idx="2">
            <a:schemeClr val="accent1"/>
          </a:lnRef>
          <a:fillRef idx="0">
            <a:srgbClr val="FFFFFF"/>
          </a:fillRef>
          <a:effectRef idx="0">
            <a:srgbClr val="FFFFFF"/>
          </a:effectRef>
          <a:fontRef idx="minor">
            <a:schemeClr val="tx1"/>
          </a:fontRef>
        </p:style>
      </p:cxnSp>
      <p:cxnSp>
        <p:nvCxnSpPr>
          <p:cNvPr id="230" name="直接连接符 229"/>
          <p:cNvCxnSpPr/>
          <p:nvPr>
            <p:custDataLst>
              <p:tags r:id="rId94"/>
            </p:custDataLst>
          </p:nvPr>
        </p:nvCxnSpPr>
        <p:spPr>
          <a:xfrm>
            <a:off x="7540507" y="6427094"/>
            <a:ext cx="283099" cy="0"/>
          </a:xfrm>
          <a:prstGeom prst="line">
            <a:avLst/>
          </a:prstGeom>
          <a:ln>
            <a:solidFill>
              <a:schemeClr val="accent4"/>
            </a:solidFill>
          </a:ln>
        </p:spPr>
        <p:style>
          <a:lnRef idx="2">
            <a:schemeClr val="accent1"/>
          </a:lnRef>
          <a:fillRef idx="0">
            <a:srgbClr val="FFFFFF"/>
          </a:fillRef>
          <a:effectRef idx="0">
            <a:srgbClr val="FFFFFF"/>
          </a:effectRef>
          <a:fontRef idx="minor">
            <a:schemeClr val="tx1"/>
          </a:fontRef>
        </p:style>
      </p:cxnSp>
      <p:sp>
        <p:nvSpPr>
          <p:cNvPr id="249" name="文本框 248"/>
          <p:cNvSpPr txBox="1"/>
          <p:nvPr>
            <p:custDataLst>
              <p:tags r:id="rId95"/>
            </p:custDataLst>
          </p:nvPr>
        </p:nvSpPr>
        <p:spPr>
          <a:xfrm>
            <a:off x="7823608" y="5917388"/>
            <a:ext cx="1171752"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 800GE</a:t>
            </a:r>
            <a:r>
              <a:rPr lang="zh-CN" altLang="en-US" sz="1200">
                <a:solidFill>
                  <a:prstClr val="black"/>
                </a:solidFill>
                <a:latin typeface="Calibri"/>
                <a:ea typeface="宋体"/>
              </a:rPr>
              <a:t>链路</a:t>
            </a:r>
            <a:endParaRPr lang="zh-CN" altLang="en-US" sz="1200">
              <a:solidFill>
                <a:prstClr val="black"/>
              </a:solidFill>
              <a:latin typeface="Calibri"/>
              <a:ea typeface="宋体"/>
            </a:endParaRPr>
          </a:p>
        </p:txBody>
      </p:sp>
      <p:sp>
        <p:nvSpPr>
          <p:cNvPr id="250" name="文本框 249"/>
          <p:cNvSpPr txBox="1"/>
          <p:nvPr>
            <p:custDataLst>
              <p:tags r:id="rId96"/>
            </p:custDataLst>
          </p:nvPr>
        </p:nvSpPr>
        <p:spPr>
          <a:xfrm>
            <a:off x="7823607" y="6110987"/>
            <a:ext cx="1170483"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 400GE</a:t>
            </a:r>
            <a:r>
              <a:rPr lang="zh-CN" altLang="en-US" sz="1200">
                <a:solidFill>
                  <a:prstClr val="black"/>
                </a:solidFill>
                <a:latin typeface="Calibri"/>
                <a:ea typeface="宋体"/>
              </a:rPr>
              <a:t>链路</a:t>
            </a:r>
            <a:endParaRPr lang="zh-CN" altLang="en-US" sz="1200">
              <a:solidFill>
                <a:prstClr val="black"/>
              </a:solidFill>
              <a:latin typeface="Calibri"/>
              <a:ea typeface="宋体"/>
            </a:endParaRPr>
          </a:p>
        </p:txBody>
      </p:sp>
      <p:sp>
        <p:nvSpPr>
          <p:cNvPr id="251" name="文本框 250"/>
          <p:cNvSpPr txBox="1"/>
          <p:nvPr>
            <p:custDataLst>
              <p:tags r:id="rId97"/>
            </p:custDataLst>
          </p:nvPr>
        </p:nvSpPr>
        <p:spPr>
          <a:xfrm>
            <a:off x="7823609" y="6305222"/>
            <a:ext cx="1171118"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 200GE</a:t>
            </a:r>
            <a:r>
              <a:rPr lang="zh-CN" altLang="en-US" sz="1200" dirty="0">
                <a:solidFill>
                  <a:prstClr val="black"/>
                </a:solidFill>
                <a:latin typeface="Calibri"/>
                <a:ea typeface="宋体"/>
              </a:rPr>
              <a:t>链路</a:t>
            </a:r>
            <a:endParaRPr lang="zh-CN" altLang="en-US" sz="1200" dirty="0">
              <a:solidFill>
                <a:prstClr val="black"/>
              </a:solidFill>
              <a:latin typeface="Calibri"/>
              <a:ea typeface="宋体"/>
            </a:endParaRPr>
          </a:p>
        </p:txBody>
      </p:sp>
      <p:sp>
        <p:nvSpPr>
          <p:cNvPr id="261" name="文本框 260"/>
          <p:cNvSpPr txBox="1"/>
          <p:nvPr>
            <p:custDataLst>
              <p:tags r:id="rId98"/>
            </p:custDataLst>
          </p:nvPr>
        </p:nvSpPr>
        <p:spPr>
          <a:xfrm>
            <a:off x="7561455" y="5589856"/>
            <a:ext cx="700132" cy="275482"/>
          </a:xfrm>
          <a:prstGeom prst="rect">
            <a:avLst/>
          </a:prstGeom>
          <a:noFill/>
        </p:spPr>
        <p:txBody>
          <a:bodyPr wrap="square" rtlCol="0">
            <a:spAutoFit/>
          </a:bodyPr>
          <a:lstStyle/>
          <a:p>
            <a:pPr defTabSz="913765">
              <a:defRPr/>
            </a:pPr>
            <a:r>
              <a:rPr lang="zh-CN" altLang="en-US" sz="1200" b="1" dirty="0">
                <a:solidFill>
                  <a:prstClr val="black"/>
                </a:solidFill>
                <a:latin typeface="Calibri"/>
                <a:ea typeface="宋体"/>
              </a:rPr>
              <a:t>图例</a:t>
            </a:r>
            <a:endParaRPr lang="zh-CN" altLang="en-US" sz="1200" b="1" dirty="0">
              <a:solidFill>
                <a:prstClr val="black"/>
              </a:solidFill>
              <a:latin typeface="Calibri"/>
              <a:ea typeface="宋体"/>
            </a:endParaRPr>
          </a:p>
        </p:txBody>
      </p:sp>
      <p:sp>
        <p:nvSpPr>
          <p:cNvPr id="262" name="矩形 261"/>
          <p:cNvSpPr/>
          <p:nvPr>
            <p:custDataLst>
              <p:tags r:id="rId99"/>
            </p:custDataLst>
          </p:nvPr>
        </p:nvSpPr>
        <p:spPr>
          <a:xfrm>
            <a:off x="7272010" y="5473697"/>
            <a:ext cx="1657337" cy="1107008"/>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cxnSp>
        <p:nvCxnSpPr>
          <p:cNvPr id="125" name="直接连接符 124"/>
          <p:cNvCxnSpPr>
            <a:stCxn id="4" idx="0"/>
            <a:endCxn id="115" idx="2"/>
          </p:cNvCxnSpPr>
          <p:nvPr>
            <p:custDataLst>
              <p:tags r:id="rId100"/>
            </p:custDataLst>
          </p:nvPr>
        </p:nvCxnSpPr>
        <p:spPr>
          <a:xfrm flipV="1">
            <a:off x="1855700"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26" name="直接连接符 125"/>
          <p:cNvCxnSpPr>
            <a:stCxn id="4" idx="0"/>
            <a:endCxn id="116" idx="2"/>
          </p:cNvCxnSpPr>
          <p:nvPr>
            <p:custDataLst>
              <p:tags r:id="rId101"/>
            </p:custDataLst>
          </p:nvPr>
        </p:nvCxnSpPr>
        <p:spPr>
          <a:xfrm flipV="1">
            <a:off x="1855700" y="3942515"/>
            <a:ext cx="332927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27" name="直接连接符 126"/>
          <p:cNvCxnSpPr>
            <a:stCxn id="4" idx="0"/>
            <a:endCxn id="117" idx="2"/>
          </p:cNvCxnSpPr>
          <p:nvPr>
            <p:custDataLst>
              <p:tags r:id="rId102"/>
            </p:custDataLst>
          </p:nvPr>
        </p:nvCxnSpPr>
        <p:spPr>
          <a:xfrm flipV="1">
            <a:off x="1855699" y="3942515"/>
            <a:ext cx="399512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28" name="直接连接符 127"/>
          <p:cNvCxnSpPr>
            <a:stCxn id="4" idx="0"/>
            <a:endCxn id="118" idx="2"/>
          </p:cNvCxnSpPr>
          <p:nvPr>
            <p:custDataLst>
              <p:tags r:id="rId103"/>
            </p:custDataLst>
          </p:nvPr>
        </p:nvCxnSpPr>
        <p:spPr>
          <a:xfrm flipV="1">
            <a:off x="1855699" y="3942515"/>
            <a:ext cx="4660984"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29" name="直接连接符 128"/>
          <p:cNvCxnSpPr>
            <a:stCxn id="92" idx="0"/>
            <a:endCxn id="115" idx="2"/>
          </p:cNvCxnSpPr>
          <p:nvPr>
            <p:custDataLst>
              <p:tags r:id="rId104"/>
            </p:custDataLst>
          </p:nvPr>
        </p:nvCxnSpPr>
        <p:spPr>
          <a:xfrm flipV="1">
            <a:off x="2521554"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0" name="直接连接符 129"/>
          <p:cNvCxnSpPr>
            <a:stCxn id="92" idx="0"/>
            <a:endCxn id="116" idx="2"/>
          </p:cNvCxnSpPr>
          <p:nvPr>
            <p:custDataLst>
              <p:tags r:id="rId105"/>
            </p:custDataLst>
          </p:nvPr>
        </p:nvCxnSpPr>
        <p:spPr>
          <a:xfrm flipV="1">
            <a:off x="2521555"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1" name="直接连接符 130"/>
          <p:cNvCxnSpPr>
            <a:stCxn id="92" idx="0"/>
            <a:endCxn id="117" idx="2"/>
          </p:cNvCxnSpPr>
          <p:nvPr>
            <p:custDataLst>
              <p:tags r:id="rId106"/>
            </p:custDataLst>
          </p:nvPr>
        </p:nvCxnSpPr>
        <p:spPr>
          <a:xfrm flipV="1">
            <a:off x="2521555" y="3942515"/>
            <a:ext cx="332927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2" name="直接连接符 131"/>
          <p:cNvCxnSpPr>
            <a:stCxn id="92" idx="0"/>
            <a:endCxn id="118" idx="2"/>
          </p:cNvCxnSpPr>
          <p:nvPr>
            <p:custDataLst>
              <p:tags r:id="rId107"/>
            </p:custDataLst>
          </p:nvPr>
        </p:nvCxnSpPr>
        <p:spPr>
          <a:xfrm flipV="1">
            <a:off x="2521554" y="3942515"/>
            <a:ext cx="399512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3" name="直接连接符 132"/>
          <p:cNvCxnSpPr>
            <a:stCxn id="93" idx="0"/>
            <a:endCxn id="115" idx="2"/>
          </p:cNvCxnSpPr>
          <p:nvPr>
            <p:custDataLst>
              <p:tags r:id="rId108"/>
            </p:custDataLst>
          </p:nvPr>
        </p:nvCxnSpPr>
        <p:spPr>
          <a:xfrm flipV="1">
            <a:off x="3187409"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4" name="直接连接符 133"/>
          <p:cNvCxnSpPr>
            <a:stCxn id="93" idx="0"/>
            <a:endCxn id="116" idx="2"/>
          </p:cNvCxnSpPr>
          <p:nvPr>
            <p:custDataLst>
              <p:tags r:id="rId109"/>
            </p:custDataLst>
          </p:nvPr>
        </p:nvCxnSpPr>
        <p:spPr>
          <a:xfrm flipV="1">
            <a:off x="318740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5" name="直接连接符 134"/>
          <p:cNvCxnSpPr>
            <a:stCxn id="93" idx="0"/>
            <a:endCxn id="117" idx="2"/>
          </p:cNvCxnSpPr>
          <p:nvPr>
            <p:custDataLst>
              <p:tags r:id="rId110"/>
            </p:custDataLst>
          </p:nvPr>
        </p:nvCxnSpPr>
        <p:spPr>
          <a:xfrm flipV="1">
            <a:off x="3187411"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6" name="直接连接符 135"/>
          <p:cNvCxnSpPr>
            <a:stCxn id="93" idx="0"/>
            <a:endCxn id="118" idx="2"/>
          </p:cNvCxnSpPr>
          <p:nvPr>
            <p:custDataLst>
              <p:tags r:id="rId111"/>
            </p:custDataLst>
          </p:nvPr>
        </p:nvCxnSpPr>
        <p:spPr>
          <a:xfrm flipV="1">
            <a:off x="3187409" y="3942515"/>
            <a:ext cx="332927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7" name="直接连接符 136"/>
          <p:cNvCxnSpPr>
            <a:stCxn id="94" idx="0"/>
            <a:endCxn id="115" idx="2"/>
          </p:cNvCxnSpPr>
          <p:nvPr>
            <p:custDataLst>
              <p:tags r:id="rId112"/>
            </p:custDataLst>
          </p:nvPr>
        </p:nvCxnSpPr>
        <p:spPr>
          <a:xfrm flipV="1">
            <a:off x="385326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8" name="直接连接符 137"/>
          <p:cNvCxnSpPr>
            <a:stCxn id="94" idx="0"/>
            <a:endCxn id="116" idx="2"/>
          </p:cNvCxnSpPr>
          <p:nvPr>
            <p:custDataLst>
              <p:tags r:id="rId113"/>
            </p:custDataLst>
          </p:nvPr>
        </p:nvCxnSpPr>
        <p:spPr>
          <a:xfrm flipV="1">
            <a:off x="3853265"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39" name="直接连接符 138"/>
          <p:cNvCxnSpPr>
            <a:stCxn id="94" idx="0"/>
            <a:endCxn id="117" idx="2"/>
          </p:cNvCxnSpPr>
          <p:nvPr>
            <p:custDataLst>
              <p:tags r:id="rId114"/>
            </p:custDataLst>
          </p:nvPr>
        </p:nvCxnSpPr>
        <p:spPr>
          <a:xfrm flipV="1">
            <a:off x="3853263"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0" name="直接连接符 139"/>
          <p:cNvCxnSpPr>
            <a:stCxn id="94" idx="0"/>
            <a:endCxn id="118" idx="2"/>
          </p:cNvCxnSpPr>
          <p:nvPr>
            <p:custDataLst>
              <p:tags r:id="rId115"/>
            </p:custDataLst>
          </p:nvPr>
        </p:nvCxnSpPr>
        <p:spPr>
          <a:xfrm flipV="1">
            <a:off x="3853265"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1" name="直接连接符 140"/>
          <p:cNvCxnSpPr>
            <a:stCxn id="119" idx="0"/>
            <a:endCxn id="90" idx="2"/>
          </p:cNvCxnSpPr>
          <p:nvPr>
            <p:custDataLst>
              <p:tags r:id="rId116"/>
            </p:custDataLst>
          </p:nvPr>
        </p:nvCxnSpPr>
        <p:spPr>
          <a:xfrm flipH="1" flipV="1">
            <a:off x="3853264" y="3942515"/>
            <a:ext cx="66585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2" name="直接连接符 141"/>
          <p:cNvCxnSpPr>
            <a:stCxn id="119" idx="0"/>
            <a:endCxn id="89" idx="2"/>
          </p:cNvCxnSpPr>
          <p:nvPr>
            <p:custDataLst>
              <p:tags r:id="rId117"/>
            </p:custDataLst>
          </p:nvPr>
        </p:nvCxnSpPr>
        <p:spPr>
          <a:xfrm flipH="1" flipV="1">
            <a:off x="3187409"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3" name="直接连接符 142"/>
          <p:cNvCxnSpPr>
            <a:stCxn id="119" idx="0"/>
            <a:endCxn id="88" idx="2"/>
          </p:cNvCxnSpPr>
          <p:nvPr>
            <p:custDataLst>
              <p:tags r:id="rId118"/>
            </p:custDataLst>
          </p:nvPr>
        </p:nvCxnSpPr>
        <p:spPr>
          <a:xfrm flipH="1" flipV="1">
            <a:off x="2521554"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4" name="直接连接符 143"/>
          <p:cNvCxnSpPr>
            <a:stCxn id="119" idx="0"/>
            <a:endCxn id="3" idx="2"/>
          </p:cNvCxnSpPr>
          <p:nvPr>
            <p:custDataLst>
              <p:tags r:id="rId119"/>
            </p:custDataLst>
          </p:nvPr>
        </p:nvCxnSpPr>
        <p:spPr>
          <a:xfrm flipH="1" flipV="1">
            <a:off x="1855700" y="3942515"/>
            <a:ext cx="2663419"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45" name="直接连接符 144"/>
          <p:cNvCxnSpPr>
            <a:stCxn id="120" idx="0"/>
            <a:endCxn id="3" idx="2"/>
          </p:cNvCxnSpPr>
          <p:nvPr>
            <p:custDataLst>
              <p:tags r:id="rId120"/>
            </p:custDataLst>
          </p:nvPr>
        </p:nvCxnSpPr>
        <p:spPr>
          <a:xfrm flipH="1" flipV="1">
            <a:off x="1855700" y="3942515"/>
            <a:ext cx="3329275" cy="745834"/>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46" name="直接连接符 145"/>
          <p:cNvCxnSpPr>
            <a:stCxn id="120" idx="0"/>
            <a:endCxn id="88" idx="2"/>
          </p:cNvCxnSpPr>
          <p:nvPr>
            <p:custDataLst>
              <p:tags r:id="rId121"/>
            </p:custDataLst>
          </p:nvPr>
        </p:nvCxnSpPr>
        <p:spPr>
          <a:xfrm flipH="1" flipV="1">
            <a:off x="2521555"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7" name="直接连接符 146"/>
          <p:cNvCxnSpPr>
            <a:stCxn id="120" idx="0"/>
            <a:endCxn id="89" idx="2"/>
          </p:cNvCxnSpPr>
          <p:nvPr>
            <p:custDataLst>
              <p:tags r:id="rId122"/>
            </p:custDataLst>
          </p:nvPr>
        </p:nvCxnSpPr>
        <p:spPr>
          <a:xfrm flipH="1" flipV="1">
            <a:off x="3187408"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8" name="直接连接符 147"/>
          <p:cNvCxnSpPr>
            <a:stCxn id="120" idx="0"/>
            <a:endCxn id="90" idx="2"/>
          </p:cNvCxnSpPr>
          <p:nvPr>
            <p:custDataLst>
              <p:tags r:id="rId123"/>
            </p:custDataLst>
          </p:nvPr>
        </p:nvCxnSpPr>
        <p:spPr>
          <a:xfrm flipH="1" flipV="1">
            <a:off x="3853265" y="3942515"/>
            <a:ext cx="1331710"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49" name="直接连接符 148"/>
          <p:cNvCxnSpPr>
            <a:stCxn id="121" idx="0"/>
            <a:endCxn id="90" idx="2"/>
          </p:cNvCxnSpPr>
          <p:nvPr>
            <p:custDataLst>
              <p:tags r:id="rId124"/>
            </p:custDataLst>
          </p:nvPr>
        </p:nvCxnSpPr>
        <p:spPr>
          <a:xfrm flipH="1" flipV="1">
            <a:off x="3853263" y="3942515"/>
            <a:ext cx="1997566"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0" name="直接连接符 149"/>
          <p:cNvCxnSpPr>
            <a:stCxn id="121" idx="0"/>
            <a:endCxn id="89" idx="2"/>
          </p:cNvCxnSpPr>
          <p:nvPr>
            <p:custDataLst>
              <p:tags r:id="rId125"/>
            </p:custDataLst>
          </p:nvPr>
        </p:nvCxnSpPr>
        <p:spPr>
          <a:xfrm flipH="1" flipV="1">
            <a:off x="3187411"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1" name="直接连接符 150"/>
          <p:cNvCxnSpPr>
            <a:stCxn id="121" idx="0"/>
            <a:endCxn id="88" idx="2"/>
          </p:cNvCxnSpPr>
          <p:nvPr>
            <p:custDataLst>
              <p:tags r:id="rId126"/>
            </p:custDataLst>
          </p:nvPr>
        </p:nvCxnSpPr>
        <p:spPr>
          <a:xfrm flipH="1" flipV="1">
            <a:off x="2521555" y="3942515"/>
            <a:ext cx="332927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2" name="直接连接符 151"/>
          <p:cNvCxnSpPr>
            <a:stCxn id="121" idx="0"/>
            <a:endCxn id="3" idx="2"/>
          </p:cNvCxnSpPr>
          <p:nvPr>
            <p:custDataLst>
              <p:tags r:id="rId127"/>
            </p:custDataLst>
          </p:nvPr>
        </p:nvCxnSpPr>
        <p:spPr>
          <a:xfrm flipH="1" flipV="1">
            <a:off x="1855699" y="3942515"/>
            <a:ext cx="399512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3" name="直接连接符 152"/>
          <p:cNvCxnSpPr>
            <a:stCxn id="122" idx="0"/>
            <a:endCxn id="3" idx="2"/>
          </p:cNvCxnSpPr>
          <p:nvPr>
            <p:custDataLst>
              <p:tags r:id="rId128"/>
            </p:custDataLst>
          </p:nvPr>
        </p:nvCxnSpPr>
        <p:spPr>
          <a:xfrm flipH="1" flipV="1">
            <a:off x="1855699" y="3942515"/>
            <a:ext cx="4660984"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4" name="直接连接符 153"/>
          <p:cNvCxnSpPr>
            <a:stCxn id="122" idx="0"/>
            <a:endCxn id="88" idx="2"/>
          </p:cNvCxnSpPr>
          <p:nvPr>
            <p:custDataLst>
              <p:tags r:id="rId129"/>
            </p:custDataLst>
          </p:nvPr>
        </p:nvCxnSpPr>
        <p:spPr>
          <a:xfrm flipH="1" flipV="1">
            <a:off x="2521554" y="3942515"/>
            <a:ext cx="399512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5" name="直接连接符 154"/>
          <p:cNvCxnSpPr>
            <a:stCxn id="122" idx="0"/>
            <a:endCxn id="89" idx="2"/>
          </p:cNvCxnSpPr>
          <p:nvPr>
            <p:custDataLst>
              <p:tags r:id="rId130"/>
            </p:custDataLst>
          </p:nvPr>
        </p:nvCxnSpPr>
        <p:spPr>
          <a:xfrm flipH="1" flipV="1">
            <a:off x="3187409" y="3942515"/>
            <a:ext cx="3329275"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156" name="直接连接符 155"/>
          <p:cNvCxnSpPr>
            <a:stCxn id="122" idx="0"/>
            <a:endCxn id="90" idx="2"/>
          </p:cNvCxnSpPr>
          <p:nvPr>
            <p:custDataLst>
              <p:tags r:id="rId131"/>
            </p:custDataLst>
          </p:nvPr>
        </p:nvCxnSpPr>
        <p:spPr>
          <a:xfrm flipH="1" flipV="1">
            <a:off x="3853265" y="3942515"/>
            <a:ext cx="2663419" cy="745834"/>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sp>
        <p:nvSpPr>
          <p:cNvPr id="157" name="文本框 156"/>
          <p:cNvSpPr txBox="1"/>
          <p:nvPr>
            <p:custDataLst>
              <p:tags r:id="rId132"/>
            </p:custDataLst>
          </p:nvPr>
        </p:nvSpPr>
        <p:spPr>
          <a:xfrm>
            <a:off x="7515" y="4681049"/>
            <a:ext cx="2057231" cy="275482"/>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S0</a:t>
            </a:r>
            <a:r>
              <a:rPr lang="en-US" altLang="zh-CN" sz="1200" dirty="0">
                <a:solidFill>
                  <a:prstClr val="black"/>
                </a:solidFill>
                <a:latin typeface="Calibri"/>
                <a:ea typeface="宋体"/>
              </a:rPr>
              <a:t>: CE8885-48BQ8EO*8</a:t>
            </a:r>
            <a:endParaRPr lang="en-US" altLang="zh-CN" sz="1200" dirty="0">
              <a:solidFill>
                <a:prstClr val="black"/>
              </a:solidFill>
              <a:latin typeface="Calibri"/>
              <a:ea typeface="宋体"/>
            </a:endParaRPr>
          </a:p>
        </p:txBody>
      </p:sp>
      <p:sp>
        <p:nvSpPr>
          <p:cNvPr id="158" name="文本框 157"/>
          <p:cNvSpPr txBox="1"/>
          <p:nvPr>
            <p:custDataLst>
              <p:tags r:id="rId133"/>
            </p:custDataLst>
          </p:nvPr>
        </p:nvSpPr>
        <p:spPr>
          <a:xfrm>
            <a:off x="36503" y="1461269"/>
            <a:ext cx="2057231" cy="275482"/>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S3</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159" name="图片 158" descr="CE12800交换机-蓝.png"/>
          <p:cNvPicPr>
            <a:picLocks noChangeAspect="1"/>
          </p:cNvPicPr>
          <p:nvPr>
            <p:custDataLst>
              <p:tags r:id="rId134"/>
            </p:custDataLst>
          </p:nvPr>
        </p:nvPicPr>
        <p:blipFill>
          <a:blip r:embed="rId39" cstate="print"/>
          <a:stretch>
            <a:fillRect/>
          </a:stretch>
        </p:blipFill>
        <p:spPr>
          <a:xfrm>
            <a:off x="1671620" y="2418476"/>
            <a:ext cx="367521" cy="290081"/>
          </a:xfrm>
          <a:prstGeom prst="rect">
            <a:avLst/>
          </a:prstGeom>
        </p:spPr>
      </p:pic>
      <p:pic>
        <p:nvPicPr>
          <p:cNvPr id="160" name="图片 159" descr="CE12800交换机-蓝.png"/>
          <p:cNvPicPr>
            <a:picLocks noChangeAspect="1"/>
          </p:cNvPicPr>
          <p:nvPr>
            <p:custDataLst>
              <p:tags r:id="rId135"/>
            </p:custDataLst>
          </p:nvPr>
        </p:nvPicPr>
        <p:blipFill>
          <a:blip r:embed="rId39" cstate="print"/>
          <a:stretch>
            <a:fillRect/>
          </a:stretch>
        </p:blipFill>
        <p:spPr>
          <a:xfrm>
            <a:off x="2337477" y="2418476"/>
            <a:ext cx="367521" cy="290081"/>
          </a:xfrm>
          <a:prstGeom prst="rect">
            <a:avLst/>
          </a:prstGeom>
        </p:spPr>
      </p:pic>
      <p:pic>
        <p:nvPicPr>
          <p:cNvPr id="161" name="图片 160" descr="CE12800交换机-蓝.png"/>
          <p:cNvPicPr>
            <a:picLocks noChangeAspect="1"/>
          </p:cNvPicPr>
          <p:nvPr>
            <p:custDataLst>
              <p:tags r:id="rId136"/>
            </p:custDataLst>
          </p:nvPr>
        </p:nvPicPr>
        <p:blipFill>
          <a:blip r:embed="rId39" cstate="print"/>
          <a:stretch>
            <a:fillRect/>
          </a:stretch>
        </p:blipFill>
        <p:spPr>
          <a:xfrm>
            <a:off x="3003330" y="2418476"/>
            <a:ext cx="367521" cy="290081"/>
          </a:xfrm>
          <a:prstGeom prst="rect">
            <a:avLst/>
          </a:prstGeom>
        </p:spPr>
      </p:pic>
      <p:pic>
        <p:nvPicPr>
          <p:cNvPr id="162" name="图片 161" descr="CE12800交换机-蓝.png"/>
          <p:cNvPicPr>
            <a:picLocks noChangeAspect="1"/>
          </p:cNvPicPr>
          <p:nvPr>
            <p:custDataLst>
              <p:tags r:id="rId137"/>
            </p:custDataLst>
          </p:nvPr>
        </p:nvPicPr>
        <p:blipFill>
          <a:blip r:embed="rId39" cstate="print"/>
          <a:stretch>
            <a:fillRect/>
          </a:stretch>
        </p:blipFill>
        <p:spPr>
          <a:xfrm>
            <a:off x="3669185" y="2418476"/>
            <a:ext cx="367521" cy="290081"/>
          </a:xfrm>
          <a:prstGeom prst="rect">
            <a:avLst/>
          </a:prstGeom>
        </p:spPr>
      </p:pic>
      <p:pic>
        <p:nvPicPr>
          <p:cNvPr id="163" name="图片 162" descr="CE12800交换机-蓝.png"/>
          <p:cNvPicPr>
            <a:picLocks noChangeAspect="1"/>
          </p:cNvPicPr>
          <p:nvPr>
            <p:custDataLst>
              <p:tags r:id="rId138"/>
            </p:custDataLst>
          </p:nvPr>
        </p:nvPicPr>
        <p:blipFill>
          <a:blip r:embed="rId39" cstate="print"/>
          <a:stretch>
            <a:fillRect/>
          </a:stretch>
        </p:blipFill>
        <p:spPr>
          <a:xfrm>
            <a:off x="4335040" y="2418476"/>
            <a:ext cx="367521" cy="290081"/>
          </a:xfrm>
          <a:prstGeom prst="rect">
            <a:avLst/>
          </a:prstGeom>
        </p:spPr>
      </p:pic>
      <p:pic>
        <p:nvPicPr>
          <p:cNvPr id="164" name="图片 163" descr="CE12800交换机-蓝.png"/>
          <p:cNvPicPr>
            <a:picLocks noChangeAspect="1"/>
          </p:cNvPicPr>
          <p:nvPr>
            <p:custDataLst>
              <p:tags r:id="rId139"/>
            </p:custDataLst>
          </p:nvPr>
        </p:nvPicPr>
        <p:blipFill>
          <a:blip r:embed="rId39" cstate="print"/>
          <a:stretch>
            <a:fillRect/>
          </a:stretch>
        </p:blipFill>
        <p:spPr>
          <a:xfrm>
            <a:off x="5000895" y="2418476"/>
            <a:ext cx="367521" cy="290081"/>
          </a:xfrm>
          <a:prstGeom prst="rect">
            <a:avLst/>
          </a:prstGeom>
        </p:spPr>
      </p:pic>
      <p:pic>
        <p:nvPicPr>
          <p:cNvPr id="165" name="图片 164" descr="CE12800交换机-蓝.png"/>
          <p:cNvPicPr>
            <a:picLocks noChangeAspect="1"/>
          </p:cNvPicPr>
          <p:nvPr>
            <p:custDataLst>
              <p:tags r:id="rId140"/>
            </p:custDataLst>
          </p:nvPr>
        </p:nvPicPr>
        <p:blipFill>
          <a:blip r:embed="rId39" cstate="print"/>
          <a:stretch>
            <a:fillRect/>
          </a:stretch>
        </p:blipFill>
        <p:spPr>
          <a:xfrm>
            <a:off x="5666751" y="2418476"/>
            <a:ext cx="367521" cy="290081"/>
          </a:xfrm>
          <a:prstGeom prst="rect">
            <a:avLst/>
          </a:prstGeom>
        </p:spPr>
      </p:pic>
      <p:pic>
        <p:nvPicPr>
          <p:cNvPr id="166" name="图片 165" descr="CE12800交换机-蓝.png"/>
          <p:cNvPicPr>
            <a:picLocks noChangeAspect="1"/>
          </p:cNvPicPr>
          <p:nvPr>
            <p:custDataLst>
              <p:tags r:id="rId141"/>
            </p:custDataLst>
          </p:nvPr>
        </p:nvPicPr>
        <p:blipFill>
          <a:blip r:embed="rId39" cstate="print"/>
          <a:stretch>
            <a:fillRect/>
          </a:stretch>
        </p:blipFill>
        <p:spPr>
          <a:xfrm>
            <a:off x="6332606" y="2418476"/>
            <a:ext cx="367521" cy="290081"/>
          </a:xfrm>
          <a:prstGeom prst="rect">
            <a:avLst/>
          </a:prstGeom>
        </p:spPr>
      </p:pic>
      <p:cxnSp>
        <p:nvCxnSpPr>
          <p:cNvPr id="168" name="直接连接符 167"/>
          <p:cNvCxnSpPr>
            <a:stCxn id="3" idx="0"/>
            <a:endCxn id="159" idx="2"/>
          </p:cNvCxnSpPr>
          <p:nvPr>
            <p:custDataLst>
              <p:tags r:id="rId142"/>
            </p:custDataLst>
          </p:nvPr>
        </p:nvCxnSpPr>
        <p:spPr>
          <a:xfrm flipV="1">
            <a:off x="1855698"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69" name="直接连接符 168"/>
          <p:cNvCxnSpPr>
            <a:stCxn id="3" idx="0"/>
            <a:endCxn id="160" idx="2"/>
          </p:cNvCxnSpPr>
          <p:nvPr>
            <p:custDataLst>
              <p:tags r:id="rId143"/>
            </p:custDataLst>
          </p:nvPr>
        </p:nvCxnSpPr>
        <p:spPr>
          <a:xfrm flipV="1">
            <a:off x="1855701"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0" name="直接连接符 169"/>
          <p:cNvCxnSpPr>
            <a:stCxn id="3" idx="0"/>
            <a:endCxn id="161" idx="2"/>
          </p:cNvCxnSpPr>
          <p:nvPr>
            <p:custDataLst>
              <p:tags r:id="rId144"/>
            </p:custDataLst>
          </p:nvPr>
        </p:nvCxnSpPr>
        <p:spPr>
          <a:xfrm flipV="1">
            <a:off x="1855700"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1" name="直接连接符 170"/>
          <p:cNvCxnSpPr>
            <a:stCxn id="3" idx="0"/>
            <a:endCxn id="162" idx="2"/>
          </p:cNvCxnSpPr>
          <p:nvPr>
            <p:custDataLst>
              <p:tags r:id="rId145"/>
            </p:custDataLst>
          </p:nvPr>
        </p:nvCxnSpPr>
        <p:spPr>
          <a:xfrm flipV="1">
            <a:off x="185569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2" name="直接连接符 171"/>
          <p:cNvCxnSpPr>
            <a:stCxn id="3" idx="0"/>
            <a:endCxn id="163" idx="2"/>
          </p:cNvCxnSpPr>
          <p:nvPr>
            <p:custDataLst>
              <p:tags r:id="rId146"/>
            </p:custDataLst>
          </p:nvPr>
        </p:nvCxnSpPr>
        <p:spPr>
          <a:xfrm flipV="1">
            <a:off x="1855700"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3" name="直接连接符 172"/>
          <p:cNvCxnSpPr>
            <a:stCxn id="3" idx="0"/>
            <a:endCxn id="164" idx="2"/>
          </p:cNvCxnSpPr>
          <p:nvPr>
            <p:custDataLst>
              <p:tags r:id="rId147"/>
            </p:custDataLst>
          </p:nvPr>
        </p:nvCxnSpPr>
        <p:spPr>
          <a:xfrm flipV="1">
            <a:off x="1855700"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4" name="直接连接符 173"/>
          <p:cNvCxnSpPr>
            <a:stCxn id="3" idx="0"/>
            <a:endCxn id="165" idx="2"/>
          </p:cNvCxnSpPr>
          <p:nvPr>
            <p:custDataLst>
              <p:tags r:id="rId148"/>
            </p:custDataLst>
          </p:nvPr>
        </p:nvCxnSpPr>
        <p:spPr>
          <a:xfrm flipV="1">
            <a:off x="1855699" y="2708557"/>
            <a:ext cx="399512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5" name="直接连接符 174"/>
          <p:cNvCxnSpPr>
            <a:stCxn id="3" idx="0"/>
            <a:endCxn id="166" idx="2"/>
          </p:cNvCxnSpPr>
          <p:nvPr>
            <p:custDataLst>
              <p:tags r:id="rId149"/>
            </p:custDataLst>
          </p:nvPr>
        </p:nvCxnSpPr>
        <p:spPr>
          <a:xfrm flipV="1">
            <a:off x="1855699" y="2708557"/>
            <a:ext cx="4660984"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6" name="直接连接符 175"/>
          <p:cNvCxnSpPr>
            <a:stCxn id="159" idx="2"/>
            <a:endCxn id="88" idx="0"/>
          </p:cNvCxnSpPr>
          <p:nvPr>
            <p:custDataLst>
              <p:tags r:id="rId150"/>
            </p:custDataLst>
          </p:nvPr>
        </p:nvCxnSpPr>
        <p:spPr>
          <a:xfrm>
            <a:off x="1855701"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7" name="直接连接符 176"/>
          <p:cNvCxnSpPr>
            <a:stCxn id="160" idx="2"/>
            <a:endCxn id="88" idx="0"/>
          </p:cNvCxnSpPr>
          <p:nvPr>
            <p:custDataLst>
              <p:tags r:id="rId151"/>
            </p:custDataLst>
          </p:nvPr>
        </p:nvCxnSpPr>
        <p:spPr>
          <a:xfrm>
            <a:off x="2521554"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8" name="直接连接符 177"/>
          <p:cNvCxnSpPr>
            <a:stCxn id="161" idx="2"/>
            <a:endCxn id="88" idx="0"/>
          </p:cNvCxnSpPr>
          <p:nvPr>
            <p:custDataLst>
              <p:tags r:id="rId152"/>
            </p:custDataLst>
          </p:nvPr>
        </p:nvCxnSpPr>
        <p:spPr>
          <a:xfrm flipH="1">
            <a:off x="252155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79" name="直接连接符 178"/>
          <p:cNvCxnSpPr>
            <a:stCxn id="162" idx="2"/>
            <a:endCxn id="88" idx="0"/>
          </p:cNvCxnSpPr>
          <p:nvPr>
            <p:custDataLst>
              <p:tags r:id="rId153"/>
            </p:custDataLst>
          </p:nvPr>
        </p:nvCxnSpPr>
        <p:spPr>
          <a:xfrm flipH="1">
            <a:off x="2521555"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0" name="直接连接符 179"/>
          <p:cNvCxnSpPr>
            <a:stCxn id="163" idx="2"/>
            <a:endCxn id="88" idx="0"/>
          </p:cNvCxnSpPr>
          <p:nvPr>
            <p:custDataLst>
              <p:tags r:id="rId154"/>
            </p:custDataLst>
          </p:nvPr>
        </p:nvCxnSpPr>
        <p:spPr>
          <a:xfrm flipH="1">
            <a:off x="2521554"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1" name="直接连接符 180"/>
          <p:cNvCxnSpPr>
            <a:stCxn id="164" idx="2"/>
            <a:endCxn id="88" idx="0"/>
          </p:cNvCxnSpPr>
          <p:nvPr>
            <p:custDataLst>
              <p:tags r:id="rId155"/>
            </p:custDataLst>
          </p:nvPr>
        </p:nvCxnSpPr>
        <p:spPr>
          <a:xfrm flipH="1">
            <a:off x="2521555"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2" name="直接连接符 181"/>
          <p:cNvCxnSpPr>
            <a:stCxn id="165" idx="2"/>
            <a:endCxn id="88" idx="0"/>
          </p:cNvCxnSpPr>
          <p:nvPr>
            <p:custDataLst>
              <p:tags r:id="rId156"/>
            </p:custDataLst>
          </p:nvPr>
        </p:nvCxnSpPr>
        <p:spPr>
          <a:xfrm flipH="1">
            <a:off x="2521555"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3" name="直接连接符 182"/>
          <p:cNvCxnSpPr>
            <a:stCxn id="166" idx="2"/>
            <a:endCxn id="88" idx="0"/>
          </p:cNvCxnSpPr>
          <p:nvPr>
            <p:custDataLst>
              <p:tags r:id="rId157"/>
            </p:custDataLst>
          </p:nvPr>
        </p:nvCxnSpPr>
        <p:spPr>
          <a:xfrm flipH="1">
            <a:off x="2521554" y="2708557"/>
            <a:ext cx="399512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4" name="直接连接符 183"/>
          <p:cNvCxnSpPr>
            <a:stCxn id="159" idx="2"/>
            <a:endCxn id="89" idx="0"/>
          </p:cNvCxnSpPr>
          <p:nvPr>
            <p:custDataLst>
              <p:tags r:id="rId158"/>
            </p:custDataLst>
          </p:nvPr>
        </p:nvCxnSpPr>
        <p:spPr>
          <a:xfrm>
            <a:off x="1855700"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5" name="直接连接符 184"/>
          <p:cNvCxnSpPr>
            <a:stCxn id="160" idx="2"/>
            <a:endCxn id="89" idx="0"/>
          </p:cNvCxnSpPr>
          <p:nvPr>
            <p:custDataLst>
              <p:tags r:id="rId159"/>
            </p:custDataLst>
          </p:nvPr>
        </p:nvCxnSpPr>
        <p:spPr>
          <a:xfrm>
            <a:off x="252155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6" name="直接连接符 185"/>
          <p:cNvCxnSpPr>
            <a:stCxn id="161" idx="2"/>
            <a:endCxn id="89" idx="0"/>
          </p:cNvCxnSpPr>
          <p:nvPr>
            <p:custDataLst>
              <p:tags r:id="rId160"/>
            </p:custDataLst>
          </p:nvPr>
        </p:nvCxnSpPr>
        <p:spPr>
          <a:xfrm>
            <a:off x="3187408"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7" name="直接连接符 186"/>
          <p:cNvCxnSpPr>
            <a:stCxn id="162" idx="2"/>
            <a:endCxn id="89" idx="0"/>
          </p:cNvCxnSpPr>
          <p:nvPr>
            <p:custDataLst>
              <p:tags r:id="rId161"/>
            </p:custDataLst>
          </p:nvPr>
        </p:nvCxnSpPr>
        <p:spPr>
          <a:xfrm flipH="1">
            <a:off x="3187409"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8" name="直接连接符 187"/>
          <p:cNvCxnSpPr>
            <a:stCxn id="163" idx="2"/>
            <a:endCxn id="89" idx="0"/>
          </p:cNvCxnSpPr>
          <p:nvPr>
            <p:custDataLst>
              <p:tags r:id="rId162"/>
            </p:custDataLst>
          </p:nvPr>
        </p:nvCxnSpPr>
        <p:spPr>
          <a:xfrm flipH="1">
            <a:off x="3187409"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89" name="直接连接符 188"/>
          <p:cNvCxnSpPr>
            <a:stCxn id="164" idx="2"/>
            <a:endCxn id="89" idx="0"/>
          </p:cNvCxnSpPr>
          <p:nvPr>
            <p:custDataLst>
              <p:tags r:id="rId163"/>
            </p:custDataLst>
          </p:nvPr>
        </p:nvCxnSpPr>
        <p:spPr>
          <a:xfrm flipH="1">
            <a:off x="318740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0" name="直接连接符 189"/>
          <p:cNvCxnSpPr>
            <a:stCxn id="165" idx="2"/>
            <a:endCxn id="89" idx="0"/>
          </p:cNvCxnSpPr>
          <p:nvPr>
            <p:custDataLst>
              <p:tags r:id="rId164"/>
            </p:custDataLst>
          </p:nvPr>
        </p:nvCxnSpPr>
        <p:spPr>
          <a:xfrm flipH="1">
            <a:off x="3187411"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1" name="直接连接符 190"/>
          <p:cNvCxnSpPr>
            <a:stCxn id="166" idx="2"/>
            <a:endCxn id="89" idx="0"/>
          </p:cNvCxnSpPr>
          <p:nvPr>
            <p:custDataLst>
              <p:tags r:id="rId165"/>
            </p:custDataLst>
          </p:nvPr>
        </p:nvCxnSpPr>
        <p:spPr>
          <a:xfrm flipH="1">
            <a:off x="3187409"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2" name="直接连接符 191"/>
          <p:cNvCxnSpPr>
            <a:stCxn id="159" idx="2"/>
            <a:endCxn id="90" idx="0"/>
          </p:cNvCxnSpPr>
          <p:nvPr>
            <p:custDataLst>
              <p:tags r:id="rId166"/>
            </p:custDataLst>
          </p:nvPr>
        </p:nvCxnSpPr>
        <p:spPr>
          <a:xfrm>
            <a:off x="185569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3" name="直接连接符 192"/>
          <p:cNvCxnSpPr>
            <a:stCxn id="160" idx="2"/>
            <a:endCxn id="90" idx="0"/>
          </p:cNvCxnSpPr>
          <p:nvPr>
            <p:custDataLst>
              <p:tags r:id="rId167"/>
            </p:custDataLst>
          </p:nvPr>
        </p:nvCxnSpPr>
        <p:spPr>
          <a:xfrm>
            <a:off x="2521555"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4" name="直接连接符 193"/>
          <p:cNvCxnSpPr>
            <a:stCxn id="161" idx="2"/>
            <a:endCxn id="90" idx="0"/>
          </p:cNvCxnSpPr>
          <p:nvPr>
            <p:custDataLst>
              <p:tags r:id="rId168"/>
            </p:custDataLst>
          </p:nvPr>
        </p:nvCxnSpPr>
        <p:spPr>
          <a:xfrm>
            <a:off x="3187409"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5" name="直接连接符 194"/>
          <p:cNvCxnSpPr>
            <a:stCxn id="162" idx="2"/>
            <a:endCxn id="90" idx="0"/>
          </p:cNvCxnSpPr>
          <p:nvPr>
            <p:custDataLst>
              <p:tags r:id="rId169"/>
            </p:custDataLst>
          </p:nvPr>
        </p:nvCxnSpPr>
        <p:spPr>
          <a:xfrm>
            <a:off x="3853263"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6" name="直接连接符 195"/>
          <p:cNvCxnSpPr>
            <a:stCxn id="163" idx="2"/>
            <a:endCxn id="90" idx="0"/>
          </p:cNvCxnSpPr>
          <p:nvPr>
            <p:custDataLst>
              <p:tags r:id="rId170"/>
            </p:custDataLst>
          </p:nvPr>
        </p:nvCxnSpPr>
        <p:spPr>
          <a:xfrm flipH="1">
            <a:off x="385326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7" name="直接连接符 196"/>
          <p:cNvCxnSpPr>
            <a:stCxn id="164" idx="2"/>
            <a:endCxn id="90" idx="0"/>
          </p:cNvCxnSpPr>
          <p:nvPr>
            <p:custDataLst>
              <p:tags r:id="rId171"/>
            </p:custDataLst>
          </p:nvPr>
        </p:nvCxnSpPr>
        <p:spPr>
          <a:xfrm flipH="1">
            <a:off x="3853265"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8" name="直接连接符 197"/>
          <p:cNvCxnSpPr>
            <a:stCxn id="165" idx="2"/>
            <a:endCxn id="90" idx="0"/>
          </p:cNvCxnSpPr>
          <p:nvPr>
            <p:custDataLst>
              <p:tags r:id="rId172"/>
            </p:custDataLst>
          </p:nvPr>
        </p:nvCxnSpPr>
        <p:spPr>
          <a:xfrm flipH="1">
            <a:off x="3853263"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199" name="直接连接符 198"/>
          <p:cNvCxnSpPr>
            <a:stCxn id="166" idx="2"/>
            <a:endCxn id="90" idx="0"/>
          </p:cNvCxnSpPr>
          <p:nvPr>
            <p:custDataLst>
              <p:tags r:id="rId173"/>
            </p:custDataLst>
          </p:nvPr>
        </p:nvCxnSpPr>
        <p:spPr>
          <a:xfrm flipH="1">
            <a:off x="3853265"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0" name="直接连接符 199"/>
          <p:cNvCxnSpPr>
            <a:stCxn id="159" idx="2"/>
            <a:endCxn id="115" idx="0"/>
          </p:cNvCxnSpPr>
          <p:nvPr>
            <p:custDataLst>
              <p:tags r:id="rId174"/>
            </p:custDataLst>
          </p:nvPr>
        </p:nvCxnSpPr>
        <p:spPr>
          <a:xfrm>
            <a:off x="1855700"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1" name="直接连接符 200"/>
          <p:cNvCxnSpPr>
            <a:stCxn id="159" idx="2"/>
            <a:endCxn id="116" idx="0"/>
          </p:cNvCxnSpPr>
          <p:nvPr>
            <p:custDataLst>
              <p:tags r:id="rId175"/>
            </p:custDataLst>
          </p:nvPr>
        </p:nvCxnSpPr>
        <p:spPr>
          <a:xfrm>
            <a:off x="1855700"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2" name="直接连接符 201"/>
          <p:cNvCxnSpPr>
            <a:stCxn id="159" idx="2"/>
            <a:endCxn id="117" idx="0"/>
          </p:cNvCxnSpPr>
          <p:nvPr>
            <p:custDataLst>
              <p:tags r:id="rId176"/>
            </p:custDataLst>
          </p:nvPr>
        </p:nvCxnSpPr>
        <p:spPr>
          <a:xfrm>
            <a:off x="1855699" y="2708557"/>
            <a:ext cx="399512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3" name="直接连接符 202"/>
          <p:cNvCxnSpPr>
            <a:stCxn id="159" idx="2"/>
            <a:endCxn id="118" idx="0"/>
          </p:cNvCxnSpPr>
          <p:nvPr>
            <p:custDataLst>
              <p:tags r:id="rId177"/>
            </p:custDataLst>
          </p:nvPr>
        </p:nvCxnSpPr>
        <p:spPr>
          <a:xfrm>
            <a:off x="1855699" y="2708557"/>
            <a:ext cx="4660984"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4" name="直接连接符 203"/>
          <p:cNvCxnSpPr>
            <a:stCxn id="160" idx="2"/>
            <a:endCxn id="115" idx="0"/>
          </p:cNvCxnSpPr>
          <p:nvPr>
            <p:custDataLst>
              <p:tags r:id="rId178"/>
            </p:custDataLst>
          </p:nvPr>
        </p:nvCxnSpPr>
        <p:spPr>
          <a:xfrm>
            <a:off x="2521554"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5" name="直接连接符 204"/>
          <p:cNvCxnSpPr>
            <a:stCxn id="161" idx="2"/>
            <a:endCxn id="115" idx="0"/>
          </p:cNvCxnSpPr>
          <p:nvPr>
            <p:custDataLst>
              <p:tags r:id="rId179"/>
            </p:custDataLst>
          </p:nvPr>
        </p:nvCxnSpPr>
        <p:spPr>
          <a:xfrm>
            <a:off x="3187409"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6" name="直接连接符 205"/>
          <p:cNvCxnSpPr>
            <a:stCxn id="162" idx="2"/>
            <a:endCxn id="115" idx="0"/>
          </p:cNvCxnSpPr>
          <p:nvPr>
            <p:custDataLst>
              <p:tags r:id="rId180"/>
            </p:custDataLst>
          </p:nvPr>
        </p:nvCxnSpPr>
        <p:spPr>
          <a:xfrm>
            <a:off x="385326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7" name="直接连接符 206"/>
          <p:cNvCxnSpPr>
            <a:stCxn id="163" idx="2"/>
            <a:endCxn id="115" idx="0"/>
          </p:cNvCxnSpPr>
          <p:nvPr>
            <p:custDataLst>
              <p:tags r:id="rId181"/>
            </p:custDataLst>
          </p:nvPr>
        </p:nvCxnSpPr>
        <p:spPr>
          <a:xfrm>
            <a:off x="4519118"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8" name="直接连接符 207"/>
          <p:cNvCxnSpPr>
            <a:stCxn id="164" idx="2"/>
            <a:endCxn id="115" idx="0"/>
          </p:cNvCxnSpPr>
          <p:nvPr>
            <p:custDataLst>
              <p:tags r:id="rId182"/>
            </p:custDataLst>
          </p:nvPr>
        </p:nvCxnSpPr>
        <p:spPr>
          <a:xfrm flipH="1">
            <a:off x="4519120"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09" name="直接连接符 208"/>
          <p:cNvCxnSpPr>
            <a:stCxn id="165" idx="2"/>
            <a:endCxn id="115" idx="0"/>
          </p:cNvCxnSpPr>
          <p:nvPr>
            <p:custDataLst>
              <p:tags r:id="rId183"/>
            </p:custDataLst>
          </p:nvPr>
        </p:nvCxnSpPr>
        <p:spPr>
          <a:xfrm flipH="1">
            <a:off x="4519118"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0" name="直接连接符 209"/>
          <p:cNvCxnSpPr>
            <a:stCxn id="166" idx="2"/>
            <a:endCxn id="115" idx="0"/>
          </p:cNvCxnSpPr>
          <p:nvPr>
            <p:custDataLst>
              <p:tags r:id="rId184"/>
            </p:custDataLst>
          </p:nvPr>
        </p:nvCxnSpPr>
        <p:spPr>
          <a:xfrm flipH="1">
            <a:off x="451911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1" name="直接连接符 210"/>
          <p:cNvCxnSpPr>
            <a:stCxn id="160" idx="2"/>
            <a:endCxn id="116" idx="0"/>
          </p:cNvCxnSpPr>
          <p:nvPr>
            <p:custDataLst>
              <p:tags r:id="rId185"/>
            </p:custDataLst>
          </p:nvPr>
        </p:nvCxnSpPr>
        <p:spPr>
          <a:xfrm>
            <a:off x="2521555"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2" name="直接连接符 211"/>
          <p:cNvCxnSpPr>
            <a:stCxn id="161" idx="2"/>
            <a:endCxn id="116" idx="0"/>
          </p:cNvCxnSpPr>
          <p:nvPr>
            <p:custDataLst>
              <p:tags r:id="rId186"/>
            </p:custDataLst>
          </p:nvPr>
        </p:nvCxnSpPr>
        <p:spPr>
          <a:xfrm>
            <a:off x="318740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3" name="直接连接符 212"/>
          <p:cNvCxnSpPr>
            <a:stCxn id="162" idx="2"/>
            <a:endCxn id="116" idx="0"/>
          </p:cNvCxnSpPr>
          <p:nvPr>
            <p:custDataLst>
              <p:tags r:id="rId187"/>
            </p:custDataLst>
          </p:nvPr>
        </p:nvCxnSpPr>
        <p:spPr>
          <a:xfrm>
            <a:off x="3853265"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4" name="直接连接符 213"/>
          <p:cNvCxnSpPr>
            <a:stCxn id="163" idx="2"/>
            <a:endCxn id="116" idx="0"/>
          </p:cNvCxnSpPr>
          <p:nvPr>
            <p:custDataLst>
              <p:tags r:id="rId188"/>
            </p:custDataLst>
          </p:nvPr>
        </p:nvCxnSpPr>
        <p:spPr>
          <a:xfrm>
            <a:off x="4519120"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5" name="直接连接符 214"/>
          <p:cNvCxnSpPr>
            <a:stCxn id="164" idx="2"/>
            <a:endCxn id="116" idx="0"/>
          </p:cNvCxnSpPr>
          <p:nvPr>
            <p:custDataLst>
              <p:tags r:id="rId189"/>
            </p:custDataLst>
          </p:nvPr>
        </p:nvCxnSpPr>
        <p:spPr>
          <a:xfrm>
            <a:off x="5184972"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6" name="直接连接符 215"/>
          <p:cNvCxnSpPr>
            <a:stCxn id="165" idx="2"/>
            <a:endCxn id="116" idx="0"/>
          </p:cNvCxnSpPr>
          <p:nvPr>
            <p:custDataLst>
              <p:tags r:id="rId190"/>
            </p:custDataLst>
          </p:nvPr>
        </p:nvCxnSpPr>
        <p:spPr>
          <a:xfrm flipH="1">
            <a:off x="518497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7" name="直接连接符 216"/>
          <p:cNvCxnSpPr>
            <a:stCxn id="166" idx="2"/>
            <a:endCxn id="116" idx="0"/>
          </p:cNvCxnSpPr>
          <p:nvPr>
            <p:custDataLst>
              <p:tags r:id="rId191"/>
            </p:custDataLst>
          </p:nvPr>
        </p:nvCxnSpPr>
        <p:spPr>
          <a:xfrm flipH="1">
            <a:off x="5184974"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8" name="直接连接符 217"/>
          <p:cNvCxnSpPr>
            <a:stCxn id="160" idx="2"/>
            <a:endCxn id="117" idx="0"/>
          </p:cNvCxnSpPr>
          <p:nvPr>
            <p:custDataLst>
              <p:tags r:id="rId192"/>
            </p:custDataLst>
          </p:nvPr>
        </p:nvCxnSpPr>
        <p:spPr>
          <a:xfrm>
            <a:off x="2521555"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19" name="直接连接符 218"/>
          <p:cNvCxnSpPr>
            <a:stCxn id="161" idx="2"/>
            <a:endCxn id="117" idx="0"/>
          </p:cNvCxnSpPr>
          <p:nvPr>
            <p:custDataLst>
              <p:tags r:id="rId193"/>
            </p:custDataLst>
          </p:nvPr>
        </p:nvCxnSpPr>
        <p:spPr>
          <a:xfrm>
            <a:off x="3187411"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0" name="直接连接符 219"/>
          <p:cNvCxnSpPr>
            <a:stCxn id="162" idx="2"/>
            <a:endCxn id="117" idx="0"/>
          </p:cNvCxnSpPr>
          <p:nvPr>
            <p:custDataLst>
              <p:tags r:id="rId194"/>
            </p:custDataLst>
          </p:nvPr>
        </p:nvCxnSpPr>
        <p:spPr>
          <a:xfrm>
            <a:off x="3853263"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1" name="直接连接符 220"/>
          <p:cNvCxnSpPr>
            <a:stCxn id="163" idx="2"/>
            <a:endCxn id="117" idx="0"/>
          </p:cNvCxnSpPr>
          <p:nvPr>
            <p:custDataLst>
              <p:tags r:id="rId195"/>
            </p:custDataLst>
          </p:nvPr>
        </p:nvCxnSpPr>
        <p:spPr>
          <a:xfrm>
            <a:off x="4519118"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2" name="直接连接符 221"/>
          <p:cNvCxnSpPr>
            <a:stCxn id="164" idx="2"/>
            <a:endCxn id="117" idx="0"/>
          </p:cNvCxnSpPr>
          <p:nvPr>
            <p:custDataLst>
              <p:tags r:id="rId196"/>
            </p:custDataLst>
          </p:nvPr>
        </p:nvCxnSpPr>
        <p:spPr>
          <a:xfrm>
            <a:off x="5184974"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3" name="直接连接符 222"/>
          <p:cNvCxnSpPr>
            <a:stCxn id="165" idx="2"/>
            <a:endCxn id="117" idx="0"/>
          </p:cNvCxnSpPr>
          <p:nvPr>
            <p:custDataLst>
              <p:tags r:id="rId197"/>
            </p:custDataLst>
          </p:nvPr>
        </p:nvCxnSpPr>
        <p:spPr>
          <a:xfrm>
            <a:off x="5850827"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4" name="直接连接符 223"/>
          <p:cNvCxnSpPr>
            <a:stCxn id="166" idx="2"/>
            <a:endCxn id="117" idx="0"/>
          </p:cNvCxnSpPr>
          <p:nvPr>
            <p:custDataLst>
              <p:tags r:id="rId198"/>
            </p:custDataLst>
          </p:nvPr>
        </p:nvCxnSpPr>
        <p:spPr>
          <a:xfrm flipH="1">
            <a:off x="5850829"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5" name="直接连接符 224"/>
          <p:cNvCxnSpPr>
            <a:stCxn id="160" idx="2"/>
            <a:endCxn id="118" idx="0"/>
          </p:cNvCxnSpPr>
          <p:nvPr>
            <p:custDataLst>
              <p:tags r:id="rId199"/>
            </p:custDataLst>
          </p:nvPr>
        </p:nvCxnSpPr>
        <p:spPr>
          <a:xfrm>
            <a:off x="2521554" y="2708557"/>
            <a:ext cx="399512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6" name="直接连接符 225"/>
          <p:cNvCxnSpPr>
            <a:stCxn id="161" idx="2"/>
            <a:endCxn id="118" idx="0"/>
          </p:cNvCxnSpPr>
          <p:nvPr>
            <p:custDataLst>
              <p:tags r:id="rId200"/>
            </p:custDataLst>
          </p:nvPr>
        </p:nvCxnSpPr>
        <p:spPr>
          <a:xfrm>
            <a:off x="3187409" y="2708557"/>
            <a:ext cx="332927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27" name="直接连接符 226"/>
          <p:cNvCxnSpPr>
            <a:stCxn id="162" idx="2"/>
            <a:endCxn id="118" idx="0"/>
          </p:cNvCxnSpPr>
          <p:nvPr>
            <p:custDataLst>
              <p:tags r:id="rId201"/>
            </p:custDataLst>
          </p:nvPr>
        </p:nvCxnSpPr>
        <p:spPr>
          <a:xfrm>
            <a:off x="3853265" y="2708557"/>
            <a:ext cx="2663419"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4" name="直接连接符 233"/>
          <p:cNvCxnSpPr>
            <a:stCxn id="163" idx="2"/>
            <a:endCxn id="118" idx="0"/>
          </p:cNvCxnSpPr>
          <p:nvPr>
            <p:custDataLst>
              <p:tags r:id="rId202"/>
            </p:custDataLst>
          </p:nvPr>
        </p:nvCxnSpPr>
        <p:spPr>
          <a:xfrm>
            <a:off x="4519118" y="2708557"/>
            <a:ext cx="1997566"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6" name="直接连接符 235"/>
          <p:cNvCxnSpPr>
            <a:stCxn id="164" idx="2"/>
            <a:endCxn id="118" idx="0"/>
          </p:cNvCxnSpPr>
          <p:nvPr>
            <p:custDataLst>
              <p:tags r:id="rId203"/>
            </p:custDataLst>
          </p:nvPr>
        </p:nvCxnSpPr>
        <p:spPr>
          <a:xfrm>
            <a:off x="5184974" y="2708557"/>
            <a:ext cx="133171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7" name="直接连接符 236"/>
          <p:cNvCxnSpPr>
            <a:stCxn id="165" idx="2"/>
            <a:endCxn id="118" idx="0"/>
          </p:cNvCxnSpPr>
          <p:nvPr>
            <p:custDataLst>
              <p:tags r:id="rId204"/>
            </p:custDataLst>
          </p:nvPr>
        </p:nvCxnSpPr>
        <p:spPr>
          <a:xfrm>
            <a:off x="5850829" y="2708557"/>
            <a:ext cx="665855"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38" name="直接连接符 237"/>
          <p:cNvCxnSpPr>
            <a:stCxn id="166" idx="2"/>
            <a:endCxn id="118" idx="0"/>
          </p:cNvCxnSpPr>
          <p:nvPr>
            <p:custDataLst>
              <p:tags r:id="rId205"/>
            </p:custDataLst>
          </p:nvPr>
        </p:nvCxnSpPr>
        <p:spPr>
          <a:xfrm>
            <a:off x="6516683" y="2708557"/>
            <a:ext cx="0" cy="943877"/>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240" name="文本框 239"/>
          <p:cNvSpPr txBox="1"/>
          <p:nvPr>
            <p:custDataLst>
              <p:tags r:id="rId206"/>
            </p:custDataLst>
          </p:nvPr>
        </p:nvSpPr>
        <p:spPr>
          <a:xfrm>
            <a:off x="15661" y="3423635"/>
            <a:ext cx="2057231" cy="275482"/>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S1</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241" name="图片 240" descr="CE12800交换机-蓝.png"/>
          <p:cNvPicPr>
            <a:picLocks noChangeAspect="1"/>
          </p:cNvPicPr>
          <p:nvPr>
            <p:custDataLst>
              <p:tags r:id="rId207"/>
            </p:custDataLst>
          </p:nvPr>
        </p:nvPicPr>
        <p:blipFill>
          <a:blip r:embed="rId39" cstate="print"/>
          <a:stretch>
            <a:fillRect/>
          </a:stretch>
        </p:blipFill>
        <p:spPr>
          <a:xfrm>
            <a:off x="1671620" y="1446671"/>
            <a:ext cx="367521" cy="290081"/>
          </a:xfrm>
          <a:prstGeom prst="rect">
            <a:avLst/>
          </a:prstGeom>
        </p:spPr>
      </p:pic>
      <p:pic>
        <p:nvPicPr>
          <p:cNvPr id="242" name="图片 241" descr="CE12800交换机-蓝.png"/>
          <p:cNvPicPr>
            <a:picLocks noChangeAspect="1"/>
          </p:cNvPicPr>
          <p:nvPr>
            <p:custDataLst>
              <p:tags r:id="rId208"/>
            </p:custDataLst>
          </p:nvPr>
        </p:nvPicPr>
        <p:blipFill>
          <a:blip r:embed="rId39" cstate="print"/>
          <a:stretch>
            <a:fillRect/>
          </a:stretch>
        </p:blipFill>
        <p:spPr>
          <a:xfrm>
            <a:off x="2337477" y="1446671"/>
            <a:ext cx="367521" cy="290081"/>
          </a:xfrm>
          <a:prstGeom prst="rect">
            <a:avLst/>
          </a:prstGeom>
        </p:spPr>
      </p:pic>
      <p:pic>
        <p:nvPicPr>
          <p:cNvPr id="243" name="图片 242" descr="CE12800交换机-蓝.png"/>
          <p:cNvPicPr>
            <a:picLocks noChangeAspect="1"/>
          </p:cNvPicPr>
          <p:nvPr>
            <p:custDataLst>
              <p:tags r:id="rId209"/>
            </p:custDataLst>
          </p:nvPr>
        </p:nvPicPr>
        <p:blipFill>
          <a:blip r:embed="rId39" cstate="print"/>
          <a:stretch>
            <a:fillRect/>
          </a:stretch>
        </p:blipFill>
        <p:spPr>
          <a:xfrm>
            <a:off x="3003330" y="1446671"/>
            <a:ext cx="367521" cy="290081"/>
          </a:xfrm>
          <a:prstGeom prst="rect">
            <a:avLst/>
          </a:prstGeom>
        </p:spPr>
      </p:pic>
      <p:pic>
        <p:nvPicPr>
          <p:cNvPr id="244" name="图片 243" descr="CE12800交换机-蓝.png"/>
          <p:cNvPicPr>
            <a:picLocks noChangeAspect="1"/>
          </p:cNvPicPr>
          <p:nvPr>
            <p:custDataLst>
              <p:tags r:id="rId210"/>
            </p:custDataLst>
          </p:nvPr>
        </p:nvPicPr>
        <p:blipFill>
          <a:blip r:embed="rId39" cstate="print"/>
          <a:stretch>
            <a:fillRect/>
          </a:stretch>
        </p:blipFill>
        <p:spPr>
          <a:xfrm>
            <a:off x="3669185" y="1446671"/>
            <a:ext cx="367521" cy="290081"/>
          </a:xfrm>
          <a:prstGeom prst="rect">
            <a:avLst/>
          </a:prstGeom>
        </p:spPr>
      </p:pic>
      <p:pic>
        <p:nvPicPr>
          <p:cNvPr id="245" name="图片 244" descr="CE12800交换机-蓝.png"/>
          <p:cNvPicPr>
            <a:picLocks noChangeAspect="1"/>
          </p:cNvPicPr>
          <p:nvPr>
            <p:custDataLst>
              <p:tags r:id="rId211"/>
            </p:custDataLst>
          </p:nvPr>
        </p:nvPicPr>
        <p:blipFill>
          <a:blip r:embed="rId39" cstate="print"/>
          <a:stretch>
            <a:fillRect/>
          </a:stretch>
        </p:blipFill>
        <p:spPr>
          <a:xfrm>
            <a:off x="4335040" y="1446671"/>
            <a:ext cx="367521" cy="290081"/>
          </a:xfrm>
          <a:prstGeom prst="rect">
            <a:avLst/>
          </a:prstGeom>
        </p:spPr>
      </p:pic>
      <p:pic>
        <p:nvPicPr>
          <p:cNvPr id="246" name="图片 245" descr="CE12800交换机-蓝.png"/>
          <p:cNvPicPr>
            <a:picLocks noChangeAspect="1"/>
          </p:cNvPicPr>
          <p:nvPr>
            <p:custDataLst>
              <p:tags r:id="rId212"/>
            </p:custDataLst>
          </p:nvPr>
        </p:nvPicPr>
        <p:blipFill>
          <a:blip r:embed="rId39" cstate="print"/>
          <a:stretch>
            <a:fillRect/>
          </a:stretch>
        </p:blipFill>
        <p:spPr>
          <a:xfrm>
            <a:off x="5000895" y="1446671"/>
            <a:ext cx="367521" cy="290081"/>
          </a:xfrm>
          <a:prstGeom prst="rect">
            <a:avLst/>
          </a:prstGeom>
        </p:spPr>
      </p:pic>
      <p:pic>
        <p:nvPicPr>
          <p:cNvPr id="247" name="图片 246" descr="CE12800交换机-蓝.png"/>
          <p:cNvPicPr>
            <a:picLocks noChangeAspect="1"/>
          </p:cNvPicPr>
          <p:nvPr>
            <p:custDataLst>
              <p:tags r:id="rId213"/>
            </p:custDataLst>
          </p:nvPr>
        </p:nvPicPr>
        <p:blipFill>
          <a:blip r:embed="rId39" cstate="print"/>
          <a:stretch>
            <a:fillRect/>
          </a:stretch>
        </p:blipFill>
        <p:spPr>
          <a:xfrm>
            <a:off x="5666751" y="1446671"/>
            <a:ext cx="367521" cy="290081"/>
          </a:xfrm>
          <a:prstGeom prst="rect">
            <a:avLst/>
          </a:prstGeom>
        </p:spPr>
      </p:pic>
      <p:pic>
        <p:nvPicPr>
          <p:cNvPr id="248" name="图片 247" descr="CE12800交换机-蓝.png"/>
          <p:cNvPicPr>
            <a:picLocks noChangeAspect="1"/>
          </p:cNvPicPr>
          <p:nvPr>
            <p:custDataLst>
              <p:tags r:id="rId214"/>
            </p:custDataLst>
          </p:nvPr>
        </p:nvPicPr>
        <p:blipFill>
          <a:blip r:embed="rId39" cstate="print"/>
          <a:stretch>
            <a:fillRect/>
          </a:stretch>
        </p:blipFill>
        <p:spPr>
          <a:xfrm>
            <a:off x="6332606" y="1446671"/>
            <a:ext cx="367521" cy="290081"/>
          </a:xfrm>
          <a:prstGeom prst="rect">
            <a:avLst/>
          </a:prstGeom>
        </p:spPr>
      </p:pic>
      <p:cxnSp>
        <p:nvCxnSpPr>
          <p:cNvPr id="256" name="直接连接符 255"/>
          <p:cNvCxnSpPr>
            <a:stCxn id="159" idx="0"/>
            <a:endCxn id="241" idx="2"/>
          </p:cNvCxnSpPr>
          <p:nvPr>
            <p:custDataLst>
              <p:tags r:id="rId215"/>
            </p:custDataLst>
          </p:nvPr>
        </p:nvCxnSpPr>
        <p:spPr>
          <a:xfrm flipV="1">
            <a:off x="1855698"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7" name="直接连接符 256"/>
          <p:cNvCxnSpPr>
            <a:stCxn id="159" idx="0"/>
            <a:endCxn id="242" idx="2"/>
          </p:cNvCxnSpPr>
          <p:nvPr>
            <p:custDataLst>
              <p:tags r:id="rId216"/>
            </p:custDataLst>
          </p:nvPr>
        </p:nvCxnSpPr>
        <p:spPr>
          <a:xfrm flipV="1">
            <a:off x="1855701"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8" name="直接连接符 257"/>
          <p:cNvCxnSpPr>
            <a:stCxn id="159" idx="0"/>
            <a:endCxn id="243" idx="2"/>
          </p:cNvCxnSpPr>
          <p:nvPr>
            <p:custDataLst>
              <p:tags r:id="rId217"/>
            </p:custDataLst>
          </p:nvPr>
        </p:nvCxnSpPr>
        <p:spPr>
          <a:xfrm flipV="1">
            <a:off x="1855700"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59" name="直接连接符 258"/>
          <p:cNvCxnSpPr>
            <a:stCxn id="159" idx="0"/>
            <a:endCxn id="244" idx="2"/>
          </p:cNvCxnSpPr>
          <p:nvPr>
            <p:custDataLst>
              <p:tags r:id="rId218"/>
            </p:custDataLst>
          </p:nvPr>
        </p:nvCxnSpPr>
        <p:spPr>
          <a:xfrm flipV="1">
            <a:off x="185569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0" name="直接连接符 259"/>
          <p:cNvCxnSpPr>
            <a:stCxn id="159" idx="0"/>
            <a:endCxn id="245" idx="2"/>
          </p:cNvCxnSpPr>
          <p:nvPr>
            <p:custDataLst>
              <p:tags r:id="rId219"/>
            </p:custDataLst>
          </p:nvPr>
        </p:nvCxnSpPr>
        <p:spPr>
          <a:xfrm flipV="1">
            <a:off x="1855700"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3" name="直接连接符 262"/>
          <p:cNvCxnSpPr>
            <a:stCxn id="159" idx="0"/>
            <a:endCxn id="246" idx="2"/>
          </p:cNvCxnSpPr>
          <p:nvPr>
            <p:custDataLst>
              <p:tags r:id="rId220"/>
            </p:custDataLst>
          </p:nvPr>
        </p:nvCxnSpPr>
        <p:spPr>
          <a:xfrm flipV="1">
            <a:off x="1855700"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4" name="直接连接符 263"/>
          <p:cNvCxnSpPr>
            <a:stCxn id="159" idx="0"/>
            <a:endCxn id="247" idx="2"/>
          </p:cNvCxnSpPr>
          <p:nvPr>
            <p:custDataLst>
              <p:tags r:id="rId221"/>
            </p:custDataLst>
          </p:nvPr>
        </p:nvCxnSpPr>
        <p:spPr>
          <a:xfrm flipV="1">
            <a:off x="1855699" y="1736751"/>
            <a:ext cx="399512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5" name="直接连接符 264"/>
          <p:cNvCxnSpPr>
            <a:stCxn id="159" idx="0"/>
            <a:endCxn id="248" idx="2"/>
          </p:cNvCxnSpPr>
          <p:nvPr>
            <p:custDataLst>
              <p:tags r:id="rId222"/>
            </p:custDataLst>
          </p:nvPr>
        </p:nvCxnSpPr>
        <p:spPr>
          <a:xfrm flipV="1">
            <a:off x="1855699" y="1736751"/>
            <a:ext cx="4660984"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6" name="直接连接符 265"/>
          <p:cNvCxnSpPr>
            <a:stCxn id="160" idx="0"/>
            <a:endCxn id="242" idx="2"/>
          </p:cNvCxnSpPr>
          <p:nvPr>
            <p:custDataLst>
              <p:tags r:id="rId223"/>
            </p:custDataLst>
          </p:nvPr>
        </p:nvCxnSpPr>
        <p:spPr>
          <a:xfrm flipV="1">
            <a:off x="2521554"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7" name="直接连接符 266"/>
          <p:cNvCxnSpPr>
            <a:stCxn id="160" idx="0"/>
            <a:endCxn id="241" idx="2"/>
          </p:cNvCxnSpPr>
          <p:nvPr>
            <p:custDataLst>
              <p:tags r:id="rId224"/>
            </p:custDataLst>
          </p:nvPr>
        </p:nvCxnSpPr>
        <p:spPr>
          <a:xfrm flipH="1" flipV="1">
            <a:off x="1855701"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8" name="直接连接符 267"/>
          <p:cNvCxnSpPr>
            <a:stCxn id="160" idx="0"/>
            <a:endCxn id="243" idx="2"/>
          </p:cNvCxnSpPr>
          <p:nvPr>
            <p:custDataLst>
              <p:tags r:id="rId225"/>
            </p:custDataLst>
          </p:nvPr>
        </p:nvCxnSpPr>
        <p:spPr>
          <a:xfrm flipV="1">
            <a:off x="252155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69" name="直接连接符 268"/>
          <p:cNvCxnSpPr>
            <a:stCxn id="160" idx="0"/>
            <a:endCxn id="244" idx="2"/>
          </p:cNvCxnSpPr>
          <p:nvPr>
            <p:custDataLst>
              <p:tags r:id="rId226"/>
            </p:custDataLst>
          </p:nvPr>
        </p:nvCxnSpPr>
        <p:spPr>
          <a:xfrm flipV="1">
            <a:off x="2521555"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0" name="直接连接符 269"/>
          <p:cNvCxnSpPr>
            <a:stCxn id="160" idx="0"/>
            <a:endCxn id="245" idx="2"/>
          </p:cNvCxnSpPr>
          <p:nvPr>
            <p:custDataLst>
              <p:tags r:id="rId227"/>
            </p:custDataLst>
          </p:nvPr>
        </p:nvCxnSpPr>
        <p:spPr>
          <a:xfrm flipV="1">
            <a:off x="2521554"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1" name="直接连接符 270"/>
          <p:cNvCxnSpPr>
            <a:stCxn id="160" idx="0"/>
            <a:endCxn id="246" idx="2"/>
          </p:cNvCxnSpPr>
          <p:nvPr>
            <p:custDataLst>
              <p:tags r:id="rId228"/>
            </p:custDataLst>
          </p:nvPr>
        </p:nvCxnSpPr>
        <p:spPr>
          <a:xfrm flipV="1">
            <a:off x="2521555"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2" name="直接连接符 271"/>
          <p:cNvCxnSpPr>
            <a:stCxn id="160" idx="0"/>
            <a:endCxn id="247" idx="2"/>
          </p:cNvCxnSpPr>
          <p:nvPr>
            <p:custDataLst>
              <p:tags r:id="rId229"/>
            </p:custDataLst>
          </p:nvPr>
        </p:nvCxnSpPr>
        <p:spPr>
          <a:xfrm flipV="1">
            <a:off x="2521555"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3" name="直接连接符 272"/>
          <p:cNvCxnSpPr>
            <a:stCxn id="160" idx="0"/>
            <a:endCxn id="248" idx="2"/>
          </p:cNvCxnSpPr>
          <p:nvPr>
            <p:custDataLst>
              <p:tags r:id="rId230"/>
            </p:custDataLst>
          </p:nvPr>
        </p:nvCxnSpPr>
        <p:spPr>
          <a:xfrm flipV="1">
            <a:off x="2521554" y="1736751"/>
            <a:ext cx="399512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4" name="直接连接符 273"/>
          <p:cNvCxnSpPr>
            <a:stCxn id="161" idx="0"/>
            <a:endCxn id="241" idx="2"/>
          </p:cNvCxnSpPr>
          <p:nvPr>
            <p:custDataLst>
              <p:tags r:id="rId231"/>
            </p:custDataLst>
          </p:nvPr>
        </p:nvCxnSpPr>
        <p:spPr>
          <a:xfrm flipH="1" flipV="1">
            <a:off x="1855700"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5" name="直接连接符 274"/>
          <p:cNvCxnSpPr>
            <a:stCxn id="161" idx="0"/>
            <a:endCxn id="242" idx="2"/>
          </p:cNvCxnSpPr>
          <p:nvPr>
            <p:custDataLst>
              <p:tags r:id="rId232"/>
            </p:custDataLst>
          </p:nvPr>
        </p:nvCxnSpPr>
        <p:spPr>
          <a:xfrm flipH="1" flipV="1">
            <a:off x="252155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6" name="直接连接符 275"/>
          <p:cNvCxnSpPr>
            <a:stCxn id="161" idx="0"/>
            <a:endCxn id="243" idx="2"/>
          </p:cNvCxnSpPr>
          <p:nvPr>
            <p:custDataLst>
              <p:tags r:id="rId233"/>
            </p:custDataLst>
          </p:nvPr>
        </p:nvCxnSpPr>
        <p:spPr>
          <a:xfrm flipV="1">
            <a:off x="3187408"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7" name="直接连接符 276"/>
          <p:cNvCxnSpPr>
            <a:stCxn id="161" idx="0"/>
            <a:endCxn id="244" idx="2"/>
          </p:cNvCxnSpPr>
          <p:nvPr>
            <p:custDataLst>
              <p:tags r:id="rId234"/>
            </p:custDataLst>
          </p:nvPr>
        </p:nvCxnSpPr>
        <p:spPr>
          <a:xfrm flipV="1">
            <a:off x="3187409"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8" name="直接连接符 277"/>
          <p:cNvCxnSpPr>
            <a:stCxn id="161" idx="0"/>
            <a:endCxn id="245" idx="2"/>
          </p:cNvCxnSpPr>
          <p:nvPr>
            <p:custDataLst>
              <p:tags r:id="rId235"/>
            </p:custDataLst>
          </p:nvPr>
        </p:nvCxnSpPr>
        <p:spPr>
          <a:xfrm flipV="1">
            <a:off x="3187409"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79" name="直接连接符 278"/>
          <p:cNvCxnSpPr>
            <a:stCxn id="161" idx="0"/>
            <a:endCxn id="246" idx="2"/>
          </p:cNvCxnSpPr>
          <p:nvPr>
            <p:custDataLst>
              <p:tags r:id="rId236"/>
            </p:custDataLst>
          </p:nvPr>
        </p:nvCxnSpPr>
        <p:spPr>
          <a:xfrm flipV="1">
            <a:off x="318740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0" name="直接连接符 279"/>
          <p:cNvCxnSpPr>
            <a:stCxn id="161" idx="0"/>
            <a:endCxn id="247" idx="2"/>
          </p:cNvCxnSpPr>
          <p:nvPr>
            <p:custDataLst>
              <p:tags r:id="rId237"/>
            </p:custDataLst>
          </p:nvPr>
        </p:nvCxnSpPr>
        <p:spPr>
          <a:xfrm flipV="1">
            <a:off x="3187411"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1" name="直接连接符 280"/>
          <p:cNvCxnSpPr>
            <a:stCxn id="161" idx="0"/>
            <a:endCxn id="248" idx="2"/>
          </p:cNvCxnSpPr>
          <p:nvPr>
            <p:custDataLst>
              <p:tags r:id="rId238"/>
            </p:custDataLst>
          </p:nvPr>
        </p:nvCxnSpPr>
        <p:spPr>
          <a:xfrm flipV="1">
            <a:off x="3187409"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2" name="直接连接符 281"/>
          <p:cNvCxnSpPr>
            <a:stCxn id="162" idx="0"/>
            <a:endCxn id="241" idx="2"/>
          </p:cNvCxnSpPr>
          <p:nvPr>
            <p:custDataLst>
              <p:tags r:id="rId239"/>
            </p:custDataLst>
          </p:nvPr>
        </p:nvCxnSpPr>
        <p:spPr>
          <a:xfrm flipH="1" flipV="1">
            <a:off x="185569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3" name="直接连接符 282"/>
          <p:cNvCxnSpPr>
            <a:stCxn id="162" idx="0"/>
            <a:endCxn id="242" idx="2"/>
          </p:cNvCxnSpPr>
          <p:nvPr>
            <p:custDataLst>
              <p:tags r:id="rId240"/>
            </p:custDataLst>
          </p:nvPr>
        </p:nvCxnSpPr>
        <p:spPr>
          <a:xfrm flipH="1" flipV="1">
            <a:off x="2521555"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4" name="直接连接符 283"/>
          <p:cNvCxnSpPr>
            <a:stCxn id="162" idx="0"/>
            <a:endCxn id="243" idx="2"/>
          </p:cNvCxnSpPr>
          <p:nvPr>
            <p:custDataLst>
              <p:tags r:id="rId241"/>
            </p:custDataLst>
          </p:nvPr>
        </p:nvCxnSpPr>
        <p:spPr>
          <a:xfrm flipH="1" flipV="1">
            <a:off x="3187409"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5" name="直接连接符 284"/>
          <p:cNvCxnSpPr>
            <a:endCxn id="244" idx="2"/>
          </p:cNvCxnSpPr>
          <p:nvPr>
            <p:custDataLst>
              <p:tags r:id="rId242"/>
            </p:custDataLst>
          </p:nvPr>
        </p:nvCxnSpPr>
        <p:spPr>
          <a:xfrm flipV="1">
            <a:off x="3853263" y="1736752"/>
            <a:ext cx="0" cy="673472"/>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6" name="直接连接符 285"/>
          <p:cNvCxnSpPr>
            <a:stCxn id="162" idx="0"/>
            <a:endCxn id="245" idx="2"/>
          </p:cNvCxnSpPr>
          <p:nvPr>
            <p:custDataLst>
              <p:tags r:id="rId243"/>
            </p:custDataLst>
          </p:nvPr>
        </p:nvCxnSpPr>
        <p:spPr>
          <a:xfrm flipV="1">
            <a:off x="385326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7" name="直接连接符 286"/>
          <p:cNvCxnSpPr>
            <a:stCxn id="162" idx="0"/>
            <a:endCxn id="246" idx="2"/>
          </p:cNvCxnSpPr>
          <p:nvPr>
            <p:custDataLst>
              <p:tags r:id="rId244"/>
            </p:custDataLst>
          </p:nvPr>
        </p:nvCxnSpPr>
        <p:spPr>
          <a:xfrm flipV="1">
            <a:off x="3853265"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8" name="直接连接符 287"/>
          <p:cNvCxnSpPr>
            <a:stCxn id="162" idx="0"/>
            <a:endCxn id="247" idx="2"/>
          </p:cNvCxnSpPr>
          <p:nvPr>
            <p:custDataLst>
              <p:tags r:id="rId245"/>
            </p:custDataLst>
          </p:nvPr>
        </p:nvCxnSpPr>
        <p:spPr>
          <a:xfrm flipV="1">
            <a:off x="3853263"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89" name="直接连接符 288"/>
          <p:cNvCxnSpPr>
            <a:stCxn id="162" idx="0"/>
            <a:endCxn id="248" idx="2"/>
          </p:cNvCxnSpPr>
          <p:nvPr>
            <p:custDataLst>
              <p:tags r:id="rId246"/>
            </p:custDataLst>
          </p:nvPr>
        </p:nvCxnSpPr>
        <p:spPr>
          <a:xfrm flipV="1">
            <a:off x="3853265"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0" name="直接连接符 289"/>
          <p:cNvCxnSpPr>
            <a:stCxn id="163" idx="0"/>
            <a:endCxn id="241" idx="2"/>
          </p:cNvCxnSpPr>
          <p:nvPr>
            <p:custDataLst>
              <p:tags r:id="rId247"/>
            </p:custDataLst>
          </p:nvPr>
        </p:nvCxnSpPr>
        <p:spPr>
          <a:xfrm flipH="1" flipV="1">
            <a:off x="1855700"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1" name="直接连接符 290"/>
          <p:cNvCxnSpPr>
            <a:stCxn id="163" idx="0"/>
            <a:endCxn id="242" idx="2"/>
          </p:cNvCxnSpPr>
          <p:nvPr>
            <p:custDataLst>
              <p:tags r:id="rId248"/>
            </p:custDataLst>
          </p:nvPr>
        </p:nvCxnSpPr>
        <p:spPr>
          <a:xfrm flipH="1" flipV="1">
            <a:off x="2521554"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2" name="直接连接符 291"/>
          <p:cNvCxnSpPr>
            <a:stCxn id="163" idx="0"/>
            <a:endCxn id="243" idx="2"/>
          </p:cNvCxnSpPr>
          <p:nvPr>
            <p:custDataLst>
              <p:tags r:id="rId249"/>
            </p:custDataLst>
          </p:nvPr>
        </p:nvCxnSpPr>
        <p:spPr>
          <a:xfrm flipH="1" flipV="1">
            <a:off x="3187409"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3" name="直接连接符 292"/>
          <p:cNvCxnSpPr>
            <a:stCxn id="163" idx="0"/>
            <a:endCxn id="244" idx="2"/>
          </p:cNvCxnSpPr>
          <p:nvPr>
            <p:custDataLst>
              <p:tags r:id="rId250"/>
            </p:custDataLst>
          </p:nvPr>
        </p:nvCxnSpPr>
        <p:spPr>
          <a:xfrm flipH="1" flipV="1">
            <a:off x="385326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4" name="直接连接符 293"/>
          <p:cNvCxnSpPr>
            <a:stCxn id="163" idx="0"/>
            <a:endCxn id="245" idx="2"/>
          </p:cNvCxnSpPr>
          <p:nvPr>
            <p:custDataLst>
              <p:tags r:id="rId251"/>
            </p:custDataLst>
          </p:nvPr>
        </p:nvCxnSpPr>
        <p:spPr>
          <a:xfrm flipV="1">
            <a:off x="4519118"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5" name="直接连接符 294"/>
          <p:cNvCxnSpPr>
            <a:stCxn id="163" idx="0"/>
            <a:endCxn id="246" idx="2"/>
          </p:cNvCxnSpPr>
          <p:nvPr>
            <p:custDataLst>
              <p:tags r:id="rId252"/>
            </p:custDataLst>
          </p:nvPr>
        </p:nvCxnSpPr>
        <p:spPr>
          <a:xfrm flipV="1">
            <a:off x="4519120"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6" name="直接连接符 295"/>
          <p:cNvCxnSpPr>
            <a:stCxn id="163" idx="0"/>
            <a:endCxn id="247" idx="2"/>
          </p:cNvCxnSpPr>
          <p:nvPr>
            <p:custDataLst>
              <p:tags r:id="rId253"/>
            </p:custDataLst>
          </p:nvPr>
        </p:nvCxnSpPr>
        <p:spPr>
          <a:xfrm flipV="1">
            <a:off x="4519118"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7" name="直接连接符 296"/>
          <p:cNvCxnSpPr>
            <a:stCxn id="163" idx="0"/>
            <a:endCxn id="248" idx="2"/>
          </p:cNvCxnSpPr>
          <p:nvPr>
            <p:custDataLst>
              <p:tags r:id="rId254"/>
            </p:custDataLst>
          </p:nvPr>
        </p:nvCxnSpPr>
        <p:spPr>
          <a:xfrm flipV="1">
            <a:off x="451911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8" name="直接连接符 297"/>
          <p:cNvCxnSpPr>
            <a:stCxn id="164" idx="0"/>
            <a:endCxn id="241" idx="2"/>
          </p:cNvCxnSpPr>
          <p:nvPr>
            <p:custDataLst>
              <p:tags r:id="rId255"/>
            </p:custDataLst>
          </p:nvPr>
        </p:nvCxnSpPr>
        <p:spPr>
          <a:xfrm flipH="1" flipV="1">
            <a:off x="1855700"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299" name="直接连接符 298"/>
          <p:cNvCxnSpPr>
            <a:stCxn id="164" idx="0"/>
            <a:endCxn id="242" idx="2"/>
          </p:cNvCxnSpPr>
          <p:nvPr>
            <p:custDataLst>
              <p:tags r:id="rId256"/>
            </p:custDataLst>
          </p:nvPr>
        </p:nvCxnSpPr>
        <p:spPr>
          <a:xfrm flipH="1" flipV="1">
            <a:off x="2521555"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0" name="直接连接符 299"/>
          <p:cNvCxnSpPr>
            <a:stCxn id="164" idx="0"/>
            <a:endCxn id="243" idx="2"/>
          </p:cNvCxnSpPr>
          <p:nvPr>
            <p:custDataLst>
              <p:tags r:id="rId257"/>
            </p:custDataLst>
          </p:nvPr>
        </p:nvCxnSpPr>
        <p:spPr>
          <a:xfrm flipH="1" flipV="1">
            <a:off x="318740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1" name="直接连接符 300"/>
          <p:cNvCxnSpPr>
            <a:stCxn id="164" idx="0"/>
            <a:endCxn id="244" idx="2"/>
          </p:cNvCxnSpPr>
          <p:nvPr>
            <p:custDataLst>
              <p:tags r:id="rId258"/>
            </p:custDataLst>
          </p:nvPr>
        </p:nvCxnSpPr>
        <p:spPr>
          <a:xfrm flipH="1" flipV="1">
            <a:off x="3853265"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2" name="直接连接符 301"/>
          <p:cNvCxnSpPr>
            <a:stCxn id="164" idx="0"/>
            <a:endCxn id="245" idx="2"/>
          </p:cNvCxnSpPr>
          <p:nvPr>
            <p:custDataLst>
              <p:tags r:id="rId259"/>
            </p:custDataLst>
          </p:nvPr>
        </p:nvCxnSpPr>
        <p:spPr>
          <a:xfrm flipH="1" flipV="1">
            <a:off x="4519120"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3" name="直接连接符 302"/>
          <p:cNvCxnSpPr>
            <a:stCxn id="164" idx="0"/>
            <a:endCxn id="246" idx="2"/>
          </p:cNvCxnSpPr>
          <p:nvPr>
            <p:custDataLst>
              <p:tags r:id="rId260"/>
            </p:custDataLst>
          </p:nvPr>
        </p:nvCxnSpPr>
        <p:spPr>
          <a:xfrm flipV="1">
            <a:off x="5184972"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4" name="直接连接符 303"/>
          <p:cNvCxnSpPr>
            <a:stCxn id="164" idx="0"/>
            <a:endCxn id="247" idx="2"/>
          </p:cNvCxnSpPr>
          <p:nvPr>
            <p:custDataLst>
              <p:tags r:id="rId261"/>
            </p:custDataLst>
          </p:nvPr>
        </p:nvCxnSpPr>
        <p:spPr>
          <a:xfrm flipV="1">
            <a:off x="518497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5" name="直接连接符 304"/>
          <p:cNvCxnSpPr>
            <a:stCxn id="164" idx="0"/>
            <a:endCxn id="248" idx="2"/>
          </p:cNvCxnSpPr>
          <p:nvPr>
            <p:custDataLst>
              <p:tags r:id="rId262"/>
            </p:custDataLst>
          </p:nvPr>
        </p:nvCxnSpPr>
        <p:spPr>
          <a:xfrm flipV="1">
            <a:off x="5184974"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6" name="直接连接符 305"/>
          <p:cNvCxnSpPr>
            <a:stCxn id="165" idx="0"/>
            <a:endCxn id="241" idx="2"/>
          </p:cNvCxnSpPr>
          <p:nvPr>
            <p:custDataLst>
              <p:tags r:id="rId263"/>
            </p:custDataLst>
          </p:nvPr>
        </p:nvCxnSpPr>
        <p:spPr>
          <a:xfrm flipH="1" flipV="1">
            <a:off x="1855699" y="1736751"/>
            <a:ext cx="399512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7" name="直接连接符 306"/>
          <p:cNvCxnSpPr>
            <a:stCxn id="165" idx="0"/>
            <a:endCxn id="242" idx="2"/>
          </p:cNvCxnSpPr>
          <p:nvPr>
            <p:custDataLst>
              <p:tags r:id="rId264"/>
            </p:custDataLst>
          </p:nvPr>
        </p:nvCxnSpPr>
        <p:spPr>
          <a:xfrm flipH="1" flipV="1">
            <a:off x="2521555"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8" name="直接连接符 307"/>
          <p:cNvCxnSpPr>
            <a:stCxn id="165" idx="0"/>
            <a:endCxn id="243" idx="2"/>
          </p:cNvCxnSpPr>
          <p:nvPr>
            <p:custDataLst>
              <p:tags r:id="rId265"/>
            </p:custDataLst>
          </p:nvPr>
        </p:nvCxnSpPr>
        <p:spPr>
          <a:xfrm flipH="1" flipV="1">
            <a:off x="3187411"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09" name="直接连接符 308"/>
          <p:cNvCxnSpPr>
            <a:stCxn id="165" idx="0"/>
            <a:endCxn id="244" idx="2"/>
          </p:cNvCxnSpPr>
          <p:nvPr>
            <p:custDataLst>
              <p:tags r:id="rId266"/>
            </p:custDataLst>
          </p:nvPr>
        </p:nvCxnSpPr>
        <p:spPr>
          <a:xfrm flipH="1" flipV="1">
            <a:off x="3853263"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0" name="直接连接符 309"/>
          <p:cNvCxnSpPr>
            <a:stCxn id="165" idx="0"/>
            <a:endCxn id="245" idx="2"/>
          </p:cNvCxnSpPr>
          <p:nvPr>
            <p:custDataLst>
              <p:tags r:id="rId267"/>
            </p:custDataLst>
          </p:nvPr>
        </p:nvCxnSpPr>
        <p:spPr>
          <a:xfrm flipH="1" flipV="1">
            <a:off x="4519118"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1" name="直接连接符 310"/>
          <p:cNvCxnSpPr>
            <a:stCxn id="165" idx="0"/>
            <a:endCxn id="246" idx="2"/>
          </p:cNvCxnSpPr>
          <p:nvPr>
            <p:custDataLst>
              <p:tags r:id="rId268"/>
            </p:custDataLst>
          </p:nvPr>
        </p:nvCxnSpPr>
        <p:spPr>
          <a:xfrm flipH="1" flipV="1">
            <a:off x="5184974"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2" name="直接连接符 311"/>
          <p:cNvCxnSpPr>
            <a:stCxn id="165" idx="0"/>
            <a:endCxn id="247" idx="2"/>
          </p:cNvCxnSpPr>
          <p:nvPr>
            <p:custDataLst>
              <p:tags r:id="rId269"/>
            </p:custDataLst>
          </p:nvPr>
        </p:nvCxnSpPr>
        <p:spPr>
          <a:xfrm flipV="1">
            <a:off x="5850827"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3" name="直接连接符 312"/>
          <p:cNvCxnSpPr>
            <a:stCxn id="165" idx="0"/>
            <a:endCxn id="248" idx="2"/>
          </p:cNvCxnSpPr>
          <p:nvPr>
            <p:custDataLst>
              <p:tags r:id="rId270"/>
            </p:custDataLst>
          </p:nvPr>
        </p:nvCxnSpPr>
        <p:spPr>
          <a:xfrm flipV="1">
            <a:off x="5850829"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4" name="直接连接符 313"/>
          <p:cNvCxnSpPr>
            <a:stCxn id="166" idx="0"/>
            <a:endCxn id="248" idx="2"/>
          </p:cNvCxnSpPr>
          <p:nvPr>
            <p:custDataLst>
              <p:tags r:id="rId271"/>
            </p:custDataLst>
          </p:nvPr>
        </p:nvCxnSpPr>
        <p:spPr>
          <a:xfrm flipV="1">
            <a:off x="6516683" y="1736751"/>
            <a:ext cx="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5" name="直接连接符 314"/>
          <p:cNvCxnSpPr>
            <a:stCxn id="166" idx="0"/>
            <a:endCxn id="247" idx="2"/>
          </p:cNvCxnSpPr>
          <p:nvPr>
            <p:custDataLst>
              <p:tags r:id="rId272"/>
            </p:custDataLst>
          </p:nvPr>
        </p:nvCxnSpPr>
        <p:spPr>
          <a:xfrm flipH="1" flipV="1">
            <a:off x="5850829" y="1736751"/>
            <a:ext cx="66585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6" name="直接连接符 315"/>
          <p:cNvCxnSpPr>
            <a:stCxn id="166" idx="0"/>
            <a:endCxn id="246" idx="2"/>
          </p:cNvCxnSpPr>
          <p:nvPr>
            <p:custDataLst>
              <p:tags r:id="rId273"/>
            </p:custDataLst>
          </p:nvPr>
        </p:nvCxnSpPr>
        <p:spPr>
          <a:xfrm flipH="1" flipV="1">
            <a:off x="5184974" y="1736751"/>
            <a:ext cx="1331710"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7" name="直接连接符 316"/>
          <p:cNvCxnSpPr>
            <a:stCxn id="166" idx="0"/>
            <a:endCxn id="245" idx="2"/>
          </p:cNvCxnSpPr>
          <p:nvPr>
            <p:custDataLst>
              <p:tags r:id="rId274"/>
            </p:custDataLst>
          </p:nvPr>
        </p:nvCxnSpPr>
        <p:spPr>
          <a:xfrm flipH="1" flipV="1">
            <a:off x="4519118" y="1736751"/>
            <a:ext cx="1997566"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8" name="直接连接符 317"/>
          <p:cNvCxnSpPr>
            <a:stCxn id="166" idx="0"/>
            <a:endCxn id="244" idx="2"/>
          </p:cNvCxnSpPr>
          <p:nvPr>
            <p:custDataLst>
              <p:tags r:id="rId275"/>
            </p:custDataLst>
          </p:nvPr>
        </p:nvCxnSpPr>
        <p:spPr>
          <a:xfrm flipH="1" flipV="1">
            <a:off x="3853265" y="1736751"/>
            <a:ext cx="266341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19" name="直接连接符 318"/>
          <p:cNvCxnSpPr>
            <a:stCxn id="166" idx="0"/>
            <a:endCxn id="243" idx="2"/>
          </p:cNvCxnSpPr>
          <p:nvPr>
            <p:custDataLst>
              <p:tags r:id="rId276"/>
            </p:custDataLst>
          </p:nvPr>
        </p:nvCxnSpPr>
        <p:spPr>
          <a:xfrm flipH="1" flipV="1">
            <a:off x="3187409" y="1736751"/>
            <a:ext cx="3329275"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0" name="直接连接符 319"/>
          <p:cNvCxnSpPr>
            <a:stCxn id="166" idx="0"/>
            <a:endCxn id="242" idx="2"/>
          </p:cNvCxnSpPr>
          <p:nvPr>
            <p:custDataLst>
              <p:tags r:id="rId277"/>
            </p:custDataLst>
          </p:nvPr>
        </p:nvCxnSpPr>
        <p:spPr>
          <a:xfrm flipH="1" flipV="1">
            <a:off x="2521554" y="1736751"/>
            <a:ext cx="3995129"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1" name="直接连接符 320"/>
          <p:cNvCxnSpPr>
            <a:stCxn id="166" idx="0"/>
            <a:endCxn id="241" idx="2"/>
          </p:cNvCxnSpPr>
          <p:nvPr>
            <p:custDataLst>
              <p:tags r:id="rId278"/>
            </p:custDataLst>
          </p:nvPr>
        </p:nvCxnSpPr>
        <p:spPr>
          <a:xfrm flipH="1" flipV="1">
            <a:off x="1855699" y="1736751"/>
            <a:ext cx="4660984" cy="681723"/>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322" name="文本框 321"/>
          <p:cNvSpPr txBox="1"/>
          <p:nvPr>
            <p:custDataLst>
              <p:tags r:id="rId279"/>
            </p:custDataLst>
          </p:nvPr>
        </p:nvSpPr>
        <p:spPr>
          <a:xfrm>
            <a:off x="4764" y="2410226"/>
            <a:ext cx="1458025" cy="276891"/>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S2</a:t>
            </a:r>
            <a:r>
              <a:rPr lang="en-US" altLang="zh-CN" sz="1200" dirty="0">
                <a:solidFill>
                  <a:prstClr val="black"/>
                </a:solidFill>
                <a:latin typeface="Calibri"/>
                <a:ea typeface="宋体"/>
              </a:rPr>
              <a:t>: CE9875-64EO*8</a:t>
            </a:r>
            <a:endParaRPr lang="en-US" altLang="zh-CN" sz="1200" dirty="0">
              <a:solidFill>
                <a:prstClr val="black"/>
              </a:solidFill>
              <a:latin typeface="Calibri"/>
              <a:ea typeface="宋体"/>
            </a:endParaRPr>
          </a:p>
        </p:txBody>
      </p:sp>
      <p:pic>
        <p:nvPicPr>
          <p:cNvPr id="324" name="图片 323" descr="CE12800交换机-蓝.png"/>
          <p:cNvPicPr>
            <a:picLocks noChangeAspect="1"/>
          </p:cNvPicPr>
          <p:nvPr>
            <p:custDataLst>
              <p:tags r:id="rId280"/>
            </p:custDataLst>
          </p:nvPr>
        </p:nvPicPr>
        <p:blipFill>
          <a:blip r:embed="rId39" cstate="print"/>
          <a:stretch>
            <a:fillRect/>
          </a:stretch>
        </p:blipFill>
        <p:spPr>
          <a:xfrm>
            <a:off x="3003330" y="441224"/>
            <a:ext cx="367521" cy="290081"/>
          </a:xfrm>
          <a:prstGeom prst="rect">
            <a:avLst/>
          </a:prstGeom>
        </p:spPr>
      </p:pic>
      <p:pic>
        <p:nvPicPr>
          <p:cNvPr id="325" name="图片 324" descr="CE12800交换机-蓝.png"/>
          <p:cNvPicPr>
            <a:picLocks noChangeAspect="1"/>
          </p:cNvPicPr>
          <p:nvPr>
            <p:custDataLst>
              <p:tags r:id="rId281"/>
            </p:custDataLst>
          </p:nvPr>
        </p:nvPicPr>
        <p:blipFill>
          <a:blip r:embed="rId39" cstate="print"/>
          <a:stretch>
            <a:fillRect/>
          </a:stretch>
        </p:blipFill>
        <p:spPr>
          <a:xfrm>
            <a:off x="3669185" y="441224"/>
            <a:ext cx="367521" cy="290081"/>
          </a:xfrm>
          <a:prstGeom prst="rect">
            <a:avLst/>
          </a:prstGeom>
        </p:spPr>
      </p:pic>
      <p:pic>
        <p:nvPicPr>
          <p:cNvPr id="326" name="图片 325" descr="CE12800交换机-蓝.png"/>
          <p:cNvPicPr>
            <a:picLocks noChangeAspect="1"/>
          </p:cNvPicPr>
          <p:nvPr>
            <p:custDataLst>
              <p:tags r:id="rId282"/>
            </p:custDataLst>
          </p:nvPr>
        </p:nvPicPr>
        <p:blipFill>
          <a:blip r:embed="rId39" cstate="print"/>
          <a:stretch>
            <a:fillRect/>
          </a:stretch>
        </p:blipFill>
        <p:spPr>
          <a:xfrm>
            <a:off x="4335040" y="441224"/>
            <a:ext cx="367521" cy="290081"/>
          </a:xfrm>
          <a:prstGeom prst="rect">
            <a:avLst/>
          </a:prstGeom>
        </p:spPr>
      </p:pic>
      <p:pic>
        <p:nvPicPr>
          <p:cNvPr id="327" name="图片 326" descr="CE12800交换机-蓝.png"/>
          <p:cNvPicPr>
            <a:picLocks noChangeAspect="1"/>
          </p:cNvPicPr>
          <p:nvPr>
            <p:custDataLst>
              <p:tags r:id="rId283"/>
            </p:custDataLst>
          </p:nvPr>
        </p:nvPicPr>
        <p:blipFill>
          <a:blip r:embed="rId39" cstate="print"/>
          <a:stretch>
            <a:fillRect/>
          </a:stretch>
        </p:blipFill>
        <p:spPr>
          <a:xfrm>
            <a:off x="5000895" y="441224"/>
            <a:ext cx="367521" cy="290081"/>
          </a:xfrm>
          <a:prstGeom prst="rect">
            <a:avLst/>
          </a:prstGeom>
        </p:spPr>
      </p:pic>
      <p:cxnSp>
        <p:nvCxnSpPr>
          <p:cNvPr id="328" name="直接连接符 327"/>
          <p:cNvCxnSpPr>
            <a:stCxn id="241" idx="0"/>
            <a:endCxn id="324" idx="2"/>
          </p:cNvCxnSpPr>
          <p:nvPr>
            <p:custDataLst>
              <p:tags r:id="rId284"/>
            </p:custDataLst>
          </p:nvPr>
        </p:nvCxnSpPr>
        <p:spPr>
          <a:xfrm flipV="1">
            <a:off x="1855700"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29" name="直接连接符 328"/>
          <p:cNvCxnSpPr>
            <a:stCxn id="242" idx="0"/>
            <a:endCxn id="324" idx="2"/>
          </p:cNvCxnSpPr>
          <p:nvPr>
            <p:custDataLst>
              <p:tags r:id="rId285"/>
            </p:custDataLst>
          </p:nvPr>
        </p:nvCxnSpPr>
        <p:spPr>
          <a:xfrm flipV="1">
            <a:off x="2521554"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0" name="直接连接符 329"/>
          <p:cNvCxnSpPr>
            <a:stCxn id="243" idx="0"/>
            <a:endCxn id="324" idx="2"/>
          </p:cNvCxnSpPr>
          <p:nvPr>
            <p:custDataLst>
              <p:tags r:id="rId286"/>
            </p:custDataLst>
          </p:nvPr>
        </p:nvCxnSpPr>
        <p:spPr>
          <a:xfrm flipV="1">
            <a:off x="3187408" y="731307"/>
            <a:ext cx="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1" name="直接连接符 330"/>
          <p:cNvCxnSpPr>
            <a:stCxn id="244" idx="0"/>
            <a:endCxn id="324" idx="2"/>
          </p:cNvCxnSpPr>
          <p:nvPr>
            <p:custDataLst>
              <p:tags r:id="rId287"/>
            </p:custDataLst>
          </p:nvPr>
        </p:nvCxnSpPr>
        <p:spPr>
          <a:xfrm flipH="1" flipV="1">
            <a:off x="3187409"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2" name="直接连接符 331"/>
          <p:cNvCxnSpPr>
            <a:stCxn id="245" idx="0"/>
            <a:endCxn id="324" idx="2"/>
          </p:cNvCxnSpPr>
          <p:nvPr>
            <p:custDataLst>
              <p:tags r:id="rId288"/>
            </p:custDataLst>
          </p:nvPr>
        </p:nvCxnSpPr>
        <p:spPr>
          <a:xfrm flipH="1" flipV="1">
            <a:off x="3187409"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3" name="直接连接符 332"/>
          <p:cNvCxnSpPr>
            <a:stCxn id="246" idx="0"/>
            <a:endCxn id="324" idx="2"/>
          </p:cNvCxnSpPr>
          <p:nvPr>
            <p:custDataLst>
              <p:tags r:id="rId289"/>
            </p:custDataLst>
          </p:nvPr>
        </p:nvCxnSpPr>
        <p:spPr>
          <a:xfrm flipH="1" flipV="1">
            <a:off x="3187408"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4" name="直接连接符 333"/>
          <p:cNvCxnSpPr>
            <a:stCxn id="247" idx="0"/>
            <a:endCxn id="324" idx="2"/>
          </p:cNvCxnSpPr>
          <p:nvPr>
            <p:custDataLst>
              <p:tags r:id="rId290"/>
            </p:custDataLst>
          </p:nvPr>
        </p:nvCxnSpPr>
        <p:spPr>
          <a:xfrm flipH="1" flipV="1">
            <a:off x="3187411" y="731307"/>
            <a:ext cx="2663419"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5" name="直接连接符 334"/>
          <p:cNvCxnSpPr>
            <a:stCxn id="248" idx="0"/>
            <a:endCxn id="324" idx="2"/>
          </p:cNvCxnSpPr>
          <p:nvPr>
            <p:custDataLst>
              <p:tags r:id="rId291"/>
            </p:custDataLst>
          </p:nvPr>
        </p:nvCxnSpPr>
        <p:spPr>
          <a:xfrm flipH="1" flipV="1">
            <a:off x="3187409" y="731307"/>
            <a:ext cx="332927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6" name="直接连接符 335"/>
          <p:cNvCxnSpPr>
            <a:stCxn id="241" idx="0"/>
            <a:endCxn id="325" idx="2"/>
          </p:cNvCxnSpPr>
          <p:nvPr>
            <p:custDataLst>
              <p:tags r:id="rId292"/>
            </p:custDataLst>
          </p:nvPr>
        </p:nvCxnSpPr>
        <p:spPr>
          <a:xfrm flipV="1">
            <a:off x="1855698"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7" name="直接连接符 336"/>
          <p:cNvCxnSpPr>
            <a:stCxn id="242" idx="0"/>
            <a:endCxn id="325" idx="2"/>
          </p:cNvCxnSpPr>
          <p:nvPr>
            <p:custDataLst>
              <p:tags r:id="rId293"/>
            </p:custDataLst>
          </p:nvPr>
        </p:nvCxnSpPr>
        <p:spPr>
          <a:xfrm flipV="1">
            <a:off x="2521555"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8" name="直接连接符 337"/>
          <p:cNvCxnSpPr>
            <a:stCxn id="243" idx="0"/>
            <a:endCxn id="325" idx="2"/>
          </p:cNvCxnSpPr>
          <p:nvPr>
            <p:custDataLst>
              <p:tags r:id="rId294"/>
            </p:custDataLst>
          </p:nvPr>
        </p:nvCxnSpPr>
        <p:spPr>
          <a:xfrm flipV="1">
            <a:off x="3187409"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39" name="直接连接符 338"/>
          <p:cNvCxnSpPr>
            <a:stCxn id="244" idx="0"/>
            <a:endCxn id="325" idx="2"/>
          </p:cNvCxnSpPr>
          <p:nvPr>
            <p:custDataLst>
              <p:tags r:id="rId295"/>
            </p:custDataLst>
          </p:nvPr>
        </p:nvCxnSpPr>
        <p:spPr>
          <a:xfrm flipV="1">
            <a:off x="3853263" y="731307"/>
            <a:ext cx="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0" name="直接连接符 339"/>
          <p:cNvCxnSpPr>
            <a:stCxn id="245" idx="0"/>
            <a:endCxn id="325" idx="2"/>
          </p:cNvCxnSpPr>
          <p:nvPr>
            <p:custDataLst>
              <p:tags r:id="rId296"/>
            </p:custDataLst>
          </p:nvPr>
        </p:nvCxnSpPr>
        <p:spPr>
          <a:xfrm flipH="1" flipV="1">
            <a:off x="3853264"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1" name="直接连接符 340"/>
          <p:cNvCxnSpPr>
            <a:stCxn id="246" idx="0"/>
            <a:endCxn id="325" idx="2"/>
          </p:cNvCxnSpPr>
          <p:nvPr>
            <p:custDataLst>
              <p:tags r:id="rId297"/>
            </p:custDataLst>
          </p:nvPr>
        </p:nvCxnSpPr>
        <p:spPr>
          <a:xfrm flipH="1" flipV="1">
            <a:off x="3853265"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2" name="直接连接符 341"/>
          <p:cNvCxnSpPr>
            <a:stCxn id="247" idx="0"/>
            <a:endCxn id="325" idx="2"/>
          </p:cNvCxnSpPr>
          <p:nvPr>
            <p:custDataLst>
              <p:tags r:id="rId298"/>
            </p:custDataLst>
          </p:nvPr>
        </p:nvCxnSpPr>
        <p:spPr>
          <a:xfrm flipH="1" flipV="1">
            <a:off x="3853263"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3" name="直接连接符 342"/>
          <p:cNvCxnSpPr>
            <a:stCxn id="248" idx="0"/>
            <a:endCxn id="325" idx="2"/>
          </p:cNvCxnSpPr>
          <p:nvPr>
            <p:custDataLst>
              <p:tags r:id="rId299"/>
            </p:custDataLst>
          </p:nvPr>
        </p:nvCxnSpPr>
        <p:spPr>
          <a:xfrm flipH="1" flipV="1">
            <a:off x="3853265" y="731307"/>
            <a:ext cx="2663419"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4" name="直接连接符 343"/>
          <p:cNvCxnSpPr>
            <a:stCxn id="241" idx="0"/>
            <a:endCxn id="326" idx="2"/>
          </p:cNvCxnSpPr>
          <p:nvPr>
            <p:custDataLst>
              <p:tags r:id="rId300"/>
            </p:custDataLst>
          </p:nvPr>
        </p:nvCxnSpPr>
        <p:spPr>
          <a:xfrm flipV="1">
            <a:off x="1855700" y="731307"/>
            <a:ext cx="2663419"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5" name="直接连接符 344"/>
          <p:cNvCxnSpPr>
            <a:stCxn id="242" idx="0"/>
            <a:endCxn id="326" idx="2"/>
          </p:cNvCxnSpPr>
          <p:nvPr>
            <p:custDataLst>
              <p:tags r:id="rId301"/>
            </p:custDataLst>
          </p:nvPr>
        </p:nvCxnSpPr>
        <p:spPr>
          <a:xfrm flipV="1">
            <a:off x="2521554"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6" name="直接连接符 345"/>
          <p:cNvCxnSpPr>
            <a:stCxn id="243" idx="0"/>
            <a:endCxn id="326" idx="2"/>
          </p:cNvCxnSpPr>
          <p:nvPr>
            <p:custDataLst>
              <p:tags r:id="rId302"/>
            </p:custDataLst>
          </p:nvPr>
        </p:nvCxnSpPr>
        <p:spPr>
          <a:xfrm flipV="1">
            <a:off x="3187409"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7" name="直接连接符 346"/>
          <p:cNvCxnSpPr>
            <a:stCxn id="244" idx="0"/>
            <a:endCxn id="326" idx="2"/>
          </p:cNvCxnSpPr>
          <p:nvPr>
            <p:custDataLst>
              <p:tags r:id="rId303"/>
            </p:custDataLst>
          </p:nvPr>
        </p:nvCxnSpPr>
        <p:spPr>
          <a:xfrm flipV="1">
            <a:off x="3853264"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8" name="直接连接符 347"/>
          <p:cNvCxnSpPr>
            <a:stCxn id="245" idx="0"/>
            <a:endCxn id="326" idx="2"/>
          </p:cNvCxnSpPr>
          <p:nvPr>
            <p:custDataLst>
              <p:tags r:id="rId304"/>
            </p:custDataLst>
          </p:nvPr>
        </p:nvCxnSpPr>
        <p:spPr>
          <a:xfrm flipV="1">
            <a:off x="4519118" y="731307"/>
            <a:ext cx="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49" name="直接连接符 348"/>
          <p:cNvCxnSpPr>
            <a:stCxn id="246" idx="0"/>
            <a:endCxn id="326" idx="2"/>
          </p:cNvCxnSpPr>
          <p:nvPr>
            <p:custDataLst>
              <p:tags r:id="rId305"/>
            </p:custDataLst>
          </p:nvPr>
        </p:nvCxnSpPr>
        <p:spPr>
          <a:xfrm flipH="1" flipV="1">
            <a:off x="4519120"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0" name="直接连接符 349"/>
          <p:cNvCxnSpPr>
            <a:stCxn id="247" idx="0"/>
            <a:endCxn id="326" idx="2"/>
          </p:cNvCxnSpPr>
          <p:nvPr>
            <p:custDataLst>
              <p:tags r:id="rId306"/>
            </p:custDataLst>
          </p:nvPr>
        </p:nvCxnSpPr>
        <p:spPr>
          <a:xfrm flipH="1" flipV="1">
            <a:off x="4519118"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1" name="直接连接符 350"/>
          <p:cNvCxnSpPr>
            <a:stCxn id="248" idx="0"/>
            <a:endCxn id="326" idx="2"/>
          </p:cNvCxnSpPr>
          <p:nvPr>
            <p:custDataLst>
              <p:tags r:id="rId307"/>
            </p:custDataLst>
          </p:nvPr>
        </p:nvCxnSpPr>
        <p:spPr>
          <a:xfrm flipH="1" flipV="1">
            <a:off x="4519118"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2" name="直接连接符 351"/>
          <p:cNvCxnSpPr>
            <a:stCxn id="241" idx="0"/>
            <a:endCxn id="327" idx="2"/>
          </p:cNvCxnSpPr>
          <p:nvPr>
            <p:custDataLst>
              <p:tags r:id="rId308"/>
            </p:custDataLst>
          </p:nvPr>
        </p:nvCxnSpPr>
        <p:spPr>
          <a:xfrm flipV="1">
            <a:off x="1855700" y="731307"/>
            <a:ext cx="332927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3" name="直接连接符 352"/>
          <p:cNvCxnSpPr>
            <a:stCxn id="242" idx="0"/>
            <a:endCxn id="327" idx="2"/>
          </p:cNvCxnSpPr>
          <p:nvPr>
            <p:custDataLst>
              <p:tags r:id="rId309"/>
            </p:custDataLst>
          </p:nvPr>
        </p:nvCxnSpPr>
        <p:spPr>
          <a:xfrm flipV="1">
            <a:off x="2521555" y="731307"/>
            <a:ext cx="2663419"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4" name="直接连接符 353"/>
          <p:cNvCxnSpPr>
            <a:stCxn id="243" idx="0"/>
            <a:endCxn id="327" idx="2"/>
          </p:cNvCxnSpPr>
          <p:nvPr>
            <p:custDataLst>
              <p:tags r:id="rId310"/>
            </p:custDataLst>
          </p:nvPr>
        </p:nvCxnSpPr>
        <p:spPr>
          <a:xfrm flipV="1">
            <a:off x="3187408" y="731307"/>
            <a:ext cx="1997566"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5" name="直接连接符 354"/>
          <p:cNvCxnSpPr>
            <a:stCxn id="244" idx="0"/>
            <a:endCxn id="327" idx="2"/>
          </p:cNvCxnSpPr>
          <p:nvPr>
            <p:custDataLst>
              <p:tags r:id="rId311"/>
            </p:custDataLst>
          </p:nvPr>
        </p:nvCxnSpPr>
        <p:spPr>
          <a:xfrm flipV="1">
            <a:off x="3853265"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6" name="直接连接符 355"/>
          <p:cNvCxnSpPr>
            <a:stCxn id="245" idx="0"/>
            <a:endCxn id="327" idx="2"/>
          </p:cNvCxnSpPr>
          <p:nvPr>
            <p:custDataLst>
              <p:tags r:id="rId312"/>
            </p:custDataLst>
          </p:nvPr>
        </p:nvCxnSpPr>
        <p:spPr>
          <a:xfrm flipV="1">
            <a:off x="4519120"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7" name="直接连接符 356"/>
          <p:cNvCxnSpPr>
            <a:stCxn id="246" idx="0"/>
            <a:endCxn id="327" idx="2"/>
          </p:cNvCxnSpPr>
          <p:nvPr>
            <p:custDataLst>
              <p:tags r:id="rId313"/>
            </p:custDataLst>
          </p:nvPr>
        </p:nvCxnSpPr>
        <p:spPr>
          <a:xfrm flipV="1">
            <a:off x="5184972" y="731307"/>
            <a:ext cx="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8" name="直接连接符 357"/>
          <p:cNvCxnSpPr>
            <a:stCxn id="247" idx="0"/>
            <a:endCxn id="327" idx="2"/>
          </p:cNvCxnSpPr>
          <p:nvPr>
            <p:custDataLst>
              <p:tags r:id="rId314"/>
            </p:custDataLst>
          </p:nvPr>
        </p:nvCxnSpPr>
        <p:spPr>
          <a:xfrm flipH="1" flipV="1">
            <a:off x="5184974" y="731307"/>
            <a:ext cx="665855"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cxnSp>
        <p:nvCxnSpPr>
          <p:cNvPr id="359" name="直接连接符 358"/>
          <p:cNvCxnSpPr>
            <a:stCxn id="248" idx="0"/>
            <a:endCxn id="327" idx="2"/>
          </p:cNvCxnSpPr>
          <p:nvPr>
            <p:custDataLst>
              <p:tags r:id="rId315"/>
            </p:custDataLst>
          </p:nvPr>
        </p:nvCxnSpPr>
        <p:spPr>
          <a:xfrm flipH="1" flipV="1">
            <a:off x="5184974" y="731307"/>
            <a:ext cx="1331710" cy="715366"/>
          </a:xfrm>
          <a:prstGeom prst="line">
            <a:avLst/>
          </a:prstGeom>
          <a:ln w="19050">
            <a:solidFill>
              <a:srgbClr val="7030A0"/>
            </a:solidFill>
          </a:ln>
        </p:spPr>
        <p:style>
          <a:lnRef idx="2">
            <a:schemeClr val="accent1"/>
          </a:lnRef>
          <a:fillRef idx="0">
            <a:srgbClr val="FFFFFF"/>
          </a:fillRef>
          <a:effectRef idx="0">
            <a:srgbClr val="FFFFFF"/>
          </a:effectRef>
          <a:fontRef idx="minor">
            <a:schemeClr val="tx1"/>
          </a:fontRef>
        </p:style>
      </p:cxnSp>
      <p:sp>
        <p:nvSpPr>
          <p:cNvPr id="360" name="文本框 359"/>
          <p:cNvSpPr txBox="1"/>
          <p:nvPr>
            <p:custDataLst>
              <p:tags r:id="rId316"/>
            </p:custDataLst>
          </p:nvPr>
        </p:nvSpPr>
        <p:spPr>
          <a:xfrm>
            <a:off x="163452" y="574521"/>
            <a:ext cx="2057231" cy="275482"/>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DCI</a:t>
            </a:r>
            <a:r>
              <a:rPr lang="en-US" altLang="zh-CN" sz="1200" dirty="0">
                <a:solidFill>
                  <a:prstClr val="black"/>
                </a:solidFill>
                <a:latin typeface="Calibri"/>
                <a:ea typeface="宋体"/>
              </a:rPr>
              <a:t>: 12500R*4</a:t>
            </a:r>
            <a:endParaRPr lang="en-US" altLang="zh-CN" sz="1200" dirty="0">
              <a:solidFill>
                <a:prstClr val="black"/>
              </a:solidFill>
              <a:latin typeface="Calibri"/>
              <a:ea typeface="宋体"/>
            </a:endParaRPr>
          </a:p>
        </p:txBody>
      </p:sp>
      <p:cxnSp>
        <p:nvCxnSpPr>
          <p:cNvPr id="363" name="直接连接符 362"/>
          <p:cNvCxnSpPr>
            <a:stCxn id="55" idx="0"/>
            <a:endCxn id="3" idx="2"/>
          </p:cNvCxnSpPr>
          <p:nvPr>
            <p:custDataLst>
              <p:tags r:id="rId317"/>
            </p:custDataLst>
          </p:nvPr>
        </p:nvCxnSpPr>
        <p:spPr>
          <a:xfrm flipH="1" flipV="1">
            <a:off x="1855382" y="3942519"/>
            <a:ext cx="727140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4" name="直接连接符 363"/>
          <p:cNvCxnSpPr>
            <a:stCxn id="55" idx="0"/>
            <a:endCxn id="88" idx="2"/>
          </p:cNvCxnSpPr>
          <p:nvPr>
            <p:custDataLst>
              <p:tags r:id="rId318"/>
            </p:custDataLst>
          </p:nvPr>
        </p:nvCxnSpPr>
        <p:spPr>
          <a:xfrm flipH="1" flipV="1">
            <a:off x="2521237" y="3942519"/>
            <a:ext cx="660554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5" name="直接连接符 364"/>
          <p:cNvCxnSpPr>
            <a:stCxn id="55" idx="0"/>
            <a:endCxn id="89" idx="2"/>
          </p:cNvCxnSpPr>
          <p:nvPr>
            <p:custDataLst>
              <p:tags r:id="rId319"/>
            </p:custDataLst>
          </p:nvPr>
        </p:nvCxnSpPr>
        <p:spPr>
          <a:xfrm flipH="1" flipV="1">
            <a:off x="3187092" y="3942519"/>
            <a:ext cx="593969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6" name="直接连接符 365"/>
          <p:cNvCxnSpPr>
            <a:stCxn id="55" idx="0"/>
            <a:endCxn id="90" idx="2"/>
          </p:cNvCxnSpPr>
          <p:nvPr>
            <p:custDataLst>
              <p:tags r:id="rId320"/>
            </p:custDataLst>
          </p:nvPr>
        </p:nvCxnSpPr>
        <p:spPr>
          <a:xfrm flipH="1" flipV="1">
            <a:off x="3852948" y="3942519"/>
            <a:ext cx="5273836"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7" name="直接连接符 366"/>
          <p:cNvCxnSpPr>
            <a:stCxn id="55" idx="0"/>
            <a:endCxn id="115" idx="2"/>
          </p:cNvCxnSpPr>
          <p:nvPr>
            <p:custDataLst>
              <p:tags r:id="rId321"/>
            </p:custDataLst>
          </p:nvPr>
        </p:nvCxnSpPr>
        <p:spPr>
          <a:xfrm flipH="1" flipV="1">
            <a:off x="4518803" y="3942519"/>
            <a:ext cx="460798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8" name="直接连接符 367"/>
          <p:cNvCxnSpPr>
            <a:stCxn id="55" idx="0"/>
            <a:endCxn id="116" idx="2"/>
          </p:cNvCxnSpPr>
          <p:nvPr>
            <p:custDataLst>
              <p:tags r:id="rId322"/>
            </p:custDataLst>
          </p:nvPr>
        </p:nvCxnSpPr>
        <p:spPr>
          <a:xfrm flipH="1" flipV="1">
            <a:off x="5184658" y="3942519"/>
            <a:ext cx="394212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69" name="直接连接符 368"/>
          <p:cNvCxnSpPr>
            <a:stCxn id="55" idx="0"/>
            <a:endCxn id="117" idx="2"/>
          </p:cNvCxnSpPr>
          <p:nvPr>
            <p:custDataLst>
              <p:tags r:id="rId323"/>
            </p:custDataLst>
          </p:nvPr>
        </p:nvCxnSpPr>
        <p:spPr>
          <a:xfrm flipH="1" flipV="1">
            <a:off x="5850512" y="3942519"/>
            <a:ext cx="327627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0" name="直接连接符 369"/>
          <p:cNvCxnSpPr>
            <a:stCxn id="55" idx="0"/>
            <a:endCxn id="118" idx="2"/>
          </p:cNvCxnSpPr>
          <p:nvPr>
            <p:custDataLst>
              <p:tags r:id="rId324"/>
            </p:custDataLst>
          </p:nvPr>
        </p:nvCxnSpPr>
        <p:spPr>
          <a:xfrm flipH="1" flipV="1">
            <a:off x="6516370" y="3942519"/>
            <a:ext cx="261041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1" name="直接连接符 370"/>
          <p:cNvCxnSpPr>
            <a:stCxn id="56" idx="0"/>
            <a:endCxn id="118" idx="2"/>
          </p:cNvCxnSpPr>
          <p:nvPr>
            <p:custDataLst>
              <p:tags r:id="rId325"/>
            </p:custDataLst>
          </p:nvPr>
        </p:nvCxnSpPr>
        <p:spPr>
          <a:xfrm flipH="1" flipV="1">
            <a:off x="6516367" y="3942519"/>
            <a:ext cx="325109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2" name="直接连接符 371"/>
          <p:cNvCxnSpPr>
            <a:stCxn id="56" idx="0"/>
            <a:endCxn id="117" idx="2"/>
          </p:cNvCxnSpPr>
          <p:nvPr>
            <p:custDataLst>
              <p:tags r:id="rId326"/>
            </p:custDataLst>
          </p:nvPr>
        </p:nvCxnSpPr>
        <p:spPr>
          <a:xfrm flipH="1" flipV="1">
            <a:off x="5850511" y="3942519"/>
            <a:ext cx="391694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3" name="直接连接符 372"/>
          <p:cNvCxnSpPr>
            <a:stCxn id="56" idx="0"/>
            <a:endCxn id="116" idx="2"/>
          </p:cNvCxnSpPr>
          <p:nvPr>
            <p:custDataLst>
              <p:tags r:id="rId327"/>
            </p:custDataLst>
          </p:nvPr>
        </p:nvCxnSpPr>
        <p:spPr>
          <a:xfrm flipH="1" flipV="1">
            <a:off x="5184660" y="3942519"/>
            <a:ext cx="4582801"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4" name="直接连接符 373"/>
          <p:cNvCxnSpPr>
            <a:stCxn id="56" idx="0"/>
            <a:endCxn id="115" idx="2"/>
          </p:cNvCxnSpPr>
          <p:nvPr>
            <p:custDataLst>
              <p:tags r:id="rId328"/>
            </p:custDataLst>
          </p:nvPr>
        </p:nvCxnSpPr>
        <p:spPr>
          <a:xfrm flipH="1" flipV="1">
            <a:off x="4518803" y="3942519"/>
            <a:ext cx="524865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5" name="直接连接符 374"/>
          <p:cNvCxnSpPr>
            <a:stCxn id="56" idx="0"/>
            <a:endCxn id="90" idx="2"/>
          </p:cNvCxnSpPr>
          <p:nvPr>
            <p:custDataLst>
              <p:tags r:id="rId329"/>
            </p:custDataLst>
          </p:nvPr>
        </p:nvCxnSpPr>
        <p:spPr>
          <a:xfrm flipH="1" flipV="1">
            <a:off x="3852948" y="3942519"/>
            <a:ext cx="591451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6" name="直接连接符 375"/>
          <p:cNvCxnSpPr>
            <a:stCxn id="56" idx="0"/>
            <a:endCxn id="89" idx="2"/>
          </p:cNvCxnSpPr>
          <p:nvPr>
            <p:custDataLst>
              <p:tags r:id="rId330"/>
            </p:custDataLst>
          </p:nvPr>
        </p:nvCxnSpPr>
        <p:spPr>
          <a:xfrm flipH="1" flipV="1">
            <a:off x="3187094" y="3942519"/>
            <a:ext cx="658036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7" name="直接连接符 376"/>
          <p:cNvCxnSpPr>
            <a:stCxn id="56" idx="0"/>
            <a:endCxn id="88" idx="2"/>
          </p:cNvCxnSpPr>
          <p:nvPr>
            <p:custDataLst>
              <p:tags r:id="rId331"/>
            </p:custDataLst>
          </p:nvPr>
        </p:nvCxnSpPr>
        <p:spPr>
          <a:xfrm flipH="1" flipV="1">
            <a:off x="2521237" y="3942519"/>
            <a:ext cx="7246222"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78" name="直接连接符 377"/>
          <p:cNvCxnSpPr>
            <a:stCxn id="56" idx="0"/>
            <a:endCxn id="3" idx="2"/>
          </p:cNvCxnSpPr>
          <p:nvPr>
            <p:custDataLst>
              <p:tags r:id="rId332"/>
            </p:custDataLst>
          </p:nvPr>
        </p:nvCxnSpPr>
        <p:spPr>
          <a:xfrm flipH="1" flipV="1">
            <a:off x="1855382" y="3942519"/>
            <a:ext cx="7912077" cy="951493"/>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sp>
        <p:nvSpPr>
          <p:cNvPr id="380" name="文本框 379"/>
          <p:cNvSpPr txBox="1"/>
          <p:nvPr/>
        </p:nvSpPr>
        <p:spPr>
          <a:xfrm>
            <a:off x="10015439" y="4894007"/>
            <a:ext cx="1657337" cy="275482"/>
          </a:xfrm>
          <a:prstGeom prst="rect">
            <a:avLst/>
          </a:prstGeom>
          <a:noFill/>
        </p:spPr>
        <p:txBody>
          <a:bodyPr wrap="square" rtlCol="0" anchor="t">
            <a:spAutoFit/>
          </a:bodyPr>
          <a:lstStyle/>
          <a:p>
            <a:pPr defTabSz="913765">
              <a:defRPr/>
            </a:pPr>
            <a:r>
              <a:rPr lang="en-US" altLang="zh-CN" sz="1200" b="1" dirty="0">
                <a:solidFill>
                  <a:prstClr val="black"/>
                </a:solidFill>
                <a:latin typeface="Calibri"/>
                <a:ea typeface="宋体"/>
                <a:sym typeface="+mn-ea"/>
              </a:rPr>
              <a:t>TrackerS0</a:t>
            </a:r>
            <a:r>
              <a:rPr lang="en-US" altLang="zh-CN" sz="1200" dirty="0">
                <a:solidFill>
                  <a:prstClr val="black"/>
                </a:solidFill>
                <a:latin typeface="Calibri"/>
                <a:ea typeface="宋体"/>
                <a:sym typeface="+mn-ea"/>
              </a:rPr>
              <a:t>:B5010</a:t>
            </a:r>
            <a:endParaRPr lang="en-US" altLang="zh-CN" sz="1200" dirty="0">
              <a:solidFill>
                <a:prstClr val="black"/>
              </a:solidFill>
              <a:latin typeface="Calibri"/>
              <a:ea typeface="宋体"/>
              <a:sym typeface="+mn-ea"/>
            </a:endParaRPr>
          </a:p>
        </p:txBody>
      </p:sp>
      <p:sp>
        <p:nvSpPr>
          <p:cNvPr id="11" name="文本框 10"/>
          <p:cNvSpPr txBox="1"/>
          <p:nvPr/>
        </p:nvSpPr>
        <p:spPr>
          <a:xfrm>
            <a:off x="3396242" y="3003718"/>
            <a:ext cx="1434539" cy="262698"/>
          </a:xfrm>
          <a:prstGeom prst="rect">
            <a:avLst/>
          </a:prstGeom>
          <a:solidFill>
            <a:schemeClr val="accent6">
              <a:lumMod val="20000"/>
              <a:lumOff val="80000"/>
            </a:schemeClr>
          </a:solidFill>
        </p:spPr>
        <p:txBody>
          <a:bodyPr wrap="square" rtlCol="0">
            <a:noAutofit/>
          </a:bodyPr>
          <a:lstStyle/>
          <a:p>
            <a:pPr algn="ctr" defTabSz="913765">
              <a:defRPr/>
            </a:pPr>
            <a:r>
              <a:rPr lang="en-US" altLang="zh-CN" sz="1200" dirty="0">
                <a:solidFill>
                  <a:prstClr val="black"/>
                </a:solidFill>
                <a:latin typeface="Calibri"/>
                <a:ea typeface="宋体"/>
                <a:sym typeface="+mn-ea"/>
              </a:rPr>
              <a:t>3*8*8*2=384 LC-LC</a:t>
            </a:r>
            <a:endParaRPr lang="en-US" altLang="zh-CN" sz="1200" dirty="0">
              <a:solidFill>
                <a:prstClr val="black"/>
              </a:solidFill>
              <a:latin typeface="Calibri"/>
              <a:ea typeface="宋体"/>
              <a:sym typeface="+mn-ea"/>
            </a:endParaRPr>
          </a:p>
        </p:txBody>
      </p:sp>
      <p:sp>
        <p:nvSpPr>
          <p:cNvPr id="13" name="文本框 12"/>
          <p:cNvSpPr txBox="1"/>
          <p:nvPr>
            <p:custDataLst>
              <p:tags r:id="rId333"/>
            </p:custDataLst>
          </p:nvPr>
        </p:nvSpPr>
        <p:spPr>
          <a:xfrm>
            <a:off x="3379738" y="1982402"/>
            <a:ext cx="1434539" cy="262698"/>
          </a:xfrm>
          <a:prstGeom prst="rect">
            <a:avLst/>
          </a:prstGeom>
          <a:solidFill>
            <a:schemeClr val="accent6">
              <a:lumMod val="20000"/>
              <a:lumOff val="80000"/>
            </a:schemeClr>
          </a:solidFill>
        </p:spPr>
        <p:txBody>
          <a:bodyPr wrap="square" rtlCol="0">
            <a:noAutofit/>
          </a:bodyPr>
          <a:lstStyle/>
          <a:p>
            <a:pPr algn="ctr" defTabSz="913765">
              <a:defRPr/>
            </a:pPr>
            <a:r>
              <a:rPr lang="en-US" altLang="zh-CN" sz="1200">
                <a:solidFill>
                  <a:prstClr val="black"/>
                </a:solidFill>
                <a:latin typeface="Calibri"/>
                <a:ea typeface="宋体"/>
                <a:sym typeface="+mn-ea"/>
              </a:rPr>
              <a:t>4*8*8=256 LC-LC</a:t>
            </a:r>
            <a:endParaRPr lang="en-US" altLang="zh-CN" sz="1200">
              <a:solidFill>
                <a:prstClr val="black"/>
              </a:solidFill>
              <a:latin typeface="Calibri"/>
              <a:ea typeface="宋体"/>
              <a:sym typeface="+mn-ea"/>
            </a:endParaRPr>
          </a:p>
        </p:txBody>
      </p:sp>
      <p:sp>
        <p:nvSpPr>
          <p:cNvPr id="41" name="文本框 40"/>
          <p:cNvSpPr txBox="1"/>
          <p:nvPr>
            <p:custDataLst>
              <p:tags r:id="rId334"/>
            </p:custDataLst>
          </p:nvPr>
        </p:nvSpPr>
        <p:spPr>
          <a:xfrm>
            <a:off x="3396242" y="930618"/>
            <a:ext cx="1434539" cy="262698"/>
          </a:xfrm>
          <a:prstGeom prst="rect">
            <a:avLst/>
          </a:prstGeom>
          <a:solidFill>
            <a:schemeClr val="accent6">
              <a:lumMod val="20000"/>
              <a:lumOff val="80000"/>
            </a:schemeClr>
          </a:solidFill>
        </p:spPr>
        <p:txBody>
          <a:bodyPr wrap="square" rtlCol="0">
            <a:noAutofit/>
          </a:bodyPr>
          <a:lstStyle/>
          <a:p>
            <a:pPr algn="ctr" defTabSz="913765">
              <a:defRPr/>
            </a:pPr>
            <a:r>
              <a:rPr lang="en-US" altLang="zh-CN" sz="1200" dirty="0">
                <a:solidFill>
                  <a:prstClr val="black"/>
                </a:solidFill>
                <a:latin typeface="Calibri"/>
                <a:ea typeface="宋体"/>
                <a:sym typeface="+mn-ea"/>
              </a:rPr>
              <a:t>1*4*8=32 LC-LC</a:t>
            </a:r>
            <a:endParaRPr lang="zh-CN" altLang="en-US" sz="1200" dirty="0">
              <a:solidFill>
                <a:prstClr val="black"/>
              </a:solidFill>
              <a:latin typeface="Calibri"/>
              <a:ea typeface="宋体"/>
              <a:sym typeface="+mn-ea"/>
            </a:endParaRPr>
          </a:p>
        </p:txBody>
      </p:sp>
      <p:sp>
        <p:nvSpPr>
          <p:cNvPr id="42" name="文本框 41"/>
          <p:cNvSpPr txBox="1"/>
          <p:nvPr>
            <p:custDataLst>
              <p:tags r:id="rId335"/>
            </p:custDataLst>
          </p:nvPr>
        </p:nvSpPr>
        <p:spPr>
          <a:xfrm>
            <a:off x="3082676" y="4173421"/>
            <a:ext cx="2127689" cy="262153"/>
          </a:xfrm>
          <a:prstGeom prst="rect">
            <a:avLst/>
          </a:prstGeom>
          <a:solidFill>
            <a:schemeClr val="accent6">
              <a:lumMod val="20000"/>
              <a:lumOff val="80000"/>
            </a:schemeClr>
          </a:solidFill>
        </p:spPr>
        <p:txBody>
          <a:bodyPr wrap="square" rtlCol="0">
            <a:noAutofit/>
          </a:bodyPr>
          <a:lstStyle/>
          <a:p>
            <a:pPr algn="ctr" defTabSz="913765">
              <a:defRPr/>
            </a:pPr>
            <a:r>
              <a:rPr lang="en-US" altLang="zh-CN" sz="1200" dirty="0">
                <a:solidFill>
                  <a:prstClr val="black"/>
                </a:solidFill>
                <a:latin typeface="Calibri"/>
                <a:ea typeface="宋体"/>
                <a:sym typeface="+mn-ea"/>
              </a:rPr>
              <a:t>2*8*8=128 LC-LC</a:t>
            </a:r>
            <a:endParaRPr lang="en-US" altLang="zh-CN" sz="1200" dirty="0">
              <a:solidFill>
                <a:prstClr val="black"/>
              </a:solidFill>
              <a:latin typeface="Calibri"/>
              <a:ea typeface="宋体"/>
              <a:sym typeface="+mn-ea"/>
            </a:endParaRPr>
          </a:p>
        </p:txBody>
      </p:sp>
      <p:sp>
        <p:nvSpPr>
          <p:cNvPr id="46" name="文本框 45"/>
          <p:cNvSpPr txBox="1"/>
          <p:nvPr/>
        </p:nvSpPr>
        <p:spPr>
          <a:xfrm>
            <a:off x="6680510" y="4463832"/>
            <a:ext cx="1445266" cy="286273"/>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64</a:t>
            </a:r>
            <a:endParaRPr lang="en-US" altLang="zh-CN" sz="1000" dirty="0">
              <a:solidFill>
                <a:prstClr val="black"/>
              </a:solidFill>
              <a:latin typeface="Calibri"/>
              <a:ea typeface="宋体"/>
              <a:sym typeface="+mn-ea"/>
            </a:endParaRPr>
          </a:p>
        </p:txBody>
      </p:sp>
      <p:sp>
        <p:nvSpPr>
          <p:cNvPr id="47" name="文本框 46"/>
          <p:cNvSpPr txBox="1"/>
          <p:nvPr/>
        </p:nvSpPr>
        <p:spPr>
          <a:xfrm>
            <a:off x="6735292" y="3858409"/>
            <a:ext cx="1390484" cy="331626"/>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64+16</a:t>
            </a:r>
            <a:endParaRPr lang="en-US" altLang="zh-CN" sz="1000" dirty="0">
              <a:solidFill>
                <a:prstClr val="black"/>
              </a:solidFill>
              <a:latin typeface="Calibri"/>
              <a:ea typeface="宋体"/>
              <a:sym typeface="+mn-ea"/>
            </a:endParaRPr>
          </a:p>
        </p:txBody>
      </p:sp>
      <p:sp>
        <p:nvSpPr>
          <p:cNvPr id="48" name="文本框 47"/>
          <p:cNvSpPr txBox="1"/>
          <p:nvPr/>
        </p:nvSpPr>
        <p:spPr>
          <a:xfrm>
            <a:off x="6700128" y="3416941"/>
            <a:ext cx="1425650" cy="216952"/>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192</a:t>
            </a:r>
            <a:endParaRPr lang="en-US" altLang="zh-CN" sz="1000" dirty="0">
              <a:solidFill>
                <a:prstClr val="black"/>
              </a:solidFill>
              <a:latin typeface="Calibri"/>
              <a:ea typeface="宋体"/>
              <a:sym typeface="+mn-ea"/>
            </a:endParaRPr>
          </a:p>
        </p:txBody>
      </p:sp>
      <p:sp>
        <p:nvSpPr>
          <p:cNvPr id="49" name="文本框 48"/>
          <p:cNvSpPr txBox="1"/>
          <p:nvPr/>
        </p:nvSpPr>
        <p:spPr>
          <a:xfrm>
            <a:off x="6709013" y="2552408"/>
            <a:ext cx="1416764" cy="273895"/>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192</a:t>
            </a:r>
            <a:endParaRPr lang="en-US" altLang="zh-CN" sz="1000" dirty="0">
              <a:solidFill>
                <a:prstClr val="black"/>
              </a:solidFill>
              <a:latin typeface="Calibri"/>
              <a:ea typeface="宋体"/>
              <a:sym typeface="+mn-ea"/>
            </a:endParaRPr>
          </a:p>
        </p:txBody>
      </p:sp>
      <p:sp>
        <p:nvSpPr>
          <p:cNvPr id="50" name="文本框 49"/>
          <p:cNvSpPr txBox="1"/>
          <p:nvPr/>
        </p:nvSpPr>
        <p:spPr>
          <a:xfrm>
            <a:off x="6709013" y="2127126"/>
            <a:ext cx="1416764" cy="312932"/>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128</a:t>
            </a:r>
            <a:endParaRPr lang="en-US" altLang="zh-CN" sz="1000" dirty="0">
              <a:solidFill>
                <a:prstClr val="black"/>
              </a:solidFill>
              <a:latin typeface="Calibri"/>
              <a:ea typeface="宋体"/>
              <a:sym typeface="+mn-ea"/>
            </a:endParaRPr>
          </a:p>
        </p:txBody>
      </p:sp>
      <p:sp>
        <p:nvSpPr>
          <p:cNvPr id="51" name="文本框 50"/>
          <p:cNvSpPr txBox="1"/>
          <p:nvPr/>
        </p:nvSpPr>
        <p:spPr>
          <a:xfrm>
            <a:off x="6687410" y="1736752"/>
            <a:ext cx="1438371" cy="234224"/>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128</a:t>
            </a:r>
            <a:endParaRPr lang="en-US" altLang="zh-CN" sz="1000" dirty="0">
              <a:solidFill>
                <a:prstClr val="black"/>
              </a:solidFill>
              <a:latin typeface="Calibri"/>
              <a:ea typeface="宋体"/>
              <a:sym typeface="+mn-ea"/>
            </a:endParaRPr>
          </a:p>
        </p:txBody>
      </p:sp>
      <p:sp>
        <p:nvSpPr>
          <p:cNvPr id="53" name="文本框 52"/>
          <p:cNvSpPr txBox="1"/>
          <p:nvPr>
            <p:custDataLst>
              <p:tags r:id="rId336"/>
            </p:custDataLst>
          </p:nvPr>
        </p:nvSpPr>
        <p:spPr>
          <a:xfrm>
            <a:off x="6688043" y="1255611"/>
            <a:ext cx="1438372" cy="264057"/>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32</a:t>
            </a:r>
            <a:endParaRPr lang="en-US" altLang="zh-CN" sz="1000" dirty="0">
              <a:solidFill>
                <a:prstClr val="black"/>
              </a:solidFill>
              <a:latin typeface="Calibri"/>
              <a:ea typeface="宋体"/>
              <a:sym typeface="+mn-ea"/>
            </a:endParaRPr>
          </a:p>
        </p:txBody>
      </p:sp>
      <p:sp>
        <p:nvSpPr>
          <p:cNvPr id="54" name="文本框 53"/>
          <p:cNvSpPr txBox="1"/>
          <p:nvPr>
            <p:custDataLst>
              <p:tags r:id="rId337"/>
            </p:custDataLst>
          </p:nvPr>
        </p:nvSpPr>
        <p:spPr>
          <a:xfrm>
            <a:off x="6681402" y="518664"/>
            <a:ext cx="1445015" cy="319280"/>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400G-QSFP-DD-FR4: 32 </a:t>
            </a:r>
            <a:endParaRPr lang="en-US" altLang="zh-CN" sz="1000" dirty="0">
              <a:solidFill>
                <a:prstClr val="black"/>
              </a:solidFill>
              <a:latin typeface="Calibri"/>
              <a:ea typeface="宋体"/>
              <a:sym typeface="+mn-ea"/>
            </a:endParaRPr>
          </a:p>
        </p:txBody>
      </p:sp>
      <p:pic>
        <p:nvPicPr>
          <p:cNvPr id="55" name="图片 54" descr="TOR交换机.png"/>
          <p:cNvPicPr>
            <a:picLocks noChangeAspect="1"/>
          </p:cNvPicPr>
          <p:nvPr>
            <p:custDataLst>
              <p:tags r:id="rId338"/>
            </p:custDataLst>
          </p:nvPr>
        </p:nvPicPr>
        <p:blipFill>
          <a:blip r:embed="rId339" cstate="print"/>
          <a:stretch>
            <a:fillRect/>
          </a:stretch>
        </p:blipFill>
        <p:spPr>
          <a:xfrm>
            <a:off x="8942708" y="4894008"/>
            <a:ext cx="368156" cy="291351"/>
          </a:xfrm>
          <a:prstGeom prst="rect">
            <a:avLst/>
          </a:prstGeom>
        </p:spPr>
      </p:pic>
      <p:pic>
        <p:nvPicPr>
          <p:cNvPr id="56" name="图片 55" descr="TOR交换机.png"/>
          <p:cNvPicPr>
            <a:picLocks noChangeAspect="1"/>
          </p:cNvPicPr>
          <p:nvPr>
            <p:custDataLst>
              <p:tags r:id="rId340"/>
            </p:custDataLst>
          </p:nvPr>
        </p:nvPicPr>
        <p:blipFill>
          <a:blip r:embed="rId339" cstate="print"/>
          <a:stretch>
            <a:fillRect/>
          </a:stretch>
        </p:blipFill>
        <p:spPr>
          <a:xfrm>
            <a:off x="9583383" y="4894008"/>
            <a:ext cx="368156" cy="291351"/>
          </a:xfrm>
          <a:prstGeom prst="rect">
            <a:avLst/>
          </a:prstGeom>
        </p:spPr>
      </p:pic>
      <p:sp>
        <p:nvSpPr>
          <p:cNvPr id="59" name="文本框 58"/>
          <p:cNvSpPr txBox="1"/>
          <p:nvPr>
            <p:custDataLst>
              <p:tags r:id="rId341"/>
            </p:custDataLst>
          </p:nvPr>
        </p:nvSpPr>
        <p:spPr>
          <a:xfrm>
            <a:off x="7272007" y="4758830"/>
            <a:ext cx="1475424" cy="287888"/>
          </a:xfrm>
          <a:prstGeom prst="rect">
            <a:avLst/>
          </a:prstGeom>
          <a:solidFill>
            <a:schemeClr val="accent6">
              <a:lumMod val="20000"/>
              <a:lumOff val="80000"/>
            </a:schemeClr>
          </a:solidFill>
        </p:spPr>
        <p:txBody>
          <a:bodyPr wrap="square" rtlCol="0">
            <a:noAutofit/>
          </a:bodyPr>
          <a:lstStyle/>
          <a:p>
            <a:pPr algn="ctr" defTabSz="913765">
              <a:defRPr/>
            </a:pPr>
            <a:r>
              <a:rPr lang="en-US" altLang="zh-CN" sz="1200" dirty="0">
                <a:solidFill>
                  <a:prstClr val="black"/>
                </a:solidFill>
                <a:latin typeface="Calibri"/>
                <a:ea typeface="宋体"/>
                <a:sym typeface="+mn-ea"/>
              </a:rPr>
              <a:t>2*8*2=32 LC-LC</a:t>
            </a:r>
            <a:endParaRPr lang="en-US" altLang="zh-CN" sz="1200" dirty="0">
              <a:solidFill>
                <a:prstClr val="black"/>
              </a:solidFill>
              <a:latin typeface="Calibri"/>
              <a:ea typeface="宋体"/>
              <a:sym typeface="+mn-ea"/>
            </a:endParaRPr>
          </a:p>
        </p:txBody>
      </p:sp>
      <p:sp>
        <p:nvSpPr>
          <p:cNvPr id="61" name="文本框 60"/>
          <p:cNvSpPr txBox="1"/>
          <p:nvPr>
            <p:custDataLst>
              <p:tags r:id="rId342"/>
            </p:custDataLst>
          </p:nvPr>
        </p:nvSpPr>
        <p:spPr>
          <a:xfrm>
            <a:off x="9503738" y="4581636"/>
            <a:ext cx="1545621"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800G-OSFP-2*FR4: 16</a:t>
            </a:r>
            <a:endParaRPr lang="en-US" altLang="zh-CN" sz="1000" dirty="0">
              <a:solidFill>
                <a:prstClr val="black"/>
              </a:solidFill>
              <a:latin typeface="Calibri"/>
              <a:ea typeface="宋体"/>
              <a:sym typeface="+mn-ea"/>
            </a:endParaRPr>
          </a:p>
        </p:txBody>
      </p:sp>
      <p:sp>
        <p:nvSpPr>
          <p:cNvPr id="62" name="文本框 61"/>
          <p:cNvSpPr txBox="1"/>
          <p:nvPr>
            <p:custDataLst>
              <p:tags r:id="rId343"/>
            </p:custDataLst>
          </p:nvPr>
        </p:nvSpPr>
        <p:spPr>
          <a:xfrm>
            <a:off x="6709014" y="5082320"/>
            <a:ext cx="1545621"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200G-AOC-QSFP: 128*2</a:t>
            </a:r>
            <a:endParaRPr lang="en-US" altLang="zh-CN" sz="1000" dirty="0">
              <a:solidFill>
                <a:prstClr val="black"/>
              </a:solidFill>
              <a:latin typeface="Calibri"/>
              <a:ea typeface="宋体"/>
              <a:sym typeface="+mn-ea"/>
            </a:endParaRPr>
          </a:p>
        </p:txBody>
      </p:sp>
      <p:sp>
        <p:nvSpPr>
          <p:cNvPr id="87" name="文本框 86"/>
          <p:cNvSpPr txBox="1"/>
          <p:nvPr/>
        </p:nvSpPr>
        <p:spPr>
          <a:xfrm>
            <a:off x="9059471" y="6542236"/>
            <a:ext cx="2405075" cy="275482"/>
          </a:xfrm>
          <a:prstGeom prst="rect">
            <a:avLst/>
          </a:prstGeom>
          <a:noFill/>
          <a:ln>
            <a:noFill/>
            <a:prstDash val="dash"/>
          </a:ln>
        </p:spPr>
        <p:txBody>
          <a:bodyPr wrap="square" rtlCol="0">
            <a:spAutoFit/>
          </a:bodyPr>
          <a:lstStyle/>
          <a:p>
            <a:pPr defTabSz="913765">
              <a:defRPr/>
            </a:pPr>
            <a:r>
              <a:rPr lang="en-US" altLang="zh-CN" sz="1200" dirty="0" err="1">
                <a:solidFill>
                  <a:prstClr val="black"/>
                </a:solidFill>
                <a:latin typeface="Calibri"/>
                <a:ea typeface="宋体"/>
                <a:sym typeface="+mn-ea"/>
              </a:rPr>
              <a:t>线缆长度需要根据机房环境确认</a:t>
            </a:r>
            <a:endParaRPr lang="en-US" altLang="zh-CN" sz="1200" dirty="0">
              <a:solidFill>
                <a:prstClr val="black"/>
              </a:solidFill>
              <a:latin typeface="Calibri"/>
              <a:ea typeface="宋体"/>
              <a:sym typeface="+mn-ea"/>
            </a:endParaRPr>
          </a:p>
        </p:txBody>
      </p:sp>
      <p:sp>
        <p:nvSpPr>
          <p:cNvPr id="379" name="文本框 378"/>
          <p:cNvSpPr txBox="1"/>
          <p:nvPr>
            <p:custDataLst>
              <p:tags r:id="rId344"/>
            </p:custDataLst>
          </p:nvPr>
        </p:nvSpPr>
        <p:spPr>
          <a:xfrm>
            <a:off x="9097440" y="5564133"/>
            <a:ext cx="2940742" cy="431832"/>
          </a:xfrm>
          <a:prstGeom prst="rect">
            <a:avLst/>
          </a:prstGeom>
          <a:solidFill>
            <a:schemeClr val="accent6">
              <a:lumMod val="20000"/>
              <a:lumOff val="80000"/>
            </a:schemeClr>
          </a:solidFill>
        </p:spPr>
        <p:txBody>
          <a:bodyPr wrap="square" rtlCol="0">
            <a:noAutofit/>
          </a:bodyPr>
          <a:lstStyle/>
          <a:p>
            <a:pPr algn="ctr" defTabSz="913765">
              <a:defRPr/>
            </a:pPr>
            <a:r>
              <a:rPr lang="zh-CN" altLang="en-US" sz="1200" dirty="0">
                <a:solidFill>
                  <a:prstClr val="black"/>
                </a:solidFill>
                <a:latin typeface="Calibri"/>
                <a:ea typeface="宋体"/>
                <a:sym typeface="+mn-ea"/>
              </a:rPr>
              <a:t>两台设备互联所需线缆数</a:t>
            </a:r>
            <a:r>
              <a:rPr lang="en-US" altLang="zh-CN" sz="1200" dirty="0">
                <a:solidFill>
                  <a:prstClr val="black"/>
                </a:solidFill>
                <a:latin typeface="Calibri"/>
                <a:ea typeface="宋体"/>
                <a:sym typeface="+mn-ea"/>
              </a:rPr>
              <a:t>*</a:t>
            </a:r>
            <a:r>
              <a:rPr lang="zh-CN" altLang="en-US" sz="1200" dirty="0">
                <a:solidFill>
                  <a:prstClr val="black"/>
                </a:solidFill>
                <a:latin typeface="Calibri"/>
                <a:ea typeface="宋体"/>
                <a:sym typeface="+mn-ea"/>
              </a:rPr>
              <a:t>上行设备数</a:t>
            </a:r>
            <a:r>
              <a:rPr lang="en-US" altLang="zh-CN" sz="1200" dirty="0">
                <a:solidFill>
                  <a:prstClr val="black"/>
                </a:solidFill>
                <a:latin typeface="Calibri"/>
                <a:ea typeface="宋体"/>
                <a:sym typeface="+mn-ea"/>
              </a:rPr>
              <a:t>*</a:t>
            </a:r>
            <a:r>
              <a:rPr lang="zh-CN" altLang="en-US" sz="1200" dirty="0">
                <a:solidFill>
                  <a:prstClr val="black"/>
                </a:solidFill>
                <a:latin typeface="Calibri"/>
                <a:ea typeface="宋体"/>
                <a:sym typeface="+mn-ea"/>
              </a:rPr>
              <a:t>下行设备数</a:t>
            </a:r>
            <a:r>
              <a:rPr lang="en-US" altLang="zh-CN" sz="1200" dirty="0">
                <a:solidFill>
                  <a:prstClr val="black"/>
                </a:solidFill>
                <a:latin typeface="Calibri"/>
                <a:ea typeface="宋体"/>
                <a:sym typeface="+mn-ea"/>
              </a:rPr>
              <a:t>*</a:t>
            </a:r>
            <a:r>
              <a:rPr lang="zh-CN" altLang="en-US" sz="1200" dirty="0">
                <a:solidFill>
                  <a:prstClr val="black"/>
                </a:solidFill>
                <a:latin typeface="Calibri"/>
                <a:ea typeface="宋体"/>
                <a:sym typeface="+mn-ea"/>
              </a:rPr>
              <a:t>冗余系数</a:t>
            </a:r>
            <a:r>
              <a:rPr lang="en-US" altLang="zh-CN" sz="1200" dirty="0">
                <a:solidFill>
                  <a:prstClr val="black"/>
                </a:solidFill>
                <a:latin typeface="Calibri"/>
                <a:ea typeface="宋体"/>
                <a:sym typeface="+mn-ea"/>
              </a:rPr>
              <a:t>=</a:t>
            </a:r>
            <a:r>
              <a:rPr lang="zh-CN" altLang="en-US" sz="1200" dirty="0">
                <a:solidFill>
                  <a:prstClr val="black"/>
                </a:solidFill>
                <a:latin typeface="Calibri"/>
                <a:ea typeface="宋体"/>
                <a:sym typeface="+mn-ea"/>
              </a:rPr>
              <a:t>总线缆数</a:t>
            </a:r>
            <a:r>
              <a:rPr lang="en-US" altLang="zh-CN" sz="1200" dirty="0">
                <a:solidFill>
                  <a:prstClr val="black"/>
                </a:solidFill>
                <a:latin typeface="Calibri"/>
                <a:ea typeface="宋体"/>
                <a:sym typeface="+mn-ea"/>
              </a:rPr>
              <a:t>:</a:t>
            </a:r>
            <a:r>
              <a:rPr lang="zh-CN" altLang="en-US" sz="1200" dirty="0">
                <a:solidFill>
                  <a:prstClr val="black"/>
                </a:solidFill>
                <a:latin typeface="Calibri"/>
                <a:ea typeface="宋体"/>
                <a:sym typeface="+mn-ea"/>
              </a:rPr>
              <a:t>线缆类型</a:t>
            </a:r>
            <a:endParaRPr lang="en-US" altLang="zh-CN" sz="1200" dirty="0">
              <a:solidFill>
                <a:prstClr val="black"/>
              </a:solidFill>
              <a:latin typeface="Calibri"/>
              <a:ea typeface="宋体"/>
              <a:sym typeface="+mn-ea"/>
            </a:endParaRPr>
          </a:p>
        </p:txBody>
      </p:sp>
      <p:sp>
        <p:nvSpPr>
          <p:cNvPr id="384" name="文本框 383"/>
          <p:cNvSpPr txBox="1"/>
          <p:nvPr>
            <p:custDataLst>
              <p:tags r:id="rId345"/>
            </p:custDataLst>
          </p:nvPr>
        </p:nvSpPr>
        <p:spPr>
          <a:xfrm>
            <a:off x="9097440" y="6134453"/>
            <a:ext cx="1987407" cy="273673"/>
          </a:xfrm>
          <a:prstGeom prst="rect">
            <a:avLst/>
          </a:prstGeom>
          <a:solidFill>
            <a:schemeClr val="accent5">
              <a:lumMod val="20000"/>
              <a:lumOff val="80000"/>
            </a:schemeClr>
          </a:solidFill>
        </p:spPr>
        <p:txBody>
          <a:bodyPr wrap="square" rtlCol="0" anchor="t">
            <a:noAutofit/>
          </a:bodyPr>
          <a:lstStyle/>
          <a:p>
            <a:pPr algn="ctr" defTabSz="913765">
              <a:defRPr/>
            </a:pPr>
            <a:r>
              <a:rPr lang="zh-CN" altLang="en-US" sz="1000" dirty="0">
                <a:solidFill>
                  <a:prstClr val="black"/>
                </a:solidFill>
                <a:latin typeface="Calibri"/>
                <a:ea typeface="宋体"/>
                <a:sym typeface="+mn-ea"/>
              </a:rPr>
              <a:t>光模块类型</a:t>
            </a:r>
            <a:r>
              <a:rPr lang="en-US" altLang="zh-CN" sz="1000" dirty="0">
                <a:solidFill>
                  <a:prstClr val="black"/>
                </a:solidFill>
                <a:latin typeface="Calibri"/>
                <a:ea typeface="宋体"/>
                <a:sym typeface="+mn-ea"/>
              </a:rPr>
              <a:t>: </a:t>
            </a:r>
            <a:r>
              <a:rPr lang="zh-CN" altLang="en-US" sz="1000" dirty="0">
                <a:solidFill>
                  <a:prstClr val="black"/>
                </a:solidFill>
                <a:latin typeface="Calibri"/>
                <a:ea typeface="宋体"/>
                <a:sym typeface="+mn-ea"/>
              </a:rPr>
              <a:t>光模块数量</a:t>
            </a:r>
            <a:endParaRPr lang="en-US" altLang="zh-CN" sz="1000" dirty="0">
              <a:solidFill>
                <a:prstClr val="black"/>
              </a:solidFill>
              <a:latin typeface="Calibri"/>
              <a:ea typeface="宋体"/>
              <a:sym typeface="+mn-ea"/>
            </a:endParaRPr>
          </a:p>
        </p:txBody>
      </p:sp>
      <p:sp>
        <p:nvSpPr>
          <p:cNvPr id="385" name="矩形 384"/>
          <p:cNvSpPr/>
          <p:nvPr>
            <p:custDataLst>
              <p:tags r:id="rId346"/>
            </p:custDataLst>
          </p:nvPr>
        </p:nvSpPr>
        <p:spPr>
          <a:xfrm>
            <a:off x="9003261" y="5250559"/>
            <a:ext cx="3084309" cy="1567159"/>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386" name="文本框 385"/>
          <p:cNvSpPr txBox="1"/>
          <p:nvPr>
            <p:custDataLst>
              <p:tags r:id="rId347"/>
            </p:custDataLst>
          </p:nvPr>
        </p:nvSpPr>
        <p:spPr>
          <a:xfrm>
            <a:off x="9310163" y="5250560"/>
            <a:ext cx="700132" cy="275482"/>
          </a:xfrm>
          <a:prstGeom prst="rect">
            <a:avLst/>
          </a:prstGeom>
          <a:noFill/>
        </p:spPr>
        <p:txBody>
          <a:bodyPr wrap="square" rtlCol="0">
            <a:spAutoFit/>
          </a:bodyPr>
          <a:lstStyle/>
          <a:p>
            <a:pPr defTabSz="913765">
              <a:defRPr/>
            </a:pPr>
            <a:r>
              <a:rPr lang="zh-CN" altLang="en-US" sz="1200" b="1" dirty="0">
                <a:solidFill>
                  <a:prstClr val="black"/>
                </a:solidFill>
                <a:latin typeface="Calibri"/>
                <a:ea typeface="宋体"/>
              </a:rPr>
              <a:t>说明</a:t>
            </a:r>
            <a:endParaRPr lang="zh-CN" altLang="en-US" sz="1200" b="1" dirty="0">
              <a:solidFill>
                <a:prstClr val="black"/>
              </a:solidFill>
              <a:latin typeface="Calibri"/>
              <a:ea typeface="宋体"/>
            </a:endParaRPr>
          </a:p>
        </p:txBody>
      </p:sp>
      <p:sp>
        <p:nvSpPr>
          <p:cNvPr id="389" name="文本框 388"/>
          <p:cNvSpPr txBox="1"/>
          <p:nvPr>
            <p:custDataLst>
              <p:tags r:id="rId348"/>
            </p:custDataLst>
          </p:nvPr>
        </p:nvSpPr>
        <p:spPr>
          <a:xfrm>
            <a:off x="1355200" y="3086894"/>
            <a:ext cx="646811" cy="187206"/>
          </a:xfrm>
          <a:prstGeom prst="rect">
            <a:avLst/>
          </a:prstGeom>
          <a:solidFill>
            <a:schemeClr val="bg1"/>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6 * 400G</a:t>
            </a:r>
            <a:endParaRPr lang="en-US" altLang="zh-CN" sz="1000" dirty="0">
              <a:solidFill>
                <a:prstClr val="black"/>
              </a:solidFill>
              <a:latin typeface="Calibri"/>
              <a:ea typeface="宋体"/>
              <a:sym typeface="+mn-ea"/>
            </a:endParaRPr>
          </a:p>
        </p:txBody>
      </p:sp>
      <p:sp>
        <p:nvSpPr>
          <p:cNvPr id="390" name="文本框 389"/>
          <p:cNvSpPr txBox="1"/>
          <p:nvPr>
            <p:custDataLst>
              <p:tags r:id="rId349"/>
            </p:custDataLst>
          </p:nvPr>
        </p:nvSpPr>
        <p:spPr>
          <a:xfrm>
            <a:off x="1348217" y="1951956"/>
            <a:ext cx="646811" cy="255148"/>
          </a:xfrm>
          <a:prstGeom prst="rect">
            <a:avLst/>
          </a:prstGeom>
          <a:solidFill>
            <a:schemeClr val="bg1"/>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4 * 400G</a:t>
            </a:r>
            <a:endParaRPr lang="en-US" altLang="zh-CN" sz="1000" dirty="0">
              <a:solidFill>
                <a:prstClr val="black"/>
              </a:solidFill>
              <a:latin typeface="Calibri"/>
              <a:ea typeface="宋体"/>
              <a:sym typeface="+mn-ea"/>
            </a:endParaRPr>
          </a:p>
        </p:txBody>
      </p:sp>
      <p:sp>
        <p:nvSpPr>
          <p:cNvPr id="391" name="文本框 390"/>
          <p:cNvSpPr txBox="1"/>
          <p:nvPr>
            <p:custDataLst>
              <p:tags r:id="rId350"/>
            </p:custDataLst>
          </p:nvPr>
        </p:nvSpPr>
        <p:spPr>
          <a:xfrm>
            <a:off x="1348217" y="4190037"/>
            <a:ext cx="646811" cy="187206"/>
          </a:xfrm>
          <a:prstGeom prst="rect">
            <a:avLst/>
          </a:prstGeom>
          <a:solidFill>
            <a:schemeClr val="bg1"/>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 * 400G</a:t>
            </a:r>
            <a:endParaRPr lang="en-US" altLang="zh-CN" sz="1000" dirty="0">
              <a:solidFill>
                <a:prstClr val="black"/>
              </a:solidFill>
              <a:latin typeface="Calibri"/>
              <a:ea typeface="宋体"/>
              <a:sym typeface="+mn-ea"/>
            </a:endParaRPr>
          </a:p>
        </p:txBody>
      </p:sp>
      <p:sp>
        <p:nvSpPr>
          <p:cNvPr id="382" name="文本框 381"/>
          <p:cNvSpPr txBox="1"/>
          <p:nvPr/>
        </p:nvSpPr>
        <p:spPr>
          <a:xfrm>
            <a:off x="8291702" y="489809"/>
            <a:ext cx="3798990" cy="4042951"/>
          </a:xfrm>
          <a:prstGeom prst="rect">
            <a:avLst/>
          </a:prstGeom>
          <a:noFill/>
        </p:spPr>
        <p:txBody>
          <a:bodyPr wrap="square" lIns="0" tIns="0" rIns="0" bIns="0" rtlCol="0">
            <a:spAutoFit/>
          </a:bodyPr>
          <a:lstStyle/>
          <a:p>
            <a:pPr marL="228600" indent="-228600" algn="just" defTabSz="913765">
              <a:lnSpc>
                <a:spcPct val="120000"/>
              </a:lnSpc>
              <a:buFontTx/>
              <a:buAutoNum type="arabicPeriod"/>
              <a:defRPr/>
            </a:pPr>
            <a:r>
              <a:rPr kumimoji="1" lang="zh-CN" altLang="en-US" sz="1100" dirty="0">
                <a:solidFill>
                  <a:srgbClr val="1D1D1A"/>
                </a:solidFill>
                <a:latin typeface="微软雅黑" panose="020B0503020204020204" pitchFamily="34" charset="-122"/>
                <a:ea typeface="微软雅黑" panose="020B0503020204020204" pitchFamily="34" charset="-122"/>
              </a:rPr>
              <a:t>计算柜每</a:t>
            </a:r>
            <a:r>
              <a:rPr kumimoji="1" lang="zh-CN" altLang="zh-CN" sz="1100" dirty="0">
                <a:solidFill>
                  <a:srgbClr val="1D1D1A"/>
                </a:solidFill>
                <a:latin typeface="微软雅黑" panose="020B0503020204020204" pitchFamily="34" charset="-122"/>
                <a:ea typeface="微软雅黑" panose="020B0503020204020204" pitchFamily="34" charset="-122"/>
              </a:rPr>
              <a:t>柜配置</a:t>
            </a:r>
            <a:r>
              <a:rPr kumimoji="1" lang="en-US" altLang="zh-CN" sz="1100" dirty="0">
                <a:solidFill>
                  <a:srgbClr val="1D1D1A"/>
                </a:solidFill>
                <a:latin typeface="微软雅黑" panose="020B0503020204020204" pitchFamily="34" charset="-122"/>
                <a:ea typeface="微软雅黑" panose="020B0503020204020204" pitchFamily="34" charset="-122"/>
              </a:rPr>
              <a:t> 8 </a:t>
            </a:r>
            <a:r>
              <a:rPr kumimoji="1" lang="zh-CN" altLang="zh-CN" sz="1100" dirty="0">
                <a:solidFill>
                  <a:srgbClr val="1D1D1A"/>
                </a:solidFill>
                <a:latin typeface="微软雅黑" panose="020B0503020204020204" pitchFamily="34" charset="-122"/>
                <a:ea typeface="微软雅黑" panose="020B0503020204020204" pitchFamily="34" charset="-122"/>
              </a:rPr>
              <a:t>组</a:t>
            </a:r>
            <a:r>
              <a:rPr kumimoji="1" lang="en-US" altLang="zh-CN" sz="1100" dirty="0">
                <a:solidFill>
                  <a:srgbClr val="1D1D1A"/>
                </a:solidFill>
                <a:latin typeface="微软雅黑" panose="020B0503020204020204" pitchFamily="34" charset="-122"/>
                <a:ea typeface="微软雅黑" panose="020B0503020204020204" pitchFamily="34" charset="-122"/>
              </a:rPr>
              <a:t>2*200GE </a:t>
            </a:r>
            <a:r>
              <a:rPr kumimoji="1" lang="zh-CN" altLang="zh-CN" sz="1100" dirty="0">
                <a:solidFill>
                  <a:srgbClr val="1D1D1A"/>
                </a:solidFill>
                <a:latin typeface="微软雅黑" panose="020B0503020204020204" pitchFamily="34" charset="-122"/>
                <a:ea typeface="微软雅黑" panose="020B0503020204020204" pitchFamily="34" charset="-122"/>
              </a:rPr>
              <a:t>业务接口，每柜上行规格为</a:t>
            </a:r>
            <a:r>
              <a:rPr kumimoji="1" lang="en-US" altLang="zh-CN" sz="1100" dirty="0">
                <a:solidFill>
                  <a:srgbClr val="1D1D1A"/>
                </a:solidFill>
                <a:latin typeface="微软雅黑" panose="020B0503020204020204" pitchFamily="34" charset="-122"/>
                <a:ea typeface="微软雅黑" panose="020B0503020204020204" pitchFamily="34" charset="-122"/>
              </a:rPr>
              <a:t>8</a:t>
            </a:r>
            <a:r>
              <a:rPr kumimoji="1" lang="zh-CN" altLang="zh-CN"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2</a:t>
            </a:r>
            <a:r>
              <a:rPr kumimoji="1" lang="zh-CN" altLang="zh-CN"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200GE</a:t>
            </a:r>
            <a:r>
              <a:rPr kumimoji="1" lang="zh-CN" altLang="zh-CN" sz="1100" dirty="0">
                <a:solidFill>
                  <a:srgbClr val="1D1D1A"/>
                </a:solidFill>
                <a:latin typeface="微软雅黑" panose="020B0503020204020204" pitchFamily="34" charset="-122"/>
                <a:ea typeface="微软雅黑" panose="020B0503020204020204" pitchFamily="34" charset="-122"/>
              </a:rPr>
              <a:t>；按</a:t>
            </a:r>
            <a:r>
              <a:rPr kumimoji="1" lang="en-US" altLang="zh-CN" sz="1100" dirty="0">
                <a:solidFill>
                  <a:srgbClr val="1D1D1A"/>
                </a:solidFill>
                <a:latin typeface="微软雅黑" panose="020B0503020204020204" pitchFamily="34" charset="-122"/>
                <a:ea typeface="微软雅黑" panose="020B0503020204020204" pitchFamily="34" charset="-122"/>
              </a:rPr>
              <a:t> 8 </a:t>
            </a:r>
            <a:r>
              <a:rPr kumimoji="1" lang="zh-CN" altLang="zh-CN" sz="1100" dirty="0">
                <a:solidFill>
                  <a:srgbClr val="1D1D1A"/>
                </a:solidFill>
                <a:latin typeface="微软雅黑" panose="020B0503020204020204" pitchFamily="34" charset="-122"/>
                <a:ea typeface="微软雅黑" panose="020B0503020204020204" pitchFamily="34" charset="-122"/>
              </a:rPr>
              <a:t>柜为一组组网单元，合提供</a:t>
            </a:r>
            <a:r>
              <a:rPr kumimoji="1" lang="en-US" altLang="zh-CN" sz="1100" dirty="0">
                <a:solidFill>
                  <a:srgbClr val="1D1D1A"/>
                </a:solidFill>
                <a:latin typeface="微软雅黑" panose="020B0503020204020204" pitchFamily="34" charset="-122"/>
                <a:ea typeface="微软雅黑" panose="020B0503020204020204" pitchFamily="34" charset="-122"/>
              </a:rPr>
              <a:t> 128 </a:t>
            </a:r>
            <a:r>
              <a:rPr kumimoji="1" lang="zh-CN" altLang="zh-CN" sz="1100" dirty="0">
                <a:solidFill>
                  <a:srgbClr val="1D1D1A"/>
                </a:solidFill>
                <a:latin typeface="微软雅黑" panose="020B0503020204020204" pitchFamily="34" charset="-122"/>
                <a:ea typeface="微软雅黑" panose="020B0503020204020204" pitchFamily="34" charset="-122"/>
              </a:rPr>
              <a:t>个</a:t>
            </a:r>
            <a:r>
              <a:rPr kumimoji="1" lang="en-US" altLang="zh-CN" sz="1100" dirty="0">
                <a:solidFill>
                  <a:srgbClr val="1D1D1A"/>
                </a:solidFill>
                <a:latin typeface="微软雅黑" panose="020B0503020204020204" pitchFamily="34" charset="-122"/>
                <a:ea typeface="微软雅黑" panose="020B0503020204020204" pitchFamily="34" charset="-122"/>
              </a:rPr>
              <a:t> 200GE </a:t>
            </a:r>
            <a:r>
              <a:rPr kumimoji="1" lang="zh-CN" altLang="zh-CN" sz="1100" dirty="0">
                <a:solidFill>
                  <a:srgbClr val="1D1D1A"/>
                </a:solidFill>
                <a:latin typeface="微软雅黑" panose="020B0503020204020204" pitchFamily="34" charset="-122"/>
                <a:ea typeface="微软雅黑" panose="020B0503020204020204" pitchFamily="34" charset="-122"/>
              </a:rPr>
              <a:t>下行接入端口，对应配置</a:t>
            </a:r>
            <a:r>
              <a:rPr kumimoji="1" lang="en-US" altLang="zh-CN" sz="1100" dirty="0">
                <a:solidFill>
                  <a:srgbClr val="1D1D1A"/>
                </a:solidFill>
                <a:latin typeface="微软雅黑" panose="020B0503020204020204" pitchFamily="34" charset="-122"/>
                <a:ea typeface="微软雅黑" panose="020B0503020204020204" pitchFamily="34" charset="-122"/>
              </a:rPr>
              <a:t>8 </a:t>
            </a:r>
            <a:r>
              <a:rPr kumimoji="1" lang="zh-CN" altLang="zh-CN" sz="1100" dirty="0">
                <a:solidFill>
                  <a:srgbClr val="1D1D1A"/>
                </a:solidFill>
                <a:latin typeface="微软雅黑" panose="020B0503020204020204" pitchFamily="34" charset="-122"/>
                <a:ea typeface="微软雅黑" panose="020B0503020204020204" pitchFamily="34" charset="-122"/>
              </a:rPr>
              <a:t>台 </a:t>
            </a:r>
            <a:r>
              <a:rPr kumimoji="1" lang="en-US" altLang="zh-CN" sz="1100" dirty="0">
                <a:solidFill>
                  <a:srgbClr val="1D1D1A"/>
                </a:solidFill>
                <a:latin typeface="微软雅黑" panose="020B0503020204020204" pitchFamily="34" charset="-122"/>
                <a:ea typeface="微软雅黑" panose="020B0503020204020204" pitchFamily="34" charset="-122"/>
              </a:rPr>
              <a:t>S0 </a:t>
            </a:r>
            <a:r>
              <a:rPr kumimoji="1" lang="zh-CN" altLang="zh-CN" sz="1100" dirty="0">
                <a:solidFill>
                  <a:srgbClr val="1D1D1A"/>
                </a:solidFill>
                <a:latin typeface="微软雅黑" panose="020B0503020204020204" pitchFamily="34" charset="-122"/>
                <a:ea typeface="微软雅黑" panose="020B0503020204020204" pitchFamily="34" charset="-122"/>
              </a:rPr>
              <a:t>型业务</a:t>
            </a:r>
            <a:r>
              <a:rPr kumimoji="1" lang="en-US" altLang="zh-CN" sz="1100" dirty="0">
                <a:solidFill>
                  <a:srgbClr val="1D1D1A"/>
                </a:solidFill>
                <a:latin typeface="微软雅黑" panose="020B0503020204020204" pitchFamily="34" charset="-122"/>
                <a:ea typeface="微软雅黑" panose="020B0503020204020204" pitchFamily="34" charset="-122"/>
              </a:rPr>
              <a:t> Leaf </a:t>
            </a:r>
            <a:r>
              <a:rPr kumimoji="1" lang="zh-CN" altLang="zh-CN" sz="1100" dirty="0">
                <a:solidFill>
                  <a:srgbClr val="1D1D1A"/>
                </a:solidFill>
                <a:latin typeface="微软雅黑" panose="020B0503020204020204" pitchFamily="34" charset="-122"/>
                <a:ea typeface="微软雅黑" panose="020B0503020204020204" pitchFamily="34" charset="-122"/>
              </a:rPr>
              <a:t>交换机</a:t>
            </a:r>
            <a:r>
              <a:rPr kumimoji="1" lang="en-US" altLang="zh-CN" sz="1100" dirty="0">
                <a:solidFill>
                  <a:srgbClr val="1D1D1A"/>
                </a:solidFill>
                <a:latin typeface="微软雅黑" panose="020B0503020204020204" pitchFamily="34" charset="-122"/>
                <a:ea typeface="微软雅黑" panose="020B0503020204020204" pitchFamily="34" charset="-122"/>
              </a:rPr>
              <a:t>CE8885-48BQ8EO </a:t>
            </a:r>
            <a:r>
              <a:rPr kumimoji="1" lang="zh-CN" altLang="en-US" sz="1100" dirty="0">
                <a:solidFill>
                  <a:srgbClr val="1D1D1A"/>
                </a:solidFill>
                <a:latin typeface="微软雅黑" panose="020B0503020204020204" pitchFamily="34" charset="-122"/>
                <a:ea typeface="微软雅黑" panose="020B0503020204020204" pitchFamily="34" charset="-122"/>
              </a:rPr>
              <a:t>（单台</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下行</a:t>
            </a:r>
            <a:r>
              <a:rPr kumimoji="1" lang="en-US" altLang="zh-CN" sz="1100" dirty="0">
                <a:solidFill>
                  <a:srgbClr val="1D1D1A"/>
                </a:solidFill>
                <a:latin typeface="微软雅黑" panose="020B0503020204020204" pitchFamily="34" charset="-122"/>
                <a:ea typeface="微软雅黑" panose="020B0503020204020204" pitchFamily="34" charset="-122"/>
              </a:rPr>
              <a:t>48*200G</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en-US" altLang="zh-CN" sz="1100" dirty="0">
                <a:solidFill>
                  <a:srgbClr val="1D1D1A"/>
                </a:solidFill>
                <a:latin typeface="微软雅黑" panose="020B0503020204020204" pitchFamily="34" charset="-122"/>
                <a:ea typeface="微软雅黑" panose="020B0503020204020204" pitchFamily="34" charset="-122"/>
              </a:rPr>
              <a:t>8*800G</a:t>
            </a:r>
            <a:r>
              <a:rPr kumimoji="1" lang="zh-CN" altLang="en-US" sz="1100" dirty="0">
                <a:solidFill>
                  <a:srgbClr val="1D1D1A"/>
                </a:solidFill>
                <a:latin typeface="微软雅黑" panose="020B0503020204020204" pitchFamily="34" charset="-122"/>
                <a:ea typeface="微软雅黑" panose="020B0503020204020204" pitchFamily="34" charset="-122"/>
              </a:rPr>
              <a:t>，满足</a:t>
            </a:r>
            <a:r>
              <a:rPr kumimoji="1" lang="en-US" altLang="zh-CN" sz="1100" dirty="0">
                <a:solidFill>
                  <a:srgbClr val="1D1D1A"/>
                </a:solidFill>
                <a:latin typeface="微软雅黑" panose="020B0503020204020204" pitchFamily="34" charset="-122"/>
                <a:ea typeface="微软雅黑" panose="020B0503020204020204" pitchFamily="34" charset="-122"/>
              </a:rPr>
              <a:t>1K</a:t>
            </a:r>
            <a:r>
              <a:rPr kumimoji="1" lang="zh-CN" altLang="en-US" sz="1100" dirty="0">
                <a:solidFill>
                  <a:srgbClr val="1D1D1A"/>
                </a:solidFill>
                <a:latin typeface="微软雅黑" panose="020B0503020204020204" pitchFamily="34" charset="-122"/>
                <a:ea typeface="微软雅黑" panose="020B0503020204020204" pitchFamily="34" charset="-122"/>
              </a:rPr>
              <a:t>扩容需求）</a:t>
            </a:r>
            <a:r>
              <a:rPr kumimoji="1" lang="zh-CN" altLang="zh-CN" sz="1100" dirty="0">
                <a:solidFill>
                  <a:srgbClr val="1D1D1A"/>
                </a:solidFill>
                <a:latin typeface="微软雅黑" panose="020B0503020204020204" pitchFamily="34" charset="-122"/>
                <a:ea typeface="微软雅黑" panose="020B0503020204020204" pitchFamily="34" charset="-122"/>
              </a:rPr>
              <a:t>。</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zh-CN" sz="1100" dirty="0">
                <a:solidFill>
                  <a:srgbClr val="1D1D1A"/>
                </a:solidFill>
                <a:latin typeface="微软雅黑" panose="020B0503020204020204" pitchFamily="34" charset="-122"/>
                <a:ea typeface="微软雅黑" panose="020B0503020204020204" pitchFamily="34" charset="-122"/>
              </a:rPr>
              <a:t>上行全连接至业务</a:t>
            </a: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zh-CN" sz="1100" dirty="0">
                <a:solidFill>
                  <a:srgbClr val="1D1D1A"/>
                </a:solidFill>
                <a:latin typeface="微软雅黑" panose="020B0503020204020204" pitchFamily="34" charset="-122"/>
                <a:ea typeface="微软雅黑" panose="020B0503020204020204" pitchFamily="34" charset="-122"/>
              </a:rPr>
              <a:t>交换机</a:t>
            </a:r>
            <a:r>
              <a:rPr kumimoji="1" lang="zh-CN" altLang="en-US" sz="1100" dirty="0">
                <a:solidFill>
                  <a:srgbClr val="1D1D1A"/>
                </a:solidFill>
                <a:latin typeface="微软雅黑" panose="020B0503020204020204" pitchFamily="34" charset="-122"/>
                <a:ea typeface="微软雅黑" panose="020B0503020204020204" pitchFamily="34" charset="-122"/>
              </a:rPr>
              <a:t>，使用</a:t>
            </a:r>
            <a:r>
              <a:rPr kumimoji="1" lang="en-US" altLang="zh-CN" sz="1100" dirty="0">
                <a:solidFill>
                  <a:srgbClr val="1D1D1A"/>
                </a:solidFill>
                <a:latin typeface="微软雅黑" panose="020B0503020204020204" pitchFamily="34" charset="-122"/>
                <a:ea typeface="微软雅黑" panose="020B0503020204020204" pitchFamily="34" charset="-122"/>
              </a:rPr>
              <a:t>800G</a:t>
            </a:r>
            <a:r>
              <a:rPr kumimoji="1" lang="zh-CN" altLang="en-US" sz="1100" dirty="0">
                <a:solidFill>
                  <a:srgbClr val="1D1D1A"/>
                </a:solidFill>
                <a:latin typeface="微软雅黑" panose="020B0503020204020204" pitchFamily="34" charset="-122"/>
                <a:ea typeface="微软雅黑" panose="020B0503020204020204" pitchFamily="34" charset="-122"/>
              </a:rPr>
              <a:t>互联，每台</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en-US" altLang="zh-CN" sz="1100" dirty="0">
                <a:solidFill>
                  <a:srgbClr val="1D1D1A"/>
                </a:solidFill>
                <a:latin typeface="微软雅黑" panose="020B0503020204020204" pitchFamily="34" charset="-122"/>
                <a:ea typeface="微软雅黑" panose="020B0503020204020204" pitchFamily="34" charset="-122"/>
              </a:rPr>
              <a:t>8*800G</a:t>
            </a:r>
            <a:r>
              <a:rPr kumimoji="1" lang="zh-CN" altLang="en-US" sz="1100" dirty="0">
                <a:solidFill>
                  <a:srgbClr val="1D1D1A"/>
                </a:solidFill>
                <a:latin typeface="微软雅黑" panose="020B0503020204020204" pitchFamily="34" charset="-122"/>
                <a:ea typeface="微软雅黑" panose="020B0503020204020204" pitchFamily="34" charset="-122"/>
              </a:rPr>
              <a:t>到</a:t>
            </a: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zh-CN" sz="1100" dirty="0">
                <a:solidFill>
                  <a:srgbClr val="1D1D1A"/>
                </a:solidFill>
                <a:latin typeface="微软雅黑" panose="020B0503020204020204" pitchFamily="34" charset="-122"/>
                <a:ea typeface="微软雅黑" panose="020B0503020204020204" pitchFamily="34" charset="-122"/>
              </a:rPr>
              <a:t>，构建无阻塞转发平面，满足大流量业务数据的高速传输需求。一期</a:t>
            </a:r>
            <a:r>
              <a:rPr kumimoji="1" lang="en-US" altLang="zh-CN" sz="1100" dirty="0">
                <a:solidFill>
                  <a:srgbClr val="1D1D1A"/>
                </a:solidFill>
                <a:latin typeface="微软雅黑" panose="020B0503020204020204" pitchFamily="34" charset="-122"/>
                <a:ea typeface="微软雅黑" panose="020B0503020204020204" pitchFamily="34" charset="-122"/>
              </a:rPr>
              <a:t> 512 </a:t>
            </a:r>
            <a:r>
              <a:rPr kumimoji="1" lang="zh-CN" altLang="zh-CN" sz="1100" dirty="0">
                <a:solidFill>
                  <a:srgbClr val="1D1D1A"/>
                </a:solidFill>
                <a:latin typeface="微软雅黑" panose="020B0503020204020204" pitchFamily="34" charset="-122"/>
                <a:ea typeface="微软雅黑" panose="020B0503020204020204" pitchFamily="34" charset="-122"/>
              </a:rPr>
              <a:t>卡集群共 </a:t>
            </a:r>
            <a:r>
              <a:rPr kumimoji="1" lang="en-US" altLang="zh-CN" sz="1100" dirty="0">
                <a:solidFill>
                  <a:srgbClr val="1D1D1A"/>
                </a:solidFill>
                <a:latin typeface="微软雅黑" panose="020B0503020204020204" pitchFamily="34" charset="-122"/>
                <a:ea typeface="微软雅黑" panose="020B0503020204020204" pitchFamily="34" charset="-122"/>
              </a:rPr>
              <a:t>8</a:t>
            </a:r>
            <a:r>
              <a:rPr kumimoji="1" lang="zh-CN" altLang="zh-CN" sz="1100" dirty="0">
                <a:solidFill>
                  <a:srgbClr val="1D1D1A"/>
                </a:solidFill>
                <a:latin typeface="微软雅黑" panose="020B0503020204020204" pitchFamily="34" charset="-122"/>
                <a:ea typeface="微软雅黑" panose="020B0503020204020204" pitchFamily="34" charset="-122"/>
              </a:rPr>
              <a:t>台计算柜，对应配置完整高速接入链路资源，扩容至</a:t>
            </a:r>
            <a:r>
              <a:rPr kumimoji="1" lang="en-US" altLang="zh-CN" sz="1100" dirty="0">
                <a:solidFill>
                  <a:srgbClr val="1D1D1A"/>
                </a:solidFill>
                <a:latin typeface="微软雅黑" panose="020B0503020204020204" pitchFamily="34" charset="-122"/>
                <a:ea typeface="微软雅黑" panose="020B0503020204020204" pitchFamily="34" charset="-122"/>
              </a:rPr>
              <a:t> 1024 </a:t>
            </a:r>
            <a:r>
              <a:rPr kumimoji="1" lang="zh-CN" altLang="zh-CN" sz="1100" dirty="0">
                <a:solidFill>
                  <a:srgbClr val="1D1D1A"/>
                </a:solidFill>
                <a:latin typeface="微软雅黑" panose="020B0503020204020204" pitchFamily="34" charset="-122"/>
                <a:ea typeface="微软雅黑" panose="020B0503020204020204" pitchFamily="34" charset="-122"/>
              </a:rPr>
              <a:t>卡后可复用现有核心层架构。</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zh-CN" sz="1100" dirty="0">
                <a:solidFill>
                  <a:srgbClr val="1D1D1A"/>
                </a:solidFill>
                <a:latin typeface="微软雅黑" panose="020B0503020204020204" pitchFamily="34" charset="-122"/>
                <a:ea typeface="微软雅黑" panose="020B0503020204020204" pitchFamily="34" charset="-122"/>
              </a:rPr>
              <a:t>接入与</a:t>
            </a: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zh-CN" sz="1100" dirty="0">
                <a:solidFill>
                  <a:srgbClr val="1D1D1A"/>
                </a:solidFill>
                <a:latin typeface="微软雅黑" panose="020B0503020204020204" pitchFamily="34" charset="-122"/>
                <a:ea typeface="微软雅黑" panose="020B0503020204020204" pitchFamily="34" charset="-122"/>
              </a:rPr>
              <a:t>层交换机按照</a:t>
            </a:r>
            <a:r>
              <a:rPr kumimoji="1" lang="en-US" altLang="zh-CN" sz="1100" dirty="0">
                <a:solidFill>
                  <a:srgbClr val="1D1D1A"/>
                </a:solidFill>
                <a:latin typeface="微软雅黑" panose="020B0503020204020204" pitchFamily="34" charset="-122"/>
                <a:ea typeface="微软雅黑" panose="020B0503020204020204" pitchFamily="34" charset="-122"/>
              </a:rPr>
              <a:t>CLOS</a:t>
            </a:r>
            <a:r>
              <a:rPr kumimoji="1" lang="zh-CN" altLang="zh-CN" sz="1100" dirty="0">
                <a:solidFill>
                  <a:srgbClr val="1D1D1A"/>
                </a:solidFill>
                <a:latin typeface="微软雅黑" panose="020B0503020204020204" pitchFamily="34" charset="-122"/>
                <a:ea typeface="微软雅黑" panose="020B0503020204020204" pitchFamily="34" charset="-122"/>
              </a:rPr>
              <a:t>全互联方式进行组网，形成</a:t>
            </a:r>
            <a:r>
              <a:rPr kumimoji="1" lang="en-US" altLang="zh-CN" sz="1100" dirty="0" err="1">
                <a:solidFill>
                  <a:srgbClr val="1D1D1A"/>
                </a:solidFill>
                <a:latin typeface="微软雅黑" panose="020B0503020204020204" pitchFamily="34" charset="-122"/>
                <a:ea typeface="微软雅黑" panose="020B0503020204020204" pitchFamily="34" charset="-122"/>
              </a:rPr>
              <a:t>miniPOD</a:t>
            </a:r>
            <a:r>
              <a:rPr kumimoji="1" lang="zh-CN" altLang="zh-CN" sz="1100" dirty="0">
                <a:solidFill>
                  <a:srgbClr val="1D1D1A"/>
                </a:solidFill>
                <a:latin typeface="微软雅黑" panose="020B0503020204020204" pitchFamily="34" charset="-122"/>
                <a:ea typeface="微软雅黑" panose="020B0503020204020204" pitchFamily="34" charset="-122"/>
              </a:rPr>
              <a:t>，每个</a:t>
            </a:r>
            <a:r>
              <a:rPr kumimoji="1" lang="en-US" altLang="zh-CN" sz="1100" dirty="0">
                <a:solidFill>
                  <a:srgbClr val="1D1D1A"/>
                </a:solidFill>
                <a:latin typeface="微软雅黑" panose="020B0503020204020204" pitchFamily="34" charset="-122"/>
                <a:ea typeface="微软雅黑" panose="020B0503020204020204" pitchFamily="34" charset="-122"/>
              </a:rPr>
              <a:t>minipod</a:t>
            </a:r>
            <a:r>
              <a:rPr kumimoji="1" lang="zh-CN" altLang="zh-CN" sz="1100" dirty="0">
                <a:solidFill>
                  <a:srgbClr val="1D1D1A"/>
                </a:solidFill>
                <a:latin typeface="微软雅黑" panose="020B0503020204020204" pitchFamily="34" charset="-122"/>
                <a:ea typeface="微软雅黑" panose="020B0503020204020204" pitchFamily="34" charset="-122"/>
              </a:rPr>
              <a:t>可实现</a:t>
            </a:r>
            <a:r>
              <a:rPr kumimoji="1" lang="en-US" altLang="zh-CN" sz="1100" dirty="0">
                <a:solidFill>
                  <a:srgbClr val="1D1D1A"/>
                </a:solidFill>
                <a:latin typeface="微软雅黑" panose="020B0503020204020204" pitchFamily="34" charset="-122"/>
                <a:ea typeface="微软雅黑" panose="020B0503020204020204" pitchFamily="34" charset="-122"/>
              </a:rPr>
              <a:t>384</a:t>
            </a:r>
            <a:r>
              <a:rPr kumimoji="1" lang="zh-CN" altLang="zh-CN" sz="1100" dirty="0">
                <a:solidFill>
                  <a:srgbClr val="1D1D1A"/>
                </a:solidFill>
                <a:latin typeface="微软雅黑" panose="020B0503020204020204" pitchFamily="34" charset="-122"/>
                <a:ea typeface="微软雅黑" panose="020B0503020204020204" pitchFamily="34" charset="-122"/>
              </a:rPr>
              <a:t>个</a:t>
            </a:r>
            <a:r>
              <a:rPr kumimoji="1" lang="en-US" altLang="zh-CN" sz="1100" dirty="0">
                <a:solidFill>
                  <a:srgbClr val="1D1D1A"/>
                </a:solidFill>
                <a:latin typeface="微软雅黑" panose="020B0503020204020204" pitchFamily="34" charset="-122"/>
                <a:ea typeface="微软雅黑" panose="020B0503020204020204" pitchFamily="34" charset="-122"/>
              </a:rPr>
              <a:t>200G</a:t>
            </a:r>
            <a:r>
              <a:rPr kumimoji="1" lang="zh-CN" altLang="zh-CN" sz="1100" dirty="0">
                <a:solidFill>
                  <a:srgbClr val="1D1D1A"/>
                </a:solidFill>
                <a:latin typeface="微软雅黑" panose="020B0503020204020204" pitchFamily="34" charset="-122"/>
                <a:ea typeface="微软雅黑" panose="020B0503020204020204" pitchFamily="34" charset="-122"/>
              </a:rPr>
              <a:t>的接入，实现后期灵活扩容；每个</a:t>
            </a:r>
            <a:r>
              <a:rPr kumimoji="1" lang="en-US" altLang="zh-CN" sz="1100" dirty="0">
                <a:solidFill>
                  <a:srgbClr val="1D1D1A"/>
                </a:solidFill>
                <a:latin typeface="微软雅黑" panose="020B0503020204020204" pitchFamily="34" charset="-122"/>
                <a:ea typeface="微软雅黑" panose="020B0503020204020204" pitchFamily="34" charset="-122"/>
              </a:rPr>
              <a:t>minipod</a:t>
            </a:r>
            <a:r>
              <a:rPr kumimoji="1" lang="zh-CN" altLang="zh-CN" sz="1100" dirty="0">
                <a:solidFill>
                  <a:srgbClr val="1D1D1A"/>
                </a:solidFill>
                <a:latin typeface="微软雅黑" panose="020B0503020204020204" pitchFamily="34" charset="-122"/>
                <a:ea typeface="微软雅黑" panose="020B0503020204020204" pitchFamily="34" charset="-122"/>
              </a:rPr>
              <a:t>设置</a:t>
            </a:r>
            <a:r>
              <a:rPr kumimoji="1" lang="en-US" altLang="zh-CN" sz="1100" dirty="0">
                <a:solidFill>
                  <a:srgbClr val="1D1D1A"/>
                </a:solidFill>
                <a:latin typeface="微软雅黑" panose="020B0503020204020204" pitchFamily="34" charset="-122"/>
                <a:ea typeface="微软雅黑" panose="020B0503020204020204" pitchFamily="34" charset="-122"/>
              </a:rPr>
              <a:t>2</a:t>
            </a:r>
            <a:r>
              <a:rPr kumimoji="1" lang="zh-CN" altLang="zh-CN" sz="1100" dirty="0">
                <a:solidFill>
                  <a:srgbClr val="1D1D1A"/>
                </a:solidFill>
                <a:latin typeface="微软雅黑" panose="020B0503020204020204" pitchFamily="34" charset="-122"/>
                <a:ea typeface="微软雅黑" panose="020B0503020204020204" pitchFamily="34" charset="-122"/>
              </a:rPr>
              <a:t>台</a:t>
            </a:r>
            <a:r>
              <a:rPr kumimoji="1" lang="en-US" altLang="zh-CN" sz="1100" dirty="0">
                <a:solidFill>
                  <a:srgbClr val="1D1D1A"/>
                </a:solidFill>
                <a:latin typeface="微软雅黑" panose="020B0503020204020204" pitchFamily="34" charset="-122"/>
                <a:ea typeface="微软雅黑" panose="020B0503020204020204" pitchFamily="34" charset="-122"/>
              </a:rPr>
              <a:t>TRACKER</a:t>
            </a:r>
            <a:r>
              <a:rPr kumimoji="1" lang="zh-CN" altLang="zh-CN" sz="1100" dirty="0">
                <a:solidFill>
                  <a:srgbClr val="1D1D1A"/>
                </a:solidFill>
                <a:latin typeface="微软雅黑" panose="020B0503020204020204" pitchFamily="34" charset="-122"/>
                <a:ea typeface="微软雅黑" panose="020B0503020204020204" pitchFamily="34" charset="-122"/>
              </a:rPr>
              <a:t>设备，用于网络质量探测。</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en-US" sz="1100" dirty="0">
                <a:solidFill>
                  <a:srgbClr val="1D1D1A"/>
                </a:solidFill>
                <a:latin typeface="微软雅黑" panose="020B0503020204020204" pitchFamily="34" charset="-122"/>
                <a:ea typeface="微软雅黑" panose="020B0503020204020204" pitchFamily="34" charset="-122"/>
              </a:rPr>
              <a:t>到</a:t>
            </a:r>
            <a:r>
              <a:rPr kumimoji="1" lang="en-US" altLang="zh-CN" sz="1100" dirty="0">
                <a:solidFill>
                  <a:srgbClr val="1D1D1A"/>
                </a:solidFill>
                <a:latin typeface="微软雅黑" panose="020B0503020204020204" pitchFamily="34" charset="-122"/>
                <a:ea typeface="微软雅黑" panose="020B0503020204020204" pitchFamily="34" charset="-122"/>
              </a:rPr>
              <a:t>S2</a:t>
            </a:r>
            <a:r>
              <a:rPr kumimoji="1" lang="zh-CN" altLang="en-US" sz="1100" dirty="0">
                <a:solidFill>
                  <a:srgbClr val="1D1D1A"/>
                </a:solidFill>
                <a:latin typeface="微软雅黑" panose="020B0503020204020204" pitchFamily="34" charset="-122"/>
                <a:ea typeface="微软雅黑" panose="020B0503020204020204" pitchFamily="34" charset="-122"/>
              </a:rPr>
              <a:t>采用</a:t>
            </a:r>
            <a:r>
              <a:rPr kumimoji="1" lang="en-US" altLang="zh-CN" sz="1100" dirty="0">
                <a:solidFill>
                  <a:srgbClr val="1D1D1A"/>
                </a:solidFill>
                <a:latin typeface="微软雅黑" panose="020B0503020204020204" pitchFamily="34" charset="-122"/>
                <a:ea typeface="微软雅黑" panose="020B0503020204020204" pitchFamily="34" charset="-122"/>
              </a:rPr>
              <a:t>24*800G</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800G</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latin typeface="微软雅黑" panose="020B0503020204020204" pitchFamily="34" charset="-122"/>
                <a:ea typeface="微软雅黑" panose="020B0503020204020204" pitchFamily="34" charset="-122"/>
              </a:rPr>
              <a:t>2*FR4</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en-US" altLang="zh-CN" sz="1100" dirty="0">
                <a:solidFill>
                  <a:srgbClr val="1D1D1A"/>
                </a:solidFill>
                <a:latin typeface="微软雅黑" panose="020B0503020204020204" pitchFamily="34" charset="-122"/>
                <a:ea typeface="微软雅黑" panose="020B0503020204020204" pitchFamily="34" charset="-122"/>
              </a:rPr>
              <a:t>40*800G</a:t>
            </a:r>
            <a:r>
              <a:rPr kumimoji="1" lang="zh-CN" altLang="en-US" sz="1100" dirty="0">
                <a:solidFill>
                  <a:srgbClr val="1D1D1A"/>
                </a:solidFill>
                <a:latin typeface="微软雅黑" panose="020B0503020204020204" pitchFamily="34" charset="-122"/>
                <a:ea typeface="微软雅黑" panose="020B0503020204020204" pitchFamily="34" charset="-122"/>
              </a:rPr>
              <a:t>下行连</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S2</a:t>
            </a:r>
            <a:r>
              <a:rPr kumimoji="1" lang="zh-CN" altLang="zh-CN" sz="1100" dirty="0">
                <a:solidFill>
                  <a:srgbClr val="1D1D1A"/>
                </a:solidFill>
                <a:latin typeface="微软雅黑" panose="020B0503020204020204" pitchFamily="34" charset="-122"/>
                <a:ea typeface="微软雅黑" panose="020B0503020204020204" pitchFamily="34" charset="-122"/>
              </a:rPr>
              <a:t>到</a:t>
            </a:r>
            <a:r>
              <a:rPr kumimoji="1" lang="en-US" altLang="zh-CN" sz="1100" dirty="0">
                <a:solidFill>
                  <a:srgbClr val="1D1D1A"/>
                </a:solidFill>
                <a:latin typeface="微软雅黑" panose="020B0503020204020204" pitchFamily="34" charset="-122"/>
                <a:ea typeface="微软雅黑" panose="020B0503020204020204" pitchFamily="34" charset="-122"/>
              </a:rPr>
              <a:t>S3</a:t>
            </a:r>
            <a:r>
              <a:rPr kumimoji="1" lang="zh-CN" altLang="zh-CN" sz="1100" dirty="0">
                <a:solidFill>
                  <a:srgbClr val="1D1D1A"/>
                </a:solidFill>
                <a:latin typeface="微软雅黑" panose="020B0503020204020204" pitchFamily="34" charset="-122"/>
                <a:ea typeface="微软雅黑" panose="020B0503020204020204" pitchFamily="34" charset="-122"/>
              </a:rPr>
              <a:t>级网络通过</a:t>
            </a:r>
            <a:r>
              <a:rPr kumimoji="1" lang="en-US" altLang="zh-CN" sz="1100" dirty="0">
                <a:solidFill>
                  <a:srgbClr val="1D1D1A"/>
                </a:solidFill>
                <a:latin typeface="微软雅黑" panose="020B0503020204020204" pitchFamily="34" charset="-122"/>
                <a:ea typeface="微软雅黑" panose="020B0503020204020204" pitchFamily="34" charset="-122"/>
              </a:rPr>
              <a:t>400G</a:t>
            </a:r>
            <a:r>
              <a:rPr kumimoji="1" lang="zh-CN" altLang="zh-CN" sz="1100" dirty="0">
                <a:solidFill>
                  <a:srgbClr val="1D1D1A"/>
                </a:solidFill>
                <a:latin typeface="微软雅黑" panose="020B0503020204020204" pitchFamily="34" charset="-122"/>
                <a:ea typeface="微软雅黑" panose="020B0503020204020204" pitchFamily="34" charset="-122"/>
              </a:rPr>
              <a:t>无收敛互联，实现未来灵活</a:t>
            </a:r>
            <a:r>
              <a:rPr kumimoji="1" lang="en-US" altLang="zh-CN" sz="1100" dirty="0">
                <a:solidFill>
                  <a:srgbClr val="1D1D1A"/>
                </a:solidFill>
                <a:latin typeface="微软雅黑" panose="020B0503020204020204" pitchFamily="34" charset="-122"/>
                <a:ea typeface="微软雅黑" panose="020B0503020204020204" pitchFamily="34" charset="-122"/>
              </a:rPr>
              <a:t>minipod</a:t>
            </a:r>
            <a:r>
              <a:rPr kumimoji="1" lang="zh-CN" altLang="zh-CN" sz="1100" dirty="0">
                <a:solidFill>
                  <a:srgbClr val="1D1D1A"/>
                </a:solidFill>
                <a:latin typeface="微软雅黑" panose="020B0503020204020204" pitchFamily="34" charset="-122"/>
                <a:ea typeface="微软雅黑" panose="020B0503020204020204" pitchFamily="34" charset="-122"/>
              </a:rPr>
              <a:t>的扩容能力</a:t>
            </a:r>
            <a:r>
              <a:rPr kumimoji="1" lang="zh-CN" altLang="en-US" sz="1100" dirty="0">
                <a:solidFill>
                  <a:srgbClr val="1D1D1A"/>
                </a:solidFill>
                <a:latin typeface="微软雅黑" panose="020B0503020204020204" pitchFamily="34" charset="-122"/>
                <a:ea typeface="微软雅黑" panose="020B0503020204020204" pitchFamily="34" charset="-122"/>
              </a:rPr>
              <a:t>。</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S3</a:t>
            </a:r>
            <a:r>
              <a:rPr kumimoji="1" lang="zh-CN" altLang="zh-CN" sz="1100" dirty="0">
                <a:solidFill>
                  <a:srgbClr val="1D1D1A"/>
                </a:solidFill>
                <a:latin typeface="微软雅黑" panose="020B0503020204020204" pitchFamily="34" charset="-122"/>
                <a:ea typeface="微软雅黑" panose="020B0503020204020204" pitchFamily="34" charset="-122"/>
              </a:rPr>
              <a:t>上联到</a:t>
            </a:r>
            <a:r>
              <a:rPr kumimoji="1" lang="en-US" altLang="zh-CN" sz="1100" dirty="0">
                <a:solidFill>
                  <a:srgbClr val="1D1D1A"/>
                </a:solidFill>
                <a:latin typeface="微软雅黑" panose="020B0503020204020204" pitchFamily="34" charset="-122"/>
                <a:ea typeface="微软雅黑" panose="020B0503020204020204" pitchFamily="34" charset="-122"/>
              </a:rPr>
              <a:t>4</a:t>
            </a:r>
            <a:r>
              <a:rPr kumimoji="1" lang="zh-CN" altLang="zh-CN" sz="1100" dirty="0">
                <a:solidFill>
                  <a:srgbClr val="1D1D1A"/>
                </a:solidFill>
                <a:latin typeface="微软雅黑" panose="020B0503020204020204" pitchFamily="34" charset="-122"/>
                <a:ea typeface="微软雅黑" panose="020B0503020204020204" pitchFamily="34" charset="-122"/>
              </a:rPr>
              <a:t>台</a:t>
            </a:r>
            <a:r>
              <a:rPr kumimoji="1" lang="en-US" altLang="zh-CN" sz="1100" dirty="0">
                <a:solidFill>
                  <a:srgbClr val="1D1D1A"/>
                </a:solidFill>
                <a:latin typeface="微软雅黑" panose="020B0503020204020204" pitchFamily="34" charset="-122"/>
                <a:ea typeface="微软雅黑" panose="020B0503020204020204" pitchFamily="34" charset="-122"/>
              </a:rPr>
              <a:t>DCI</a:t>
            </a:r>
            <a:r>
              <a:rPr kumimoji="1" lang="zh-CN" altLang="zh-CN" sz="1100" dirty="0">
                <a:solidFill>
                  <a:srgbClr val="1D1D1A"/>
                </a:solidFill>
                <a:latin typeface="微软雅黑" panose="020B0503020204020204" pitchFamily="34" charset="-122"/>
                <a:ea typeface="微软雅黑" panose="020B0503020204020204" pitchFamily="34" charset="-122"/>
              </a:rPr>
              <a:t>汇聚交换机，通过</a:t>
            </a:r>
            <a:r>
              <a:rPr kumimoji="1" lang="en-US" altLang="zh-CN" sz="1100" dirty="0">
                <a:solidFill>
                  <a:srgbClr val="1D1D1A"/>
                </a:solidFill>
                <a:latin typeface="微软雅黑" panose="020B0503020204020204" pitchFamily="34" charset="-122"/>
                <a:ea typeface="微软雅黑" panose="020B0503020204020204" pitchFamily="34" charset="-122"/>
              </a:rPr>
              <a:t>DCI</a:t>
            </a:r>
            <a:r>
              <a:rPr kumimoji="1" lang="zh-CN" altLang="zh-CN" sz="1100" dirty="0">
                <a:solidFill>
                  <a:srgbClr val="1D1D1A"/>
                </a:solidFill>
                <a:latin typeface="微软雅黑" panose="020B0503020204020204" pitchFamily="34" charset="-122"/>
                <a:ea typeface="微软雅黑" panose="020B0503020204020204" pitchFamily="34" charset="-122"/>
              </a:rPr>
              <a:t>交换机连接</a:t>
            </a:r>
            <a:r>
              <a:rPr kumimoji="1" lang="en-US" altLang="zh-CN" sz="1100" dirty="0">
                <a:solidFill>
                  <a:srgbClr val="1D1D1A"/>
                </a:solidFill>
                <a:latin typeface="微软雅黑" panose="020B0503020204020204" pitchFamily="34" charset="-122"/>
                <a:ea typeface="微软雅黑" panose="020B0503020204020204" pitchFamily="34" charset="-122"/>
              </a:rPr>
              <a:t>OTN</a:t>
            </a:r>
            <a:r>
              <a:rPr kumimoji="1" lang="zh-CN" altLang="zh-CN" sz="1100" dirty="0">
                <a:solidFill>
                  <a:srgbClr val="1D1D1A"/>
                </a:solidFill>
                <a:latin typeface="微软雅黑" panose="020B0503020204020204" pitchFamily="34" charset="-122"/>
                <a:ea typeface="微软雅黑" panose="020B0503020204020204" pitchFamily="34" charset="-122"/>
              </a:rPr>
              <a:t>设备，实现专线接入。</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DCN</a:t>
            </a:r>
            <a:r>
              <a:rPr kumimoji="1" lang="zh-CN" altLang="en-US" sz="1100" dirty="0">
                <a:solidFill>
                  <a:srgbClr val="1D1D1A"/>
                </a:solidFill>
                <a:latin typeface="微软雅黑" panose="020B0503020204020204" pitchFamily="34" charset="-122"/>
                <a:ea typeface="微软雅黑" panose="020B0503020204020204" pitchFamily="34" charset="-122"/>
              </a:rPr>
              <a:t>网络需要支持</a:t>
            </a:r>
            <a:r>
              <a:rPr kumimoji="1" lang="en-US" altLang="zh-CN" sz="1100" dirty="0">
                <a:solidFill>
                  <a:srgbClr val="1D1D1A"/>
                </a:solidFill>
                <a:latin typeface="微软雅黑" panose="020B0503020204020204" pitchFamily="34" charset="-122"/>
                <a:ea typeface="微软雅黑" panose="020B0503020204020204" pitchFamily="34" charset="-122"/>
              </a:rPr>
              <a:t>TCP</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RDMA</a:t>
            </a:r>
            <a:r>
              <a:rPr kumimoji="1" lang="zh-CN" altLang="en-US" sz="1100" dirty="0">
                <a:solidFill>
                  <a:srgbClr val="1D1D1A"/>
                </a:solidFill>
                <a:latin typeface="微软雅黑" panose="020B0503020204020204" pitchFamily="34" charset="-122"/>
                <a:ea typeface="微软雅黑" panose="020B0503020204020204" pitchFamily="34" charset="-122"/>
              </a:rPr>
              <a:t>混跑</a:t>
            </a:r>
            <a:endParaRPr kumimoji="1" lang="zh-CN" altLang="zh-CN" sz="1100" dirty="0">
              <a:solidFill>
                <a:srgbClr val="1D1D1A"/>
              </a:solidFill>
              <a:latin typeface="微软雅黑" panose="020B0503020204020204" pitchFamily="34" charset="-122"/>
              <a:ea typeface="微软雅黑" panose="020B0503020204020204" pitchFamily="34" charset="-122"/>
            </a:endParaRPr>
          </a:p>
        </p:txBody>
      </p:sp>
      <p:grpSp>
        <p:nvGrpSpPr>
          <p:cNvPr id="416" name="组合 415"/>
          <p:cNvGrpSpPr/>
          <p:nvPr/>
        </p:nvGrpSpPr>
        <p:grpSpPr>
          <a:xfrm>
            <a:off x="9660229" y="224849"/>
            <a:ext cx="1030784" cy="276892"/>
            <a:chOff x="9306154" y="1437292"/>
            <a:chExt cx="1063725" cy="114048"/>
          </a:xfrm>
        </p:grpSpPr>
        <p:sp>
          <p:nvSpPr>
            <p:cNvPr id="417" name="矩形 416"/>
            <p:cNvSpPr/>
            <p:nvPr/>
          </p:nvSpPr>
          <p:spPr>
            <a:xfrm>
              <a:off x="9306154" y="1437292"/>
              <a:ext cx="1063725" cy="76032"/>
            </a:xfrm>
            <a:prstGeom prst="rect">
              <a:avLst/>
            </a:prstGeom>
            <a:solidFill>
              <a:srgbClr val="FFFFFF">
                <a:lumMod val="95000"/>
              </a:srgbClr>
            </a:solidFill>
            <a:effectLst>
              <a:outerShdw blurRad="50800" dist="38100" dir="5400000" algn="t" rotWithShape="0">
                <a:prstClr val="black">
                  <a:alpha val="40000"/>
                </a:prstClr>
              </a:outerShdw>
            </a:effectLst>
          </p:spPr>
          <p:txBody>
            <a:bodyPr wrap="square">
              <a:spAutoFit/>
            </a:bodyPr>
            <a:lstStyle/>
            <a:p>
              <a:pPr algn="ctr" defTabSz="913130">
                <a:defRPr/>
              </a:pPr>
              <a:endParaRPr lang="en-US" altLang="zh-CN" sz="600" b="1" kern="0"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endParaRPr>
            </a:p>
          </p:txBody>
        </p:sp>
        <p:sp>
          <p:nvSpPr>
            <p:cNvPr id="418" name="矩形 417"/>
            <p:cNvSpPr/>
            <p:nvPr/>
          </p:nvSpPr>
          <p:spPr>
            <a:xfrm>
              <a:off x="9425281" y="1437292"/>
              <a:ext cx="825470" cy="114048"/>
            </a:xfrm>
            <a:prstGeom prst="rect">
              <a:avLst/>
            </a:prstGeom>
          </p:spPr>
          <p:txBody>
            <a:bodyPr wrap="none">
              <a:spAutoFit/>
            </a:bodyPr>
            <a:lstStyle/>
            <a:p>
              <a:pPr algn="ctr" defTabSz="913130">
                <a:defRPr/>
              </a:pPr>
              <a:r>
                <a:rPr lang="zh-CN" altLang="en-US" sz="1200" b="1"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rPr>
                <a:t>组网说明</a:t>
              </a:r>
              <a:endParaRPr lang="en-US" altLang="zh-CN" sz="1200" b="1"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endParaRPr>
            </a:p>
          </p:txBody>
        </p:sp>
      </p:grpSp>
      <p:sp>
        <p:nvSpPr>
          <p:cNvPr id="361" name="文本框 360"/>
          <p:cNvSpPr txBox="1"/>
          <p:nvPr/>
        </p:nvSpPr>
        <p:spPr>
          <a:xfrm>
            <a:off x="426005" y="-3496"/>
            <a:ext cx="11813202" cy="400082"/>
          </a:xfrm>
          <a:prstGeom prst="rect">
            <a:avLst/>
          </a:prstGeom>
        </p:spPr>
        <p:txBody>
          <a:bodyPr lIns="0" tIns="0" rIns="0" bIns="0" anchor="t">
            <a:normAutofit/>
          </a:bodyPr>
          <a:lstStyle>
            <a:defPPr>
              <a:defRPr lang="zh-CN"/>
            </a:defPPr>
            <a:lvl1pPr marR="0" lvl="0" indent="0" defTabSz="913765" fontAlgn="auto">
              <a:lnSpc>
                <a:spcPts val="3430"/>
              </a:lnSpc>
              <a:spcBef>
                <a:spcPts val="0"/>
              </a:spcBef>
              <a:spcAft>
                <a:spcPts val="0"/>
              </a:spcAft>
              <a:buClrTx/>
              <a:buSzTx/>
              <a:buFontTx/>
              <a:buNone/>
              <a:defRPr kumimoji="1" sz="2400" b="1" i="0" u="none" strike="noStrike" cap="none" spc="0" normalizeH="0" baseline="0">
                <a:ln>
                  <a:noFill/>
                </a:ln>
                <a:solidFill>
                  <a:srgbClr val="C00000"/>
                </a:solidFill>
                <a:effectLst/>
                <a:uLnTx/>
                <a:uFillTx/>
                <a:latin typeface="微软雅黑" panose="020B0503020204020204" pitchFamily="34" charset="-122"/>
                <a:ea typeface="微软雅黑" panose="020B0503020204020204" pitchFamily="34" charset="-122"/>
                <a:cs typeface="Courier New" panose="02070309020205020404" pitchFamily="49" charset="0"/>
              </a:defRPr>
            </a:lvl1pPr>
            <a:lvl2pPr marL="593725" indent="0" algn="ctr" defTabSz="913765">
              <a:lnSpc>
                <a:spcPct val="90000"/>
              </a:lnSpc>
              <a:spcBef>
                <a:spcPts val="500"/>
              </a:spcBef>
              <a:buFontTx/>
              <a:buNone/>
              <a:defRPr sz="2595">
                <a:latin typeface="Arial" panose="02080604020202020204" pitchFamily="34" charset="0"/>
                <a:cs typeface="Arial" panose="02080604020202020204" pitchFamily="34" charset="0"/>
              </a:defRPr>
            </a:lvl2pPr>
            <a:lvl3pPr marL="1187450" indent="0" algn="ctr" defTabSz="913765">
              <a:lnSpc>
                <a:spcPct val="90000"/>
              </a:lnSpc>
              <a:spcBef>
                <a:spcPts val="500"/>
              </a:spcBef>
              <a:buFontTx/>
              <a:buNone/>
              <a:defRPr sz="2335">
                <a:latin typeface="Arial" panose="02080604020202020204" pitchFamily="34" charset="0"/>
                <a:cs typeface="Arial" panose="02080604020202020204" pitchFamily="34" charset="0"/>
              </a:defRPr>
            </a:lvl3pPr>
            <a:lvl4pPr marL="1781175" indent="0" algn="ctr" defTabSz="913765">
              <a:lnSpc>
                <a:spcPct val="90000"/>
              </a:lnSpc>
              <a:spcBef>
                <a:spcPts val="500"/>
              </a:spcBef>
              <a:buFontTx/>
              <a:buNone/>
              <a:defRPr sz="2080">
                <a:latin typeface="Arial" panose="02080604020202020204" pitchFamily="34" charset="0"/>
                <a:cs typeface="Arial" panose="02080604020202020204" pitchFamily="34" charset="0"/>
              </a:defRPr>
            </a:lvl4pPr>
            <a:lvl5pPr marL="2374900" indent="0" algn="ctr" defTabSz="913765">
              <a:lnSpc>
                <a:spcPct val="90000"/>
              </a:lnSpc>
              <a:spcBef>
                <a:spcPts val="500"/>
              </a:spcBef>
              <a:buFontTx/>
              <a:buNone/>
              <a:defRPr sz="2080">
                <a:latin typeface="Arial" panose="02080604020202020204" pitchFamily="34" charset="0"/>
                <a:cs typeface="Arial" panose="02080604020202020204" pitchFamily="34" charset="0"/>
              </a:defRPr>
            </a:lvl5pPr>
            <a:lvl6pPr marL="2968625" indent="0" algn="ctr" defTabSz="913765">
              <a:lnSpc>
                <a:spcPct val="90000"/>
              </a:lnSpc>
              <a:spcBef>
                <a:spcPts val="500"/>
              </a:spcBef>
              <a:buFont typeface="Arial" panose="02080604020202020204" pitchFamily="34" charset="0"/>
              <a:buNone/>
              <a:defRPr sz="2080"/>
            </a:lvl6pPr>
            <a:lvl7pPr marL="3561715" indent="0" algn="ctr" defTabSz="913765">
              <a:lnSpc>
                <a:spcPct val="90000"/>
              </a:lnSpc>
              <a:spcBef>
                <a:spcPts val="500"/>
              </a:spcBef>
              <a:buFont typeface="Arial" panose="02080604020202020204" pitchFamily="34" charset="0"/>
              <a:buNone/>
              <a:defRPr sz="2080"/>
            </a:lvl7pPr>
            <a:lvl8pPr marL="4155440" indent="0" algn="ctr" defTabSz="913765">
              <a:lnSpc>
                <a:spcPct val="90000"/>
              </a:lnSpc>
              <a:spcBef>
                <a:spcPts val="500"/>
              </a:spcBef>
              <a:buFont typeface="Arial" panose="02080604020202020204" pitchFamily="34" charset="0"/>
              <a:buNone/>
              <a:defRPr sz="2080"/>
            </a:lvl8pPr>
            <a:lvl9pPr marL="4749165" indent="0" algn="ctr" defTabSz="913765">
              <a:lnSpc>
                <a:spcPct val="90000"/>
              </a:lnSpc>
              <a:spcBef>
                <a:spcPts val="500"/>
              </a:spcBef>
              <a:buFont typeface="Arial" panose="02080604020202020204" pitchFamily="34" charset="0"/>
              <a:buNone/>
              <a:defRPr sz="2080"/>
            </a:lvl9pPr>
          </a:lstStyle>
          <a:p>
            <a:pPr defTabSz="913130">
              <a:lnSpc>
                <a:spcPts val="3430"/>
              </a:lnSpc>
              <a:defRPr/>
            </a:pPr>
            <a:endParaRPr lang="zh-CN" altLang="en-US" sz="2400" kern="0" dirty="0"/>
          </a:p>
        </p:txBody>
      </p:sp>
      <p:sp>
        <p:nvSpPr>
          <p:cNvPr id="383" name="矩形 382"/>
          <p:cNvSpPr/>
          <p:nvPr>
            <p:custDataLst>
              <p:tags r:id="rId351"/>
            </p:custDataLst>
          </p:nvPr>
        </p:nvSpPr>
        <p:spPr>
          <a:xfrm>
            <a:off x="1313589" y="5477772"/>
            <a:ext cx="6103142" cy="722348"/>
          </a:xfrm>
          <a:prstGeom prst="rect">
            <a:avLst/>
          </a:prstGeom>
          <a:noFill/>
          <a:ln w="38100">
            <a:solidFill>
              <a:srgbClr val="C00000"/>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387" name="文本框 386"/>
          <p:cNvSpPr txBox="1"/>
          <p:nvPr/>
        </p:nvSpPr>
        <p:spPr>
          <a:xfrm>
            <a:off x="258209" y="5669771"/>
            <a:ext cx="1516522" cy="338344"/>
          </a:xfrm>
          <a:prstGeom prst="rect">
            <a:avLst/>
          </a:prstGeom>
          <a:noFill/>
        </p:spPr>
        <p:txBody>
          <a:bodyPr wrap="square" rtlCol="0">
            <a:spAutoFit/>
          </a:bodyPr>
          <a:lstStyle/>
          <a:p>
            <a:pPr defTabSz="914400"/>
            <a:r>
              <a:rPr lang="en-US" altLang="zh-CN" sz="1600" dirty="0">
                <a:solidFill>
                  <a:prstClr val="black"/>
                </a:solidFill>
                <a:latin typeface="微软雅黑" panose="020B0503020204020204" pitchFamily="34" charset="-122"/>
                <a:ea typeface="微软雅黑" panose="020B0503020204020204" pitchFamily="34" charset="-122"/>
              </a:rPr>
              <a:t>HW</a:t>
            </a:r>
            <a:r>
              <a:rPr lang="zh-CN" altLang="en-US" sz="1600" dirty="0">
                <a:solidFill>
                  <a:prstClr val="black"/>
                </a:solidFill>
                <a:latin typeface="微软雅黑" panose="020B0503020204020204" pitchFamily="34" charset="-122"/>
                <a:ea typeface="微软雅黑" panose="020B0503020204020204" pitchFamily="34" charset="-122"/>
              </a:rPr>
              <a:t>配合</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62995" y="72111"/>
            <a:ext cx="10206375" cy="276699"/>
          </a:xfrm>
          <a:prstGeom prst="rect">
            <a:avLst/>
          </a:prstGeom>
          <a:noFill/>
        </p:spPr>
        <p:txBody>
          <a:bodyPr wrap="square" lIns="0" tIns="0" rIns="0" bIns="0" rtlCol="0">
            <a:spAutoFit/>
          </a:bodyPr>
          <a:lstStyle/>
          <a:p>
            <a:pPr defTabSz="913765">
              <a:defRPr/>
            </a:pPr>
            <a:r>
              <a:rPr kumimoji="1" lang="zh-CN" altLang="en-US" sz="1800" b="1" dirty="0">
                <a:solidFill>
                  <a:srgbClr val="C00000"/>
                </a:solidFill>
                <a:latin typeface="微软雅黑" panose="020B0503020204020204" pitchFamily="34" charset="-122"/>
                <a:ea typeface="微软雅黑" panose="020B0503020204020204" pitchFamily="34" charset="-122"/>
              </a:rPr>
              <a:t>业务网络设计（</a:t>
            </a:r>
            <a:r>
              <a:rPr kumimoji="1" lang="en-US" altLang="zh-CN" sz="1800" b="1" dirty="0">
                <a:solidFill>
                  <a:srgbClr val="C00000"/>
                </a:solidFill>
                <a:latin typeface="微软雅黑" panose="020B0503020204020204" pitchFamily="34" charset="-122"/>
                <a:ea typeface="微软雅黑" panose="020B0503020204020204" pitchFamily="34" charset="-122"/>
              </a:rPr>
              <a:t>ZJ</a:t>
            </a:r>
            <a:r>
              <a:rPr kumimoji="1" lang="zh-CN" altLang="en-US" sz="1800" b="1" dirty="0">
                <a:solidFill>
                  <a:srgbClr val="C00000"/>
                </a:solidFill>
                <a:latin typeface="微软雅黑" panose="020B0503020204020204" pitchFamily="34" charset="-122"/>
                <a:ea typeface="微软雅黑" panose="020B0503020204020204" pitchFamily="34" charset="-122"/>
              </a:rPr>
              <a:t>负责）</a:t>
            </a:r>
            <a:endParaRPr kumimoji="1"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6142333" y="40917"/>
            <a:ext cx="5945365" cy="3562887"/>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400"/>
            <a:r>
              <a:rPr lang="zh-CN" altLang="en-US" sz="1100" b="1" dirty="0">
                <a:solidFill>
                  <a:prstClr val="black"/>
                </a:solidFill>
                <a:latin typeface="微软雅黑" panose="020B0503020204020204" pitchFamily="34" charset="-122"/>
                <a:ea typeface="微软雅黑" panose="020B0503020204020204" pitchFamily="34" charset="-122"/>
              </a:rPr>
              <a:t>互联方式：</a:t>
            </a:r>
            <a:endParaRPr lang="en-US" altLang="zh-CN" sz="1100" b="1"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1</a:t>
            </a:r>
            <a:r>
              <a:rPr lang="zh-CN" altLang="en-US" sz="1100" dirty="0">
                <a:solidFill>
                  <a:prstClr val="black"/>
                </a:solidFill>
                <a:latin typeface="微软雅黑" panose="020B0503020204020204" pitchFamily="34" charset="-122"/>
                <a:ea typeface="微软雅黑" panose="020B0503020204020204" pitchFamily="34" charset="-122"/>
              </a:rPr>
              <a:t>、</a:t>
            </a:r>
            <a:r>
              <a:rPr lang="en-US" altLang="zh-CN" sz="1100" dirty="0">
                <a:solidFill>
                  <a:prstClr val="black"/>
                </a:solidFill>
                <a:latin typeface="微软雅黑" panose="020B0503020204020204" pitchFamily="34" charset="-122"/>
                <a:ea typeface="微软雅黑" panose="020B0503020204020204" pitchFamily="34" charset="-122"/>
              </a:rPr>
              <a:t>server-S0</a:t>
            </a:r>
            <a:r>
              <a:rPr lang="zh-CN" altLang="en-US" sz="1100" dirty="0">
                <a:solidFill>
                  <a:prstClr val="black"/>
                </a:solidFill>
                <a:latin typeface="微软雅黑" panose="020B0503020204020204" pitchFamily="34" charset="-122"/>
                <a:ea typeface="微软雅黑" panose="020B0503020204020204" pitchFamily="34" charset="-122"/>
              </a:rPr>
              <a:t>：每</a:t>
            </a:r>
            <a:r>
              <a:rPr lang="en-US" altLang="zh-CN" sz="1100" dirty="0">
                <a:solidFill>
                  <a:prstClr val="black"/>
                </a:solidFill>
                <a:latin typeface="微软雅黑" panose="020B0503020204020204" pitchFamily="34" charset="-122"/>
                <a:ea typeface="微软雅黑" panose="020B0503020204020204" pitchFamily="34" charset="-122"/>
              </a:rPr>
              <a:t>CPU</a:t>
            </a:r>
            <a:r>
              <a:rPr lang="zh-CN" altLang="en-US" sz="1100" dirty="0">
                <a:solidFill>
                  <a:prstClr val="black"/>
                </a:solidFill>
                <a:latin typeface="微软雅黑" panose="020B0503020204020204" pitchFamily="34" charset="-122"/>
                <a:ea typeface="微软雅黑" panose="020B0503020204020204" pitchFamily="34" charset="-122"/>
              </a:rPr>
              <a:t>刀片出</a:t>
            </a:r>
            <a:r>
              <a:rPr kumimoji="1" lang="en-US" altLang="zh-CN" sz="1100" dirty="0">
                <a:solidFill>
                  <a:srgbClr val="1D1D1A"/>
                </a:solidFill>
                <a:latin typeface="微软雅黑" panose="020B0503020204020204" pitchFamily="34" charset="-122"/>
                <a:ea typeface="微软雅黑" panose="020B0503020204020204" pitchFamily="34" charset="-122"/>
              </a:rPr>
              <a:t>2*200GE </a:t>
            </a:r>
            <a:r>
              <a:rPr kumimoji="1" lang="zh-CN" altLang="zh-CN" sz="1100" dirty="0">
                <a:solidFill>
                  <a:srgbClr val="1D1D1A"/>
                </a:solidFill>
                <a:latin typeface="微软雅黑" panose="020B0503020204020204" pitchFamily="34" charset="-122"/>
                <a:ea typeface="微软雅黑" panose="020B0503020204020204" pitchFamily="34" charset="-122"/>
              </a:rPr>
              <a:t>业务接口</a:t>
            </a:r>
            <a:r>
              <a:rPr kumimoji="1" lang="zh-CN" altLang="en-US" sz="1100" dirty="0">
                <a:solidFill>
                  <a:srgbClr val="1D1D1A"/>
                </a:solidFill>
                <a:latin typeface="微软雅黑" panose="020B0503020204020204" pitchFamily="34" charset="-122"/>
                <a:ea typeface="微软雅黑" panose="020B0503020204020204" pitchFamily="34" charset="-122"/>
              </a:rPr>
              <a:t>，每柜</a:t>
            </a:r>
            <a:r>
              <a:rPr kumimoji="1" lang="en-US" altLang="zh-CN" sz="1100" dirty="0">
                <a:solidFill>
                  <a:srgbClr val="1D1D1A"/>
                </a:solidFill>
                <a:latin typeface="微软雅黑" panose="020B0503020204020204" pitchFamily="34" charset="-122"/>
                <a:ea typeface="微软雅黑" panose="020B0503020204020204" pitchFamily="34" charset="-122"/>
              </a:rPr>
              <a:t>8 </a:t>
            </a:r>
            <a:r>
              <a:rPr kumimoji="1" lang="zh-CN" altLang="zh-CN" sz="1100" dirty="0">
                <a:solidFill>
                  <a:srgbClr val="1D1D1A"/>
                </a:solidFill>
                <a:latin typeface="微软雅黑" panose="020B0503020204020204" pitchFamily="34" charset="-122"/>
                <a:ea typeface="微软雅黑" panose="020B0503020204020204" pitchFamily="34" charset="-122"/>
              </a:rPr>
              <a:t>组</a:t>
            </a:r>
            <a:r>
              <a:rPr kumimoji="1" lang="en-US" altLang="zh-CN" sz="1100" dirty="0">
                <a:solidFill>
                  <a:srgbClr val="1D1D1A"/>
                </a:solidFill>
                <a:latin typeface="微软雅黑" panose="020B0503020204020204" pitchFamily="34" charset="-122"/>
                <a:ea typeface="微软雅黑" panose="020B0503020204020204" pitchFamily="34" charset="-122"/>
              </a:rPr>
              <a:t>2*200GE </a:t>
            </a:r>
            <a:r>
              <a:rPr kumimoji="1" lang="zh-CN" altLang="zh-CN" sz="1100" dirty="0">
                <a:solidFill>
                  <a:srgbClr val="1D1D1A"/>
                </a:solidFill>
                <a:latin typeface="微软雅黑" panose="020B0503020204020204" pitchFamily="34" charset="-122"/>
                <a:ea typeface="微软雅黑" panose="020B0503020204020204" pitchFamily="34" charset="-122"/>
              </a:rPr>
              <a:t>业务接口</a:t>
            </a:r>
            <a:r>
              <a:rPr kumimoji="1" lang="zh-CN" altLang="en-US" sz="1100" dirty="0">
                <a:solidFill>
                  <a:srgbClr val="1D1D1A"/>
                </a:solidFill>
                <a:latin typeface="微软雅黑" panose="020B0503020204020204" pitchFamily="34" charset="-122"/>
                <a:ea typeface="微软雅黑" panose="020B0503020204020204" pitchFamily="34" charset="-122"/>
              </a:rPr>
              <a:t>，交叉上行接入</a:t>
            </a:r>
            <a:r>
              <a:rPr kumimoji="1" lang="en-US" altLang="zh-CN" sz="1100" dirty="0">
                <a:solidFill>
                  <a:srgbClr val="1D1D1A"/>
                </a:solidFill>
                <a:latin typeface="微软雅黑" panose="020B0503020204020204" pitchFamily="34" charset="-122"/>
                <a:ea typeface="微软雅黑" panose="020B0503020204020204" pitchFamily="34" charset="-122"/>
              </a:rPr>
              <a:t>8</a:t>
            </a:r>
            <a:r>
              <a:rPr kumimoji="1" lang="zh-CN" altLang="en-US" sz="1100" dirty="0">
                <a:solidFill>
                  <a:srgbClr val="1D1D1A"/>
                </a:solidFill>
                <a:latin typeface="微软雅黑" panose="020B0503020204020204" pitchFamily="34" charset="-122"/>
                <a:ea typeface="微软雅黑" panose="020B0503020204020204" pitchFamily="34" charset="-122"/>
              </a:rPr>
              <a:t>台</a:t>
            </a:r>
            <a:r>
              <a:rPr kumimoji="1" lang="zh-CN" altLang="zh-CN" sz="1100" dirty="0">
                <a:solidFill>
                  <a:srgbClr val="1D1D1A"/>
                </a:solidFill>
                <a:latin typeface="微软雅黑" panose="020B0503020204020204" pitchFamily="34" charset="-122"/>
                <a:ea typeface="微软雅黑" panose="020B0503020204020204" pitchFamily="34" charset="-122"/>
              </a:rPr>
              <a:t> </a:t>
            </a:r>
            <a:r>
              <a:rPr kumimoji="1" lang="en-US" altLang="zh-CN" sz="1100" dirty="0">
                <a:solidFill>
                  <a:srgbClr val="1D1D1A"/>
                </a:solidFill>
                <a:latin typeface="微软雅黑" panose="020B0503020204020204" pitchFamily="34" charset="-122"/>
                <a:ea typeface="微软雅黑" panose="020B0503020204020204" pitchFamily="34" charset="-122"/>
              </a:rPr>
              <a:t>S0 </a:t>
            </a:r>
            <a:r>
              <a:rPr kumimoji="1" lang="zh-CN" altLang="en-US" sz="1100" dirty="0">
                <a:solidFill>
                  <a:srgbClr val="1D1D1A"/>
                </a:solidFill>
                <a:latin typeface="微软雅黑" panose="020B0503020204020204" pitchFamily="34" charset="-122"/>
                <a:ea typeface="微软雅黑" panose="020B0503020204020204" pitchFamily="34" charset="-122"/>
              </a:rPr>
              <a:t>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2</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S0-S1</a:t>
            </a:r>
            <a:r>
              <a:rPr kumimoji="1" lang="zh-CN" altLang="en-US" sz="1100" dirty="0">
                <a:solidFill>
                  <a:srgbClr val="1D1D1A"/>
                </a:solidFill>
                <a:latin typeface="微软雅黑" panose="020B0503020204020204" pitchFamily="34" charset="-122"/>
                <a:ea typeface="微软雅黑" panose="020B0503020204020204" pitchFamily="34" charset="-122"/>
              </a:rPr>
              <a:t>：每</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latin typeface="微软雅黑" panose="020B0503020204020204" pitchFamily="34" charset="-122"/>
                <a:ea typeface="微软雅黑" panose="020B0503020204020204" pitchFamily="34" charset="-122"/>
              </a:rPr>
              <a:t>8* 800GE</a:t>
            </a:r>
            <a:r>
              <a:rPr kumimoji="1" lang="zh-CN" altLang="en-US" sz="1100" dirty="0">
                <a:solidFill>
                  <a:srgbClr val="1D1D1A"/>
                </a:solidFill>
                <a:latin typeface="微软雅黑" panose="020B0503020204020204" pitchFamily="34" charset="-122"/>
                <a:ea typeface="微软雅黑" panose="020B0503020204020204" pitchFamily="34" charset="-122"/>
              </a:rPr>
              <a:t>口，</a:t>
            </a:r>
            <a:r>
              <a:rPr kumimoji="1" lang="zh-CN" altLang="zh-CN" sz="1100" dirty="0">
                <a:solidFill>
                  <a:srgbClr val="1D1D1A"/>
                </a:solidFill>
                <a:latin typeface="微软雅黑" panose="020B0503020204020204" pitchFamily="34" charset="-122"/>
                <a:ea typeface="微软雅黑" panose="020B0503020204020204" pitchFamily="34" charset="-122"/>
              </a:rPr>
              <a:t>按照</a:t>
            </a:r>
            <a:r>
              <a:rPr kumimoji="1" lang="en-US" altLang="zh-CN" sz="1100" dirty="0">
                <a:solidFill>
                  <a:srgbClr val="1D1D1A"/>
                </a:solidFill>
                <a:latin typeface="微软雅黑" panose="020B0503020204020204" pitchFamily="34" charset="-122"/>
                <a:ea typeface="微软雅黑" panose="020B0503020204020204" pitchFamily="34" charset="-122"/>
              </a:rPr>
              <a:t>CLOS</a:t>
            </a:r>
            <a:r>
              <a:rPr kumimoji="1" lang="zh-CN" altLang="zh-CN" sz="110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100" dirty="0">
                <a:solidFill>
                  <a:srgbClr val="1D1D1A"/>
                </a:solidFill>
                <a:latin typeface="微软雅黑" panose="020B0503020204020204" pitchFamily="34" charset="-122"/>
                <a:ea typeface="微软雅黑" panose="020B0503020204020204" pitchFamily="34" charset="-122"/>
              </a:rPr>
              <a:t>接入</a:t>
            </a: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en-US" sz="1100" dirty="0">
                <a:solidFill>
                  <a:srgbClr val="1D1D1A"/>
                </a:solidFill>
                <a:latin typeface="微软雅黑" panose="020B0503020204020204" pitchFamily="34" charset="-122"/>
                <a:ea typeface="微软雅黑" panose="020B0503020204020204" pitchFamily="34" charset="-122"/>
              </a:rPr>
              <a:t>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3</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S1-S2</a:t>
            </a:r>
            <a:r>
              <a:rPr kumimoji="1" lang="zh-CN" altLang="en-US" sz="1100" dirty="0">
                <a:solidFill>
                  <a:srgbClr val="1D1D1A"/>
                </a:solidFill>
                <a:latin typeface="微软雅黑" panose="020B0503020204020204" pitchFamily="34" charset="-122"/>
                <a:ea typeface="微软雅黑" panose="020B0503020204020204" pitchFamily="34" charset="-122"/>
              </a:rPr>
              <a:t>：每</a:t>
            </a:r>
            <a:r>
              <a:rPr kumimoji="1" lang="en-US" altLang="zh-CN" sz="1100" dirty="0">
                <a:solidFill>
                  <a:srgbClr val="1D1D1A"/>
                </a:solidFill>
                <a:latin typeface="微软雅黑" panose="020B0503020204020204" pitchFamily="34" charset="-122"/>
                <a:ea typeface="微软雅黑" panose="020B0503020204020204" pitchFamily="34" charset="-122"/>
              </a:rPr>
              <a:t>S1</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24</a:t>
            </a:r>
            <a:r>
              <a:rPr kumimoji="1" lang="en-US" altLang="zh-CN" sz="1100" dirty="0">
                <a:solidFill>
                  <a:srgbClr val="1D1D1A"/>
                </a:solidFill>
                <a:latin typeface="微软雅黑" panose="020B0503020204020204" pitchFamily="34" charset="-122"/>
                <a:ea typeface="微软雅黑" panose="020B0503020204020204" pitchFamily="34" charset="-122"/>
              </a:rPr>
              <a:t>*800GE</a:t>
            </a:r>
            <a:r>
              <a:rPr kumimoji="1" lang="zh-CN" altLang="en-US" sz="1100" dirty="0">
                <a:solidFill>
                  <a:srgbClr val="1D1D1A"/>
                </a:solidFill>
                <a:latin typeface="微软雅黑" panose="020B0503020204020204" pitchFamily="34" charset="-122"/>
                <a:ea typeface="微软雅黑" panose="020B0503020204020204" pitchFamily="34" charset="-122"/>
              </a:rPr>
              <a:t> （</a:t>
            </a:r>
            <a:r>
              <a:rPr kumimoji="1" lang="en-US" altLang="zh-CN" sz="1100" dirty="0">
                <a:solidFill>
                  <a:srgbClr val="1D1D1A"/>
                </a:solidFill>
                <a:latin typeface="微软雅黑" panose="020B0503020204020204" pitchFamily="34" charset="-122"/>
                <a:ea typeface="微软雅黑" panose="020B0503020204020204" pitchFamily="34" charset="-122"/>
              </a:rPr>
              <a:t>800G</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latin typeface="微软雅黑" panose="020B0503020204020204" pitchFamily="34" charset="-122"/>
                <a:ea typeface="微软雅黑" panose="020B0503020204020204" pitchFamily="34" charset="-122"/>
              </a:rPr>
              <a:t>2*FR4</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zh-CN" altLang="zh-CN" sz="1100" dirty="0">
                <a:solidFill>
                  <a:srgbClr val="1D1D1A"/>
                </a:solidFill>
                <a:latin typeface="微软雅黑" panose="020B0503020204020204" pitchFamily="34" charset="-122"/>
                <a:ea typeface="微软雅黑" panose="020B0503020204020204" pitchFamily="34" charset="-122"/>
              </a:rPr>
              <a:t>按照</a:t>
            </a:r>
            <a:r>
              <a:rPr kumimoji="1" lang="en-US" altLang="zh-CN" sz="1100" dirty="0">
                <a:solidFill>
                  <a:srgbClr val="1D1D1A"/>
                </a:solidFill>
                <a:latin typeface="微软雅黑" panose="020B0503020204020204" pitchFamily="34" charset="-122"/>
                <a:ea typeface="微软雅黑" panose="020B0503020204020204" pitchFamily="34" charset="-122"/>
              </a:rPr>
              <a:t>CLOS</a:t>
            </a:r>
            <a:r>
              <a:rPr kumimoji="1" lang="zh-CN" altLang="zh-CN" sz="110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100" dirty="0">
                <a:solidFill>
                  <a:srgbClr val="1D1D1A"/>
                </a:solidFill>
                <a:latin typeface="微软雅黑" panose="020B0503020204020204" pitchFamily="34" charset="-122"/>
                <a:ea typeface="微软雅黑" panose="020B0503020204020204" pitchFamily="34" charset="-122"/>
              </a:rPr>
              <a:t>接入</a:t>
            </a:r>
            <a:r>
              <a:rPr kumimoji="1" lang="en-US" altLang="zh-CN" sz="1100" dirty="0">
                <a:solidFill>
                  <a:srgbClr val="1D1D1A"/>
                </a:solidFill>
                <a:latin typeface="微软雅黑" panose="020B0503020204020204" pitchFamily="34" charset="-122"/>
                <a:ea typeface="微软雅黑" panose="020B0503020204020204" pitchFamily="34" charset="-122"/>
              </a:rPr>
              <a:t>S2</a:t>
            </a:r>
            <a:r>
              <a:rPr kumimoji="1" lang="zh-CN" altLang="en-US" sz="1100" dirty="0">
                <a:solidFill>
                  <a:srgbClr val="1D1D1A"/>
                </a:solidFill>
                <a:latin typeface="微软雅黑" panose="020B0503020204020204" pitchFamily="34" charset="-122"/>
                <a:ea typeface="微软雅黑" panose="020B0503020204020204" pitchFamily="34" charset="-122"/>
              </a:rPr>
              <a:t>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4</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S2-S3</a:t>
            </a:r>
            <a:r>
              <a:rPr kumimoji="1" lang="zh-CN" altLang="en-US" sz="1100" dirty="0">
                <a:solidFill>
                  <a:srgbClr val="1D1D1A"/>
                </a:solidFill>
                <a:latin typeface="微软雅黑" panose="020B0503020204020204" pitchFamily="34" charset="-122"/>
                <a:ea typeface="微软雅黑" panose="020B0503020204020204" pitchFamily="34" charset="-122"/>
              </a:rPr>
              <a:t>：每</a:t>
            </a:r>
            <a:r>
              <a:rPr kumimoji="1" lang="en-US" altLang="zh-CN" sz="1100" dirty="0">
                <a:solidFill>
                  <a:srgbClr val="1D1D1A"/>
                </a:solidFill>
                <a:latin typeface="微软雅黑" panose="020B0503020204020204" pitchFamily="34" charset="-122"/>
                <a:ea typeface="微软雅黑" panose="020B0503020204020204" pitchFamily="34" charset="-122"/>
              </a:rPr>
              <a:t>S2</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latin typeface="微软雅黑" panose="020B0503020204020204" pitchFamily="34" charset="-122"/>
                <a:ea typeface="微软雅黑" panose="020B0503020204020204" pitchFamily="34" charset="-122"/>
              </a:rPr>
              <a:t>16*800G</a:t>
            </a:r>
            <a:r>
              <a:rPr kumimoji="1" lang="zh-CN" altLang="en-US" sz="1100" dirty="0">
                <a:solidFill>
                  <a:srgbClr val="1D1D1A"/>
                </a:solidFill>
                <a:latin typeface="微软雅黑" panose="020B0503020204020204" pitchFamily="34" charset="-122"/>
                <a:ea typeface="微软雅黑" panose="020B0503020204020204" pitchFamily="34" charset="-122"/>
              </a:rPr>
              <a:t> （</a:t>
            </a:r>
            <a:r>
              <a:rPr kumimoji="1" lang="en-US" altLang="zh-CN" sz="1100" dirty="0">
                <a:solidFill>
                  <a:srgbClr val="1D1D1A"/>
                </a:solidFill>
                <a:latin typeface="微软雅黑" panose="020B0503020204020204" pitchFamily="34" charset="-122"/>
                <a:ea typeface="微软雅黑" panose="020B0503020204020204" pitchFamily="34" charset="-122"/>
              </a:rPr>
              <a:t>800G</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latin typeface="微软雅黑" panose="020B0503020204020204" pitchFamily="34" charset="-122"/>
                <a:ea typeface="微软雅黑" panose="020B0503020204020204" pitchFamily="34" charset="-122"/>
              </a:rPr>
              <a:t>2*FR4</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zh-CN" altLang="zh-CN" sz="1100" dirty="0">
                <a:solidFill>
                  <a:srgbClr val="1D1D1A"/>
                </a:solidFill>
                <a:latin typeface="微软雅黑" panose="020B0503020204020204" pitchFamily="34" charset="-122"/>
                <a:ea typeface="微软雅黑" panose="020B0503020204020204" pitchFamily="34" charset="-122"/>
              </a:rPr>
              <a:t>按照</a:t>
            </a:r>
            <a:r>
              <a:rPr kumimoji="1" lang="en-US" altLang="zh-CN" sz="1100" dirty="0">
                <a:solidFill>
                  <a:srgbClr val="1D1D1A"/>
                </a:solidFill>
                <a:latin typeface="微软雅黑" panose="020B0503020204020204" pitchFamily="34" charset="-122"/>
                <a:ea typeface="微软雅黑" panose="020B0503020204020204" pitchFamily="34" charset="-122"/>
              </a:rPr>
              <a:t>CLOS</a:t>
            </a:r>
            <a:r>
              <a:rPr kumimoji="1" lang="zh-CN" altLang="zh-CN" sz="110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100" dirty="0">
                <a:solidFill>
                  <a:srgbClr val="1D1D1A"/>
                </a:solidFill>
                <a:latin typeface="微软雅黑" panose="020B0503020204020204" pitchFamily="34" charset="-122"/>
                <a:ea typeface="微软雅黑" panose="020B0503020204020204" pitchFamily="34" charset="-122"/>
              </a:rPr>
              <a:t>接入</a:t>
            </a:r>
            <a:r>
              <a:rPr kumimoji="1" lang="en-US" altLang="zh-CN" sz="1100" dirty="0">
                <a:solidFill>
                  <a:srgbClr val="1D1D1A"/>
                </a:solidFill>
                <a:latin typeface="微软雅黑" panose="020B0503020204020204" pitchFamily="34" charset="-122"/>
                <a:ea typeface="微软雅黑" panose="020B0503020204020204" pitchFamily="34" charset="-122"/>
              </a:rPr>
              <a:t>S3</a:t>
            </a:r>
            <a:r>
              <a:rPr kumimoji="1" lang="zh-CN" altLang="en-US" sz="1100" dirty="0">
                <a:solidFill>
                  <a:srgbClr val="1D1D1A"/>
                </a:solidFill>
                <a:latin typeface="微软雅黑" panose="020B0503020204020204" pitchFamily="34" charset="-122"/>
                <a:ea typeface="微软雅黑" panose="020B0503020204020204" pitchFamily="34" charset="-122"/>
              </a:rPr>
              <a:t>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5</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S3-DCI</a:t>
            </a:r>
            <a:r>
              <a:rPr kumimoji="1" lang="zh-CN" altLang="en-US" sz="1100" dirty="0">
                <a:solidFill>
                  <a:srgbClr val="1D1D1A"/>
                </a:solidFill>
                <a:latin typeface="微软雅黑" panose="020B0503020204020204" pitchFamily="34" charset="-122"/>
                <a:ea typeface="微软雅黑" panose="020B0503020204020204" pitchFamily="34" charset="-122"/>
              </a:rPr>
              <a:t>：每</a:t>
            </a:r>
            <a:r>
              <a:rPr kumimoji="1" lang="en-US" altLang="zh-CN" sz="1100" dirty="0">
                <a:solidFill>
                  <a:srgbClr val="1D1D1A"/>
                </a:solidFill>
                <a:latin typeface="微软雅黑" panose="020B0503020204020204" pitchFamily="34" charset="-122"/>
                <a:ea typeface="微软雅黑" panose="020B0503020204020204" pitchFamily="34" charset="-122"/>
              </a:rPr>
              <a:t>S3</a:t>
            </a:r>
            <a:r>
              <a:rPr kumimoji="1" lang="zh-CN" altLang="en-US" sz="1100" dirty="0">
                <a:solidFill>
                  <a:srgbClr val="1D1D1A"/>
                </a:solidFill>
                <a:latin typeface="微软雅黑" panose="020B0503020204020204" pitchFamily="34" charset="-122"/>
                <a:ea typeface="微软雅黑" panose="020B0503020204020204" pitchFamily="34" charset="-122"/>
              </a:rPr>
              <a:t>出</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4*400GE</a:t>
            </a:r>
            <a:r>
              <a:rPr kumimoji="1" lang="zh-CN" altLang="en-US" sz="1100" dirty="0">
                <a:solidFill>
                  <a:srgbClr val="1D1D1A"/>
                </a:solidFill>
                <a:latin typeface="微软雅黑" panose="020B0503020204020204" pitchFamily="34" charset="-122"/>
                <a:ea typeface="微软雅黑" panose="020B0503020204020204" pitchFamily="34" charset="-122"/>
              </a:rPr>
              <a:t>，上行，</a:t>
            </a:r>
            <a:r>
              <a:rPr kumimoji="1" lang="zh-CN" altLang="zh-CN" sz="1100" dirty="0">
                <a:solidFill>
                  <a:srgbClr val="1D1D1A"/>
                </a:solidFill>
                <a:latin typeface="微软雅黑" panose="020B0503020204020204" pitchFamily="34" charset="-122"/>
                <a:ea typeface="微软雅黑" panose="020B0503020204020204" pitchFamily="34" charset="-122"/>
              </a:rPr>
              <a:t>按照</a:t>
            </a:r>
            <a:r>
              <a:rPr kumimoji="1" lang="en-US" altLang="zh-CN" sz="1100" dirty="0">
                <a:solidFill>
                  <a:srgbClr val="1D1D1A"/>
                </a:solidFill>
                <a:latin typeface="微软雅黑" panose="020B0503020204020204" pitchFamily="34" charset="-122"/>
                <a:ea typeface="微软雅黑" panose="020B0503020204020204" pitchFamily="34" charset="-122"/>
              </a:rPr>
              <a:t>CLOS</a:t>
            </a:r>
            <a:r>
              <a:rPr kumimoji="1" lang="zh-CN" altLang="zh-CN" sz="110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100" dirty="0">
                <a:solidFill>
                  <a:srgbClr val="1D1D1A"/>
                </a:solidFill>
                <a:latin typeface="微软雅黑" panose="020B0503020204020204" pitchFamily="34" charset="-122"/>
                <a:ea typeface="微软雅黑" panose="020B0503020204020204" pitchFamily="34" charset="-122"/>
              </a:rPr>
              <a:t>接入</a:t>
            </a:r>
            <a:r>
              <a:rPr kumimoji="1" lang="en-US" altLang="zh-CN" sz="1100" dirty="0">
                <a:solidFill>
                  <a:srgbClr val="1D1D1A"/>
                </a:solidFill>
                <a:latin typeface="微软雅黑" panose="020B0503020204020204" pitchFamily="34" charset="-122"/>
                <a:ea typeface="微软雅黑" panose="020B0503020204020204" pitchFamily="34" charset="-122"/>
              </a:rPr>
              <a:t>DCI</a:t>
            </a:r>
            <a:r>
              <a:rPr kumimoji="1" lang="zh-CN" altLang="en-US" sz="1100" dirty="0">
                <a:solidFill>
                  <a:srgbClr val="1D1D1A"/>
                </a:solidFill>
                <a:latin typeface="微软雅黑" panose="020B0503020204020204" pitchFamily="34" charset="-122"/>
                <a:ea typeface="微软雅黑" panose="020B0503020204020204" pitchFamily="34" charset="-122"/>
              </a:rPr>
              <a:t>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6</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CCAE/</a:t>
            </a:r>
            <a:r>
              <a:rPr kumimoji="1" lang="zh-CN" altLang="en-US" sz="1100" dirty="0">
                <a:solidFill>
                  <a:srgbClr val="1D1D1A"/>
                </a:solidFill>
                <a:latin typeface="微软雅黑" panose="020B0503020204020204" pitchFamily="34" charset="-122"/>
                <a:ea typeface="微软雅黑" panose="020B0503020204020204" pitchFamily="34" charset="-122"/>
              </a:rPr>
              <a:t>跳板机</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：每服务器上行</a:t>
            </a:r>
            <a:r>
              <a:rPr kumimoji="1" lang="en-US" altLang="zh-CN" sz="1100" dirty="0">
                <a:solidFill>
                  <a:srgbClr val="1D1D1A"/>
                </a:solidFill>
                <a:latin typeface="微软雅黑" panose="020B0503020204020204" pitchFamily="34" charset="-122"/>
                <a:ea typeface="微软雅黑" panose="020B0503020204020204" pitchFamily="34" charset="-122"/>
              </a:rPr>
              <a:t>2*200GE</a:t>
            </a:r>
            <a:r>
              <a:rPr kumimoji="1" lang="zh-CN" altLang="en-US" sz="1100" dirty="0">
                <a:solidFill>
                  <a:srgbClr val="1D1D1A"/>
                </a:solidFill>
                <a:latin typeface="微软雅黑" panose="020B0503020204020204" pitchFamily="34" charset="-122"/>
                <a:ea typeface="微软雅黑" panose="020B0503020204020204" pitchFamily="34" charset="-122"/>
              </a:rPr>
              <a:t>（不组</a:t>
            </a:r>
            <a:r>
              <a:rPr kumimoji="1" lang="en-US" altLang="zh-CN" sz="1100" dirty="0">
                <a:solidFill>
                  <a:srgbClr val="1D1D1A"/>
                </a:solidFill>
                <a:latin typeface="微软雅黑" panose="020B0503020204020204" pitchFamily="34" charset="-122"/>
                <a:ea typeface="微软雅黑" panose="020B0503020204020204" pitchFamily="34" charset="-122"/>
              </a:rPr>
              <a:t>bond</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交换是</a:t>
            </a:r>
            <a:r>
              <a:rPr kumimoji="1" lang="en-US" altLang="zh-CN" sz="1100" dirty="0">
                <a:solidFill>
                  <a:srgbClr val="1D1D1A"/>
                </a:solidFill>
                <a:latin typeface="微软雅黑" panose="020B0503020204020204" pitchFamily="34" charset="-122"/>
                <a:ea typeface="微软雅黑" panose="020B0503020204020204" pitchFamily="34" charset="-122"/>
              </a:rPr>
              <a:t>bond4</a:t>
            </a:r>
            <a:r>
              <a:rPr kumimoji="1" lang="zh-CN" altLang="en-US" sz="1100" dirty="0">
                <a:solidFill>
                  <a:srgbClr val="1D1D1A"/>
                </a:solidFill>
                <a:latin typeface="微软雅黑" panose="020B0503020204020204" pitchFamily="34" charset="-122"/>
                <a:ea typeface="微软雅黑" panose="020B0503020204020204" pitchFamily="34" charset="-122"/>
              </a:rPr>
              <a:t>），共</a:t>
            </a:r>
            <a:r>
              <a:rPr kumimoji="1" lang="en-US" altLang="zh-CN" sz="1100" dirty="0">
                <a:solidFill>
                  <a:srgbClr val="1D1D1A"/>
                </a:solidFill>
                <a:latin typeface="微软雅黑" panose="020B0503020204020204" pitchFamily="34" charset="-122"/>
                <a:ea typeface="微软雅黑" panose="020B0503020204020204" pitchFamily="34" charset="-122"/>
              </a:rPr>
              <a:t>10*200GE</a:t>
            </a:r>
            <a:r>
              <a:rPr kumimoji="1" lang="zh-CN" altLang="en-US" sz="1100" dirty="0">
                <a:solidFill>
                  <a:srgbClr val="1D1D1A"/>
                </a:solidFill>
                <a:latin typeface="微软雅黑" panose="020B0503020204020204" pitchFamily="34" charset="-122"/>
                <a:ea typeface="微软雅黑" panose="020B0503020204020204" pitchFamily="34" charset="-122"/>
              </a:rPr>
              <a:t>交叉接入</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zh-CN" altLang="en-US" sz="1100" b="1" dirty="0">
                <a:solidFill>
                  <a:srgbClr val="1D1D1A"/>
                </a:solidFill>
                <a:latin typeface="微软雅黑" panose="020B0503020204020204" pitchFamily="34" charset="-122"/>
                <a:ea typeface="微软雅黑" panose="020B0503020204020204" pitchFamily="34" charset="-122"/>
              </a:rPr>
              <a:t>已确认：</a:t>
            </a:r>
            <a:endParaRPr kumimoji="1" lang="en-US" altLang="zh-CN" sz="1100" b="1"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1</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server</a:t>
            </a:r>
            <a:r>
              <a:rPr kumimoji="1" lang="zh-CN" altLang="en-US" sz="1100" dirty="0">
                <a:solidFill>
                  <a:srgbClr val="1D1D1A"/>
                </a:solidFill>
                <a:latin typeface="微软雅黑" panose="020B0503020204020204" pitchFamily="34" charset="-122"/>
                <a:ea typeface="微软雅黑" panose="020B0503020204020204" pitchFamily="34" charset="-122"/>
              </a:rPr>
              <a:t>侧</a:t>
            </a:r>
            <a:r>
              <a:rPr kumimoji="1" lang="en-US" altLang="zh-CN" sz="1100" dirty="0" err="1">
                <a:solidFill>
                  <a:srgbClr val="1D1D1A"/>
                </a:solidFill>
                <a:latin typeface="微软雅黑" panose="020B0503020204020204" pitchFamily="34" charset="-122"/>
                <a:ea typeface="微软雅黑" panose="020B0503020204020204" pitchFamily="34" charset="-122"/>
              </a:rPr>
              <a:t>openeuler</a:t>
            </a:r>
            <a:r>
              <a:rPr kumimoji="1" lang="zh-CN" altLang="en-US" sz="1100" dirty="0">
                <a:solidFill>
                  <a:srgbClr val="1D1D1A"/>
                </a:solidFill>
                <a:latin typeface="微软雅黑" panose="020B0503020204020204" pitchFamily="34" charset="-122"/>
                <a:ea typeface="微软雅黑" panose="020B0503020204020204" pitchFamily="34" charset="-122"/>
              </a:rPr>
              <a:t>确认单网卡</a:t>
            </a:r>
            <a:r>
              <a:rPr kumimoji="1" lang="en-US" altLang="zh-CN" sz="1100" dirty="0">
                <a:solidFill>
                  <a:srgbClr val="1D1D1A"/>
                </a:solidFill>
                <a:latin typeface="微软雅黑" panose="020B0503020204020204" pitchFamily="34" charset="-122"/>
                <a:ea typeface="微软雅黑" panose="020B0503020204020204" pitchFamily="34" charset="-122"/>
              </a:rPr>
              <a:t>2*200GE</a:t>
            </a:r>
            <a:r>
              <a:rPr kumimoji="1" lang="zh-CN" altLang="en-US" sz="1100" dirty="0">
                <a:solidFill>
                  <a:srgbClr val="1D1D1A"/>
                </a:solidFill>
                <a:latin typeface="微软雅黑" panose="020B0503020204020204" pitchFamily="34" charset="-122"/>
                <a:ea typeface="微软雅黑" panose="020B0503020204020204" pitchFamily="34" charset="-122"/>
              </a:rPr>
              <a:t>支持组</a:t>
            </a:r>
            <a:r>
              <a:rPr kumimoji="1" lang="en-US" altLang="zh-CN" sz="1100" dirty="0">
                <a:solidFill>
                  <a:srgbClr val="1D1D1A"/>
                </a:solidFill>
                <a:latin typeface="微软雅黑" panose="020B0503020204020204" pitchFamily="34" charset="-122"/>
                <a:ea typeface="微软雅黑" panose="020B0503020204020204" pitchFamily="34" charset="-122"/>
              </a:rPr>
              <a:t>bond4</a:t>
            </a:r>
            <a:r>
              <a:rPr kumimoji="1" lang="zh-CN" altLang="en-US" sz="1100" dirty="0">
                <a:solidFill>
                  <a:srgbClr val="1D1D1A"/>
                </a:solidFill>
                <a:latin typeface="微软雅黑" panose="020B0503020204020204" pitchFamily="34" charset="-122"/>
                <a:ea typeface="微软雅黑" panose="020B0503020204020204" pitchFamily="34" charset="-122"/>
              </a:rPr>
              <a:t>，采用</a:t>
            </a:r>
            <a:r>
              <a:rPr kumimoji="1" lang="en-US" altLang="zh-CN" sz="1100" dirty="0">
                <a:solidFill>
                  <a:srgbClr val="1D1D1A"/>
                </a:solidFill>
                <a:latin typeface="微软雅黑" panose="020B0503020204020204" pitchFamily="34" charset="-122"/>
                <a:ea typeface="微软雅黑" panose="020B0503020204020204" pitchFamily="34" charset="-122"/>
              </a:rPr>
              <a:t>M-lag</a:t>
            </a:r>
            <a:r>
              <a:rPr kumimoji="1" lang="zh-CN" altLang="en-US" sz="1100" dirty="0">
                <a:solidFill>
                  <a:srgbClr val="1D1D1A"/>
                </a:solidFill>
                <a:latin typeface="微软雅黑" panose="020B0503020204020204" pitchFamily="34" charset="-122"/>
                <a:ea typeface="微软雅黑" panose="020B0503020204020204" pitchFamily="34" charset="-122"/>
              </a:rPr>
              <a:t>堆叠组网。</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zh-CN" altLang="en-US" sz="1100" b="1" dirty="0">
                <a:solidFill>
                  <a:srgbClr val="1D1D1A"/>
                </a:solidFill>
                <a:latin typeface="微软雅黑" panose="020B0503020204020204" pitchFamily="34" charset="-122"/>
                <a:ea typeface="微软雅黑" panose="020B0503020204020204" pitchFamily="34" charset="-122"/>
              </a:rPr>
              <a:t>待确认：</a:t>
            </a:r>
            <a:endParaRPr kumimoji="1" lang="en-US" altLang="zh-CN" sz="1100" b="1"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1</a:t>
            </a:r>
            <a:r>
              <a:rPr kumimoji="1" lang="zh-CN" altLang="en-US" sz="1100" dirty="0">
                <a:solidFill>
                  <a:srgbClr val="1D1D1A"/>
                </a:solidFill>
                <a:latin typeface="微软雅黑" panose="020B0503020204020204" pitchFamily="34" charset="-122"/>
                <a:ea typeface="微软雅黑" panose="020B0503020204020204" pitchFamily="34" charset="-122"/>
              </a:rPr>
              <a:t>、客户</a:t>
            </a:r>
            <a:r>
              <a:rPr kumimoji="1" lang="en-US" altLang="zh-CN" sz="1100" dirty="0">
                <a:solidFill>
                  <a:srgbClr val="1D1D1A"/>
                </a:solidFill>
                <a:latin typeface="微软雅黑" panose="020B0503020204020204" pitchFamily="34" charset="-122"/>
                <a:ea typeface="微软雅黑" panose="020B0503020204020204" pitchFamily="34" charset="-122"/>
              </a:rPr>
              <a:t>S0</a:t>
            </a:r>
            <a:r>
              <a:rPr kumimoji="1" lang="zh-CN" altLang="en-US" sz="1100" dirty="0">
                <a:solidFill>
                  <a:srgbClr val="1D1D1A"/>
                </a:solidFill>
                <a:latin typeface="微软雅黑" panose="020B0503020204020204" pitchFamily="34" charset="-122"/>
                <a:ea typeface="微软雅黑" panose="020B0503020204020204" pitchFamily="34" charset="-122"/>
              </a:rPr>
              <a:t>交换机是</a:t>
            </a:r>
            <a:r>
              <a:rPr kumimoji="1" lang="en-US" altLang="zh-CN" sz="1100" dirty="0">
                <a:solidFill>
                  <a:srgbClr val="1D1D1A"/>
                </a:solidFill>
                <a:latin typeface="微软雅黑" panose="020B0503020204020204" pitchFamily="34" charset="-122"/>
                <a:ea typeface="微软雅黑" panose="020B0503020204020204" pitchFamily="34" charset="-122"/>
              </a:rPr>
              <a:t>bond4</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CCAE</a:t>
            </a:r>
            <a:r>
              <a:rPr kumimoji="1" lang="zh-CN" altLang="en-US" sz="1100" dirty="0">
                <a:solidFill>
                  <a:srgbClr val="1D1D1A"/>
                </a:solidFill>
                <a:latin typeface="微软雅黑" panose="020B0503020204020204" pitchFamily="34" charset="-122"/>
                <a:ea typeface="微软雅黑" panose="020B0503020204020204" pitchFamily="34" charset="-122"/>
              </a:rPr>
              <a:t>单网卡</a:t>
            </a:r>
            <a:r>
              <a:rPr kumimoji="1" lang="en-US" altLang="zh-CN" sz="1100" dirty="0">
                <a:solidFill>
                  <a:srgbClr val="1D1D1A"/>
                </a:solidFill>
                <a:latin typeface="微软雅黑" panose="020B0503020204020204" pitchFamily="34" charset="-122"/>
                <a:ea typeface="微软雅黑" panose="020B0503020204020204" pitchFamily="34" charset="-122"/>
              </a:rPr>
              <a:t>2*200GE</a:t>
            </a:r>
            <a:r>
              <a:rPr kumimoji="1" lang="zh-CN" altLang="en-US" sz="1100" dirty="0">
                <a:solidFill>
                  <a:srgbClr val="1D1D1A"/>
                </a:solidFill>
                <a:latin typeface="微软雅黑" panose="020B0503020204020204" pitchFamily="34" charset="-122"/>
                <a:ea typeface="微软雅黑" panose="020B0503020204020204" pitchFamily="34" charset="-122"/>
              </a:rPr>
              <a:t>网口不支持组</a:t>
            </a:r>
            <a:r>
              <a:rPr kumimoji="1" lang="en-US" altLang="zh-CN" sz="1100" dirty="0">
                <a:solidFill>
                  <a:srgbClr val="1D1D1A"/>
                </a:solidFill>
                <a:latin typeface="微软雅黑" panose="020B0503020204020204" pitchFamily="34" charset="-122"/>
                <a:ea typeface="微软雅黑" panose="020B0503020204020204" pitchFamily="34" charset="-122"/>
              </a:rPr>
              <a:t>bond</a:t>
            </a:r>
            <a:r>
              <a:rPr kumimoji="1" lang="zh-CN" altLang="en-US" sz="1100" dirty="0">
                <a:solidFill>
                  <a:srgbClr val="1D1D1A"/>
                </a:solidFill>
                <a:latin typeface="微软雅黑" panose="020B0503020204020204" pitchFamily="34" charset="-122"/>
                <a:ea typeface="微软雅黑" panose="020B0503020204020204" pitchFamily="34" charset="-122"/>
              </a:rPr>
              <a:t>，需与客户确认是否要组</a:t>
            </a:r>
            <a:r>
              <a:rPr kumimoji="1" lang="en-US" altLang="zh-CN" sz="1100" dirty="0">
                <a:solidFill>
                  <a:srgbClr val="1D1D1A"/>
                </a:solidFill>
                <a:latin typeface="微软雅黑" panose="020B0503020204020204" pitchFamily="34" charset="-122"/>
                <a:ea typeface="微软雅黑" panose="020B0503020204020204" pitchFamily="34" charset="-122"/>
              </a:rPr>
              <a:t>bond</a:t>
            </a:r>
            <a:r>
              <a:rPr kumimoji="1" lang="zh-CN" altLang="en-US" sz="1100" dirty="0">
                <a:solidFill>
                  <a:srgbClr val="1D1D1A"/>
                </a:solidFill>
                <a:latin typeface="微软雅黑" panose="020B0503020204020204" pitchFamily="34" charset="-122"/>
                <a:ea typeface="微软雅黑" panose="020B0503020204020204" pitchFamily="34" charset="-122"/>
              </a:rPr>
              <a:t> 。  责任人：陈雨</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100" dirty="0">
                <a:solidFill>
                  <a:srgbClr val="1D1D1A"/>
                </a:solidFill>
                <a:latin typeface="微软雅黑" panose="020B0503020204020204" pitchFamily="34" charset="-122"/>
                <a:ea typeface="微软雅黑" panose="020B0503020204020204" pitchFamily="34" charset="-122"/>
              </a:rPr>
              <a:t>2</a:t>
            </a:r>
            <a:r>
              <a:rPr kumimoji="1" lang="zh-CN" altLang="en-US" sz="1100" dirty="0">
                <a:solidFill>
                  <a:srgbClr val="1D1D1A"/>
                </a:solidFill>
                <a:latin typeface="微软雅黑" panose="020B0503020204020204" pitchFamily="34" charset="-122"/>
                <a:ea typeface="微软雅黑" panose="020B0503020204020204" pitchFamily="34" charset="-122"/>
              </a:rPr>
              <a:t>、下次客户例会上与</a:t>
            </a:r>
            <a:r>
              <a:rPr kumimoji="1" lang="en-US" altLang="zh-CN" sz="1100" dirty="0">
                <a:solidFill>
                  <a:srgbClr val="1D1D1A"/>
                </a:solidFill>
                <a:latin typeface="微软雅黑" panose="020B0503020204020204" pitchFamily="34" charset="-122"/>
                <a:ea typeface="微软雅黑" panose="020B0503020204020204" pitchFamily="34" charset="-122"/>
              </a:rPr>
              <a:t>ZJ</a:t>
            </a:r>
            <a:r>
              <a:rPr kumimoji="1" lang="zh-CN" altLang="en-US" sz="1100" dirty="0">
                <a:solidFill>
                  <a:srgbClr val="1D1D1A"/>
                </a:solidFill>
                <a:latin typeface="微软雅黑" panose="020B0503020204020204" pitchFamily="34" charset="-122"/>
                <a:ea typeface="微软雅黑" panose="020B0503020204020204" pitchFamily="34" charset="-122"/>
              </a:rPr>
              <a:t>确认</a:t>
            </a:r>
            <a:r>
              <a:rPr kumimoji="1" lang="en-US" altLang="zh-CN" sz="1100" dirty="0">
                <a:solidFill>
                  <a:srgbClr val="1D1D1A"/>
                </a:solidFill>
                <a:latin typeface="微软雅黑" panose="020B0503020204020204" pitchFamily="34" charset="-122"/>
                <a:ea typeface="微软雅黑" panose="020B0503020204020204" pitchFamily="34" charset="-122"/>
              </a:rPr>
              <a:t>LLD</a:t>
            </a:r>
            <a:r>
              <a:rPr kumimoji="1" lang="zh-CN" altLang="en-US" sz="1100" dirty="0">
                <a:solidFill>
                  <a:srgbClr val="1D1D1A"/>
                </a:solidFill>
                <a:latin typeface="微软雅黑" panose="020B0503020204020204" pitchFamily="34" charset="-122"/>
                <a:ea typeface="微软雅黑" panose="020B0503020204020204" pitchFamily="34" charset="-122"/>
              </a:rPr>
              <a:t>输出情况。</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endParaRPr kumimoji="1" lang="en-US" altLang="zh-CN" sz="1100" dirty="0">
              <a:solidFill>
                <a:srgbClr val="1D1D1A"/>
              </a:solidFill>
              <a:latin typeface="微软雅黑" panose="020B0503020204020204" pitchFamily="34" charset="-122"/>
              <a:ea typeface="微软雅黑" panose="020B0503020204020204" pitchFamily="34" charset="-122"/>
            </a:endParaRPr>
          </a:p>
          <a:p>
            <a:pPr defTabSz="914400"/>
            <a:endParaRPr kumimoji="1" lang="en-US" altLang="zh-CN" sz="1100" dirty="0">
              <a:solidFill>
                <a:srgbClr val="1D1D1A"/>
              </a:solidFill>
              <a:latin typeface="微软雅黑" panose="020B0503020204020204" pitchFamily="34" charset="-122"/>
              <a:ea typeface="微软雅黑" panose="020B0503020204020204" pitchFamily="34" charset="-122"/>
            </a:endParaRPr>
          </a:p>
        </p:txBody>
      </p:sp>
      <p:sp>
        <p:nvSpPr>
          <p:cNvPr id="91" name="矩形 90"/>
          <p:cNvSpPr/>
          <p:nvPr/>
        </p:nvSpPr>
        <p:spPr>
          <a:xfrm>
            <a:off x="7660453" y="5489234"/>
            <a:ext cx="1657337" cy="681753"/>
          </a:xfrm>
          <a:prstGeom prst="rect">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7" tIns="45703" rIns="91407" bIns="45703" numCol="1" spcCol="0" rtlCol="0" fromWordArt="0" anchor="ctr" anchorCtr="0" forceAA="0" compatLnSpc="1">
            <a:noAutofit/>
          </a:bodyPr>
          <a:lstStyle/>
          <a:p>
            <a:pPr algn="ctr" defTabSz="914400"/>
            <a:endParaRPr lang="zh-CN" altLang="en-US">
              <a:solidFill>
                <a:prstClr val="white"/>
              </a:solidFill>
              <a:latin typeface="等线"/>
              <a:ea typeface="等线" panose="02010600030101010101" pitchFamily="2" charset="-122"/>
            </a:endParaRPr>
          </a:p>
        </p:txBody>
      </p:sp>
      <p:pic>
        <p:nvPicPr>
          <p:cNvPr id="381" name="图片 380" descr="通用服务器-蓝.png"/>
          <p:cNvPicPr>
            <a:picLocks noChangeAspect="1"/>
          </p:cNvPicPr>
          <p:nvPr>
            <p:custDataLst>
              <p:tags r:id="rId352"/>
            </p:custDataLst>
          </p:nvPr>
        </p:nvPicPr>
        <p:blipFill>
          <a:blip r:embed="rId2" cstate="print"/>
          <a:stretch>
            <a:fillRect/>
          </a:stretch>
        </p:blipFill>
        <p:spPr>
          <a:xfrm>
            <a:off x="7925983" y="5613250"/>
            <a:ext cx="367521" cy="264692"/>
          </a:xfrm>
          <a:prstGeom prst="rect">
            <a:avLst/>
          </a:prstGeom>
        </p:spPr>
      </p:pic>
      <p:sp>
        <p:nvSpPr>
          <p:cNvPr id="388" name="文本框 387"/>
          <p:cNvSpPr txBox="1"/>
          <p:nvPr>
            <p:custDataLst>
              <p:tags r:id="rId353"/>
            </p:custDataLst>
          </p:nvPr>
        </p:nvSpPr>
        <p:spPr>
          <a:xfrm>
            <a:off x="7834375" y="5852796"/>
            <a:ext cx="610458" cy="275482"/>
          </a:xfrm>
          <a:prstGeom prst="rect">
            <a:avLst/>
          </a:prstGeom>
          <a:noFill/>
        </p:spPr>
        <p:txBody>
          <a:bodyPr wrap="square" rtlCol="0">
            <a:spAutoFit/>
          </a:bodyPr>
          <a:lstStyle/>
          <a:p>
            <a:pPr algn="ctr" defTabSz="913765">
              <a:defRPr/>
            </a:pPr>
            <a:r>
              <a:rPr lang="en-US" altLang="zh-CN" sz="1200" dirty="0">
                <a:solidFill>
                  <a:prstClr val="black"/>
                </a:solidFill>
                <a:latin typeface="微软雅黑" panose="020B0503020204020204" pitchFamily="34" charset="-122"/>
                <a:ea typeface="微软雅黑" panose="020B0503020204020204" pitchFamily="34" charset="-122"/>
              </a:rPr>
              <a:t>CCAE</a:t>
            </a:r>
            <a:endParaRPr lang="en-US" altLang="zh-CN" sz="1200" dirty="0">
              <a:solidFill>
                <a:prstClr val="black"/>
              </a:solidFill>
              <a:latin typeface="微软雅黑" panose="020B0503020204020204" pitchFamily="34" charset="-122"/>
              <a:ea typeface="微软雅黑" panose="020B0503020204020204" pitchFamily="34" charset="-122"/>
            </a:endParaRPr>
          </a:p>
        </p:txBody>
      </p:sp>
      <p:pic>
        <p:nvPicPr>
          <p:cNvPr id="392" name="图片 391" descr="通用服务器-蓝.png"/>
          <p:cNvPicPr>
            <a:picLocks noChangeAspect="1"/>
          </p:cNvPicPr>
          <p:nvPr>
            <p:custDataLst>
              <p:tags r:id="rId354"/>
            </p:custDataLst>
          </p:nvPr>
        </p:nvPicPr>
        <p:blipFill>
          <a:blip r:embed="rId2" cstate="print"/>
          <a:stretch>
            <a:fillRect/>
          </a:stretch>
        </p:blipFill>
        <p:spPr>
          <a:xfrm>
            <a:off x="8711328" y="5613250"/>
            <a:ext cx="367521" cy="264692"/>
          </a:xfrm>
          <a:prstGeom prst="rect">
            <a:avLst/>
          </a:prstGeom>
        </p:spPr>
      </p:pic>
      <p:sp>
        <p:nvSpPr>
          <p:cNvPr id="393" name="文本框 392"/>
          <p:cNvSpPr txBox="1"/>
          <p:nvPr>
            <p:custDataLst>
              <p:tags r:id="rId355"/>
            </p:custDataLst>
          </p:nvPr>
        </p:nvSpPr>
        <p:spPr>
          <a:xfrm>
            <a:off x="8551096" y="5852797"/>
            <a:ext cx="747706" cy="276899"/>
          </a:xfrm>
          <a:prstGeom prst="rect">
            <a:avLst/>
          </a:prstGeom>
          <a:noFill/>
        </p:spPr>
        <p:txBody>
          <a:bodyPr wrap="square" rtlCol="0">
            <a:spAutoFit/>
          </a:bodyPr>
          <a:lstStyle>
            <a:defPPr>
              <a:defRPr lang="en-US"/>
            </a:defPPr>
            <a:lvl1pPr marR="0" lvl="0" indent="0" algn="ctr" defTabSz="914400" fontAlgn="auto">
              <a:lnSpc>
                <a:spcPct val="10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Calibri"/>
                <a:ea typeface="宋体"/>
              </a:defRPr>
            </a:lvl1pPr>
          </a:lstStyle>
          <a:p>
            <a:pPr defTabSz="913765"/>
            <a:r>
              <a:rPr lang="zh-CN" altLang="en-US" dirty="0"/>
              <a:t>跳板机</a:t>
            </a:r>
            <a:endParaRPr lang="en-US" altLang="zh-CN" dirty="0"/>
          </a:p>
        </p:txBody>
      </p:sp>
      <p:cxnSp>
        <p:nvCxnSpPr>
          <p:cNvPr id="394" name="直接连接符 393"/>
          <p:cNvCxnSpPr>
            <a:stCxn id="381" idx="0"/>
            <a:endCxn id="122" idx="2"/>
          </p:cNvCxnSpPr>
          <p:nvPr>
            <p:custDataLst>
              <p:tags r:id="rId356"/>
            </p:custDataLst>
          </p:nvPr>
        </p:nvCxnSpPr>
        <p:spPr>
          <a:xfrm flipH="1" flipV="1">
            <a:off x="6516685" y="4979700"/>
            <a:ext cx="1593059" cy="633550"/>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cxnSp>
        <p:nvCxnSpPr>
          <p:cNvPr id="395" name="直接连接符 394"/>
          <p:cNvCxnSpPr>
            <a:stCxn id="392" idx="0"/>
            <a:endCxn id="122" idx="2"/>
          </p:cNvCxnSpPr>
          <p:nvPr>
            <p:custDataLst>
              <p:tags r:id="rId357"/>
            </p:custDataLst>
          </p:nvPr>
        </p:nvCxnSpPr>
        <p:spPr>
          <a:xfrm flipH="1" flipV="1">
            <a:off x="6516685" y="4979700"/>
            <a:ext cx="2378403" cy="633550"/>
          </a:xfrm>
          <a:prstGeom prst="line">
            <a:avLst/>
          </a:prstGeom>
          <a:ln>
            <a:solidFill>
              <a:srgbClr val="7030A0"/>
            </a:solidFill>
          </a:ln>
        </p:spPr>
        <p:style>
          <a:lnRef idx="2">
            <a:schemeClr val="accent1"/>
          </a:lnRef>
          <a:fillRef idx="0">
            <a:srgbClr val="FFFFFF"/>
          </a:fillRef>
          <a:effectRef idx="0">
            <a:srgbClr val="FFFFFF"/>
          </a:effectRef>
          <a:fontRef idx="minor">
            <a:schemeClr val="tx1"/>
          </a:fontRef>
        </p:style>
      </p:cxnSp>
      <p:sp>
        <p:nvSpPr>
          <p:cNvPr id="399" name="矩形 398"/>
          <p:cNvSpPr/>
          <p:nvPr>
            <p:custDataLst>
              <p:tags r:id="rId358"/>
            </p:custDataLst>
          </p:nvPr>
        </p:nvSpPr>
        <p:spPr>
          <a:xfrm>
            <a:off x="1313589" y="6219058"/>
            <a:ext cx="6103142" cy="538059"/>
          </a:xfrm>
          <a:prstGeom prst="rect">
            <a:avLst/>
          </a:prstGeom>
          <a:solidFill>
            <a:schemeClr val="bg1">
              <a:lumMod val="95000"/>
            </a:schemeClr>
          </a:solidFill>
          <a:ln w="38100">
            <a:no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396" name="文本框 395"/>
          <p:cNvSpPr txBox="1"/>
          <p:nvPr/>
        </p:nvSpPr>
        <p:spPr>
          <a:xfrm>
            <a:off x="1976813" y="6256345"/>
            <a:ext cx="1025441" cy="437879"/>
          </a:xfrm>
          <a:prstGeom prst="rect">
            <a:avLst/>
          </a:prstGeom>
          <a:noFill/>
          <a:ln w="28575">
            <a:solidFill>
              <a:srgbClr val="C00000"/>
            </a:solidFill>
          </a:ln>
        </p:spPr>
        <p:txBody>
          <a:bodyPr wrap="square" rtlCol="0" anchor="ctr">
            <a:noAutofit/>
          </a:bodyPr>
          <a:lstStyle/>
          <a:p>
            <a:pPr algn="ctr" defTabSz="914400"/>
            <a:r>
              <a:rPr lang="zh-CN" altLang="en-US" sz="1200" dirty="0">
                <a:solidFill>
                  <a:prstClr val="black"/>
                </a:solidFill>
                <a:latin typeface="微软雅黑" panose="020B0503020204020204" pitchFamily="34" charset="-122"/>
                <a:ea typeface="微软雅黑" panose="020B0503020204020204" pitchFamily="34" charset="-122"/>
              </a:rPr>
              <a:t>计算柜</a:t>
            </a:r>
            <a:r>
              <a:rPr lang="en-US" altLang="zh-CN" sz="1200" dirty="0">
                <a:solidFill>
                  <a:prstClr val="black"/>
                </a:solidFill>
                <a:latin typeface="微软雅黑" panose="020B0503020204020204" pitchFamily="34" charset="-122"/>
                <a:ea typeface="微软雅黑" panose="020B0503020204020204" pitchFamily="34" charset="-122"/>
              </a:rPr>
              <a:t>1</a:t>
            </a:r>
            <a:endParaRPr lang="en-US" altLang="zh-CN" sz="1200" dirty="0">
              <a:solidFill>
                <a:prstClr val="black"/>
              </a:solidFill>
              <a:latin typeface="微软雅黑" panose="020B0503020204020204" pitchFamily="34" charset="-122"/>
              <a:ea typeface="微软雅黑" panose="020B0503020204020204" pitchFamily="34" charset="-122"/>
            </a:endParaRPr>
          </a:p>
          <a:p>
            <a:pPr algn="ctr" defTabSz="914400"/>
            <a:r>
              <a:rPr lang="en-US" altLang="zh-CN" sz="1200" dirty="0">
                <a:solidFill>
                  <a:prstClr val="black"/>
                </a:solidFill>
                <a:latin typeface="微软雅黑" panose="020B0503020204020204" pitchFamily="34" charset="-122"/>
                <a:ea typeface="微软雅黑" panose="020B0503020204020204" pitchFamily="34" charset="-122"/>
              </a:rPr>
              <a:t>Server1-8</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401" name="文本框 400"/>
          <p:cNvSpPr txBox="1"/>
          <p:nvPr/>
        </p:nvSpPr>
        <p:spPr>
          <a:xfrm>
            <a:off x="3545661" y="6256345"/>
            <a:ext cx="1025441" cy="437879"/>
          </a:xfrm>
          <a:prstGeom prst="rect">
            <a:avLst/>
          </a:prstGeom>
          <a:noFill/>
          <a:ln w="28575">
            <a:solidFill>
              <a:srgbClr val="C00000"/>
            </a:solidFill>
          </a:ln>
        </p:spPr>
        <p:txBody>
          <a:bodyPr wrap="square" rtlCol="0" anchor="ctr">
            <a:noAutofit/>
          </a:bodyPr>
          <a:lstStyle/>
          <a:p>
            <a:pPr algn="ctr" defTabSz="914400"/>
            <a:r>
              <a:rPr lang="zh-CN" altLang="en-US" sz="1200" dirty="0">
                <a:solidFill>
                  <a:prstClr val="black"/>
                </a:solidFill>
                <a:latin typeface="微软雅黑" panose="020B0503020204020204" pitchFamily="34" charset="-122"/>
                <a:ea typeface="微软雅黑" panose="020B0503020204020204" pitchFamily="34" charset="-122"/>
              </a:rPr>
              <a:t>计算柜</a:t>
            </a:r>
            <a:r>
              <a:rPr lang="en-US" altLang="zh-CN" sz="1200" dirty="0">
                <a:solidFill>
                  <a:prstClr val="black"/>
                </a:solidFill>
                <a:latin typeface="微软雅黑" panose="020B0503020204020204" pitchFamily="34" charset="-122"/>
                <a:ea typeface="微软雅黑" panose="020B0503020204020204" pitchFamily="34" charset="-122"/>
              </a:rPr>
              <a:t>2</a:t>
            </a:r>
            <a:endParaRPr lang="en-US" altLang="zh-CN" sz="1200" dirty="0">
              <a:solidFill>
                <a:prstClr val="black"/>
              </a:solidFill>
              <a:latin typeface="微软雅黑" panose="020B0503020204020204" pitchFamily="34" charset="-122"/>
              <a:ea typeface="微软雅黑" panose="020B0503020204020204" pitchFamily="34" charset="-122"/>
            </a:endParaRPr>
          </a:p>
          <a:p>
            <a:pPr algn="ctr" defTabSz="914400"/>
            <a:r>
              <a:rPr lang="en-US" altLang="zh-CN" sz="1200" dirty="0">
                <a:solidFill>
                  <a:prstClr val="black"/>
                </a:solidFill>
                <a:latin typeface="微软雅黑" panose="020B0503020204020204" pitchFamily="34" charset="-122"/>
                <a:ea typeface="微软雅黑" panose="020B0503020204020204" pitchFamily="34" charset="-122"/>
              </a:rPr>
              <a:t>Server9-16</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402" name="文本框 401"/>
          <p:cNvSpPr txBox="1"/>
          <p:nvPr/>
        </p:nvSpPr>
        <p:spPr>
          <a:xfrm>
            <a:off x="5666752" y="6256345"/>
            <a:ext cx="1362337" cy="437879"/>
          </a:xfrm>
          <a:prstGeom prst="rect">
            <a:avLst/>
          </a:prstGeom>
          <a:noFill/>
          <a:ln w="28575">
            <a:solidFill>
              <a:srgbClr val="C00000"/>
            </a:solidFill>
          </a:ln>
        </p:spPr>
        <p:txBody>
          <a:bodyPr wrap="square" rtlCol="0" anchor="ctr">
            <a:noAutofit/>
          </a:bodyPr>
          <a:lstStyle/>
          <a:p>
            <a:pPr algn="ctr" defTabSz="914400"/>
            <a:r>
              <a:rPr lang="zh-CN" altLang="en-US" sz="1200" dirty="0">
                <a:solidFill>
                  <a:prstClr val="black"/>
                </a:solidFill>
                <a:latin typeface="微软雅黑" panose="020B0503020204020204" pitchFamily="34" charset="-122"/>
                <a:ea typeface="微软雅黑" panose="020B0503020204020204" pitchFamily="34" charset="-122"/>
              </a:rPr>
              <a:t>计算柜</a:t>
            </a:r>
            <a:r>
              <a:rPr lang="en-US" altLang="zh-CN" sz="1200" dirty="0">
                <a:solidFill>
                  <a:prstClr val="black"/>
                </a:solidFill>
                <a:latin typeface="微软雅黑" panose="020B0503020204020204" pitchFamily="34" charset="-122"/>
                <a:ea typeface="微软雅黑" panose="020B0503020204020204" pitchFamily="34" charset="-122"/>
              </a:rPr>
              <a:t>8</a:t>
            </a:r>
            <a:endParaRPr lang="en-US" altLang="zh-CN" sz="1200" dirty="0">
              <a:solidFill>
                <a:prstClr val="black"/>
              </a:solidFill>
              <a:latin typeface="微软雅黑" panose="020B0503020204020204" pitchFamily="34" charset="-122"/>
              <a:ea typeface="微软雅黑" panose="020B0503020204020204" pitchFamily="34" charset="-122"/>
            </a:endParaRPr>
          </a:p>
          <a:p>
            <a:pPr algn="ctr" defTabSz="914400"/>
            <a:r>
              <a:rPr lang="en-US" altLang="zh-CN" sz="1200" dirty="0">
                <a:solidFill>
                  <a:prstClr val="black"/>
                </a:solidFill>
                <a:latin typeface="微软雅黑" panose="020B0503020204020204" pitchFamily="34" charset="-122"/>
                <a:ea typeface="微软雅黑" panose="020B0503020204020204" pitchFamily="34" charset="-122"/>
              </a:rPr>
              <a:t>Server120-128</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397" name="文本框 396"/>
          <p:cNvSpPr txBox="1"/>
          <p:nvPr/>
        </p:nvSpPr>
        <p:spPr>
          <a:xfrm>
            <a:off x="4795284" y="6345458"/>
            <a:ext cx="686839" cy="276899"/>
          </a:xfrm>
          <a:prstGeom prst="rect">
            <a:avLst/>
          </a:prstGeom>
          <a:noFill/>
        </p:spPr>
        <p:txBody>
          <a:bodyPr wrap="square" rtlCol="0">
            <a:spAutoFit/>
          </a:bodyPr>
          <a:lstStyle/>
          <a:p>
            <a:pPr algn="ctr" defTabSz="914400"/>
            <a:r>
              <a:rPr lang="en-US" altLang="zh-CN" sz="1200" dirty="0">
                <a:solidFill>
                  <a:prstClr val="black"/>
                </a:solidFill>
                <a:latin typeface="微软雅黑" panose="020B0503020204020204" pitchFamily="34" charset="-122"/>
                <a:ea typeface="微软雅黑" panose="020B0503020204020204" pitchFamily="34" charset="-122"/>
              </a:rPr>
              <a:t>...</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405" name="文本框 404"/>
          <p:cNvSpPr txBox="1"/>
          <p:nvPr>
            <p:custDataLst>
              <p:tags r:id="rId359"/>
            </p:custDataLst>
          </p:nvPr>
        </p:nvSpPr>
        <p:spPr>
          <a:xfrm>
            <a:off x="7499964" y="6089903"/>
            <a:ext cx="810791"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Bond4</a:t>
            </a:r>
            <a:endParaRPr lang="en-US" altLang="zh-CN" sz="1000" dirty="0">
              <a:solidFill>
                <a:prstClr val="black"/>
              </a:solidFill>
              <a:latin typeface="Calibri"/>
              <a:ea typeface="宋体"/>
              <a:sym typeface="+mn-ea"/>
            </a:endParaRPr>
          </a:p>
        </p:txBody>
      </p:sp>
      <p:sp>
        <p:nvSpPr>
          <p:cNvPr id="398" name="文本框 397"/>
          <p:cNvSpPr txBox="1"/>
          <p:nvPr/>
        </p:nvSpPr>
        <p:spPr>
          <a:xfrm>
            <a:off x="7156652" y="6446533"/>
            <a:ext cx="4426775" cy="261549"/>
          </a:xfrm>
          <a:prstGeom prst="rect">
            <a:avLst/>
          </a:prstGeom>
          <a:solidFill>
            <a:srgbClr val="FFFF00"/>
          </a:solidFill>
        </p:spPr>
        <p:txBody>
          <a:bodyPr wrap="square" rtlCol="0">
            <a:spAutoFit/>
          </a:bodyPr>
          <a:lstStyle/>
          <a:p>
            <a:pPr defTabSz="1219200"/>
            <a:r>
              <a:rPr lang="zh-CN" altLang="en-US" sz="1100" b="1" dirty="0">
                <a:solidFill>
                  <a:prstClr val="black"/>
                </a:solidFill>
                <a:latin typeface="微软雅黑" panose="020B0503020204020204" pitchFamily="34" charset="-122"/>
                <a:ea typeface="微软雅黑" panose="020B0503020204020204" pitchFamily="34" charset="-122"/>
              </a:rPr>
              <a:t>假设：</a:t>
            </a:r>
            <a:r>
              <a:rPr lang="zh-CN" altLang="en-US" sz="1100" dirty="0">
                <a:solidFill>
                  <a:prstClr val="black"/>
                </a:solidFill>
                <a:latin typeface="微软雅黑" panose="020B0503020204020204" pitchFamily="34" charset="-122"/>
                <a:ea typeface="微软雅黑" panose="020B0503020204020204" pitchFamily="34" charset="-122"/>
              </a:rPr>
              <a:t>如果是</a:t>
            </a:r>
            <a:r>
              <a:rPr lang="en-US" altLang="zh-CN" sz="1100" dirty="0">
                <a:solidFill>
                  <a:prstClr val="black"/>
                </a:solidFill>
                <a:latin typeface="微软雅黑" panose="020B0503020204020204" pitchFamily="34" charset="-122"/>
                <a:ea typeface="微软雅黑" panose="020B0503020204020204" pitchFamily="34" charset="-122"/>
              </a:rPr>
              <a:t>32N</a:t>
            </a:r>
            <a:r>
              <a:rPr lang="zh-CN" altLang="en-US" sz="1100" dirty="0">
                <a:solidFill>
                  <a:prstClr val="black"/>
                </a:solidFill>
                <a:latin typeface="微软雅黑" panose="020B0503020204020204" pitchFamily="34" charset="-122"/>
                <a:ea typeface="微软雅黑" panose="020B0503020204020204" pitchFamily="34" charset="-122"/>
              </a:rPr>
              <a:t>的，就是现在的</a:t>
            </a:r>
            <a:r>
              <a:rPr lang="en-US" altLang="zh-CN" sz="1100" dirty="0">
                <a:solidFill>
                  <a:prstClr val="black"/>
                </a:solidFill>
                <a:latin typeface="微软雅黑" panose="020B0503020204020204" pitchFamily="34" charset="-122"/>
                <a:ea typeface="微软雅黑" panose="020B0503020204020204" pitchFamily="34" charset="-122"/>
              </a:rPr>
              <a:t>SO </a:t>
            </a:r>
            <a:r>
              <a:rPr lang="zh-CN" altLang="en-US" sz="1100" dirty="0">
                <a:solidFill>
                  <a:prstClr val="black"/>
                </a:solidFill>
                <a:latin typeface="微软雅黑" panose="020B0503020204020204" pitchFamily="34" charset="-122"/>
                <a:ea typeface="微软雅黑" panose="020B0503020204020204" pitchFamily="34" charset="-122"/>
              </a:rPr>
              <a:t>数量，如果是</a:t>
            </a:r>
            <a:r>
              <a:rPr lang="en-US" altLang="zh-CN" sz="1100" dirty="0">
                <a:solidFill>
                  <a:prstClr val="black"/>
                </a:solidFill>
                <a:latin typeface="微软雅黑" panose="020B0503020204020204" pitchFamily="34" charset="-122"/>
                <a:ea typeface="微软雅黑" panose="020B0503020204020204" pitchFamily="34" charset="-122"/>
              </a:rPr>
              <a:t>16N</a:t>
            </a:r>
            <a:r>
              <a:rPr lang="zh-CN" altLang="en-US" sz="1100" dirty="0">
                <a:solidFill>
                  <a:prstClr val="black"/>
                </a:solidFill>
                <a:latin typeface="微软雅黑" panose="020B0503020204020204" pitchFamily="34" charset="-122"/>
                <a:ea typeface="微软雅黑" panose="020B0503020204020204" pitchFamily="34" charset="-122"/>
              </a:rPr>
              <a:t>，那就减半</a:t>
            </a:r>
            <a:endParaRPr lang="zh-CN" altLang="en-US" sz="11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矩形 196"/>
          <p:cNvSpPr/>
          <p:nvPr>
            <p:custDataLst>
              <p:tags r:id="rId1"/>
            </p:custDataLst>
          </p:nvPr>
        </p:nvSpPr>
        <p:spPr>
          <a:xfrm>
            <a:off x="4970698" y="3034185"/>
            <a:ext cx="3127422" cy="3738172"/>
          </a:xfrm>
          <a:prstGeom prst="rect">
            <a:avLst/>
          </a:prstGeom>
          <a:noFill/>
          <a:ln>
            <a:solidFill>
              <a:srgbClr val="00B0F0"/>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196" name="矩形 195"/>
          <p:cNvSpPr/>
          <p:nvPr>
            <p:custDataLst>
              <p:tags r:id="rId2"/>
            </p:custDataLst>
          </p:nvPr>
        </p:nvSpPr>
        <p:spPr>
          <a:xfrm>
            <a:off x="1748061" y="3034185"/>
            <a:ext cx="3060774" cy="3738172"/>
          </a:xfrm>
          <a:prstGeom prst="rect">
            <a:avLst/>
          </a:prstGeom>
          <a:noFill/>
          <a:ln>
            <a:solidFill>
              <a:srgbClr val="00B0F0"/>
            </a:solidFill>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pic>
        <p:nvPicPr>
          <p:cNvPr id="93" name="图片 92" descr="TOR交换机-蓝.png"/>
          <p:cNvPicPr>
            <a:picLocks noChangeAspect="1"/>
          </p:cNvPicPr>
          <p:nvPr>
            <p:custDataLst>
              <p:tags r:id="rId3"/>
            </p:custDataLst>
          </p:nvPr>
        </p:nvPicPr>
        <p:blipFill>
          <a:blip r:embed="rId4" cstate="print"/>
          <a:stretch>
            <a:fillRect/>
          </a:stretch>
        </p:blipFill>
        <p:spPr>
          <a:xfrm>
            <a:off x="1963244" y="5061583"/>
            <a:ext cx="368156" cy="291351"/>
          </a:xfrm>
          <a:prstGeom prst="rect">
            <a:avLst/>
          </a:prstGeom>
        </p:spPr>
      </p:pic>
      <p:pic>
        <p:nvPicPr>
          <p:cNvPr id="161" name="图片 160" descr="CE12800交换机-蓝.png"/>
          <p:cNvPicPr>
            <a:picLocks noChangeAspect="1"/>
          </p:cNvPicPr>
          <p:nvPr>
            <p:custDataLst>
              <p:tags r:id="rId5"/>
            </p:custDataLst>
          </p:nvPr>
        </p:nvPicPr>
        <p:blipFill>
          <a:blip r:embed="rId6" cstate="print"/>
          <a:stretch>
            <a:fillRect/>
          </a:stretch>
        </p:blipFill>
        <p:spPr>
          <a:xfrm>
            <a:off x="2750333" y="3957115"/>
            <a:ext cx="367521" cy="290081"/>
          </a:xfrm>
          <a:prstGeom prst="rect">
            <a:avLst/>
          </a:prstGeom>
        </p:spPr>
      </p:pic>
      <p:pic>
        <p:nvPicPr>
          <p:cNvPr id="2" name="图片 1" descr="TOR交换机-蓝.png"/>
          <p:cNvPicPr>
            <a:picLocks noChangeAspect="1"/>
          </p:cNvPicPr>
          <p:nvPr>
            <p:custDataLst>
              <p:tags r:id="rId7"/>
            </p:custDataLst>
          </p:nvPr>
        </p:nvPicPr>
        <p:blipFill>
          <a:blip r:embed="rId4" cstate="print"/>
          <a:stretch>
            <a:fillRect/>
          </a:stretch>
        </p:blipFill>
        <p:spPr>
          <a:xfrm>
            <a:off x="2749702" y="5061583"/>
            <a:ext cx="368156" cy="291351"/>
          </a:xfrm>
          <a:prstGeom prst="rect">
            <a:avLst/>
          </a:prstGeom>
        </p:spPr>
      </p:pic>
      <p:pic>
        <p:nvPicPr>
          <p:cNvPr id="3" name="图片 2" descr="TOR交换机-蓝.png"/>
          <p:cNvPicPr>
            <a:picLocks noChangeAspect="1"/>
          </p:cNvPicPr>
          <p:nvPr>
            <p:custDataLst>
              <p:tags r:id="rId8"/>
            </p:custDataLst>
          </p:nvPr>
        </p:nvPicPr>
        <p:blipFill>
          <a:blip r:embed="rId4" cstate="print"/>
          <a:stretch>
            <a:fillRect/>
          </a:stretch>
        </p:blipFill>
        <p:spPr>
          <a:xfrm>
            <a:off x="3536158" y="5061583"/>
            <a:ext cx="368156" cy="291351"/>
          </a:xfrm>
          <a:prstGeom prst="rect">
            <a:avLst/>
          </a:prstGeom>
        </p:spPr>
      </p:pic>
      <p:pic>
        <p:nvPicPr>
          <p:cNvPr id="4" name="图片 3" descr="TOR交换机-蓝.png"/>
          <p:cNvPicPr>
            <a:picLocks noChangeAspect="1"/>
          </p:cNvPicPr>
          <p:nvPr>
            <p:custDataLst>
              <p:tags r:id="rId9"/>
            </p:custDataLst>
          </p:nvPr>
        </p:nvPicPr>
        <p:blipFill>
          <a:blip r:embed="rId4" cstate="print"/>
          <a:stretch>
            <a:fillRect/>
          </a:stretch>
        </p:blipFill>
        <p:spPr>
          <a:xfrm>
            <a:off x="4322616" y="5055869"/>
            <a:ext cx="368156" cy="291351"/>
          </a:xfrm>
          <a:prstGeom prst="rect">
            <a:avLst/>
          </a:prstGeom>
        </p:spPr>
      </p:pic>
      <p:pic>
        <p:nvPicPr>
          <p:cNvPr id="5" name="图片 4" descr="CE12800交换机-蓝.png"/>
          <p:cNvPicPr>
            <a:picLocks noChangeAspect="1"/>
          </p:cNvPicPr>
          <p:nvPr>
            <p:custDataLst>
              <p:tags r:id="rId10"/>
            </p:custDataLst>
          </p:nvPr>
        </p:nvPicPr>
        <p:blipFill>
          <a:blip r:embed="rId6" cstate="print"/>
          <a:stretch>
            <a:fillRect/>
          </a:stretch>
        </p:blipFill>
        <p:spPr>
          <a:xfrm>
            <a:off x="3536157" y="3957115"/>
            <a:ext cx="367521" cy="290081"/>
          </a:xfrm>
          <a:prstGeom prst="rect">
            <a:avLst/>
          </a:prstGeom>
        </p:spPr>
      </p:pic>
      <p:sp>
        <p:nvSpPr>
          <p:cNvPr id="43" name="文本框 42"/>
          <p:cNvSpPr txBox="1"/>
          <p:nvPr>
            <p:custDataLst>
              <p:tags r:id="rId11"/>
            </p:custDataLst>
          </p:nvPr>
        </p:nvSpPr>
        <p:spPr>
          <a:xfrm>
            <a:off x="2306007" y="5012708"/>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6" name="文本框 5"/>
          <p:cNvSpPr txBox="1"/>
          <p:nvPr>
            <p:custDataLst>
              <p:tags r:id="rId12"/>
            </p:custDataLst>
          </p:nvPr>
        </p:nvSpPr>
        <p:spPr>
          <a:xfrm>
            <a:off x="3117855" y="5012708"/>
            <a:ext cx="36752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a:t>
            </a:r>
            <a:endParaRPr lang="en-US" altLang="zh-CN" sz="1200" dirty="0">
              <a:solidFill>
                <a:prstClr val="black"/>
              </a:solidFill>
              <a:latin typeface="Calibri"/>
              <a:ea typeface="宋体"/>
            </a:endParaRPr>
          </a:p>
        </p:txBody>
      </p:sp>
      <p:sp>
        <p:nvSpPr>
          <p:cNvPr id="7" name="文本框 6"/>
          <p:cNvSpPr txBox="1"/>
          <p:nvPr>
            <p:custDataLst>
              <p:tags r:id="rId13"/>
            </p:custDataLst>
          </p:nvPr>
        </p:nvSpPr>
        <p:spPr>
          <a:xfrm>
            <a:off x="3929702" y="5012708"/>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8" name="文本框 7"/>
          <p:cNvSpPr txBox="1"/>
          <p:nvPr>
            <p:custDataLst>
              <p:tags r:id="rId14"/>
            </p:custDataLst>
          </p:nvPr>
        </p:nvSpPr>
        <p:spPr>
          <a:xfrm>
            <a:off x="1778527" y="4786100"/>
            <a:ext cx="736947"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Switch1</a:t>
            </a:r>
            <a:endParaRPr lang="en-US" altLang="zh-CN" sz="1200">
              <a:solidFill>
                <a:prstClr val="black"/>
              </a:solidFill>
              <a:latin typeface="Calibri"/>
              <a:ea typeface="宋体"/>
            </a:endParaRPr>
          </a:p>
        </p:txBody>
      </p:sp>
      <p:sp>
        <p:nvSpPr>
          <p:cNvPr id="9" name="文本框 8"/>
          <p:cNvSpPr txBox="1"/>
          <p:nvPr>
            <p:custDataLst>
              <p:tags r:id="rId15"/>
            </p:custDataLst>
          </p:nvPr>
        </p:nvSpPr>
        <p:spPr>
          <a:xfrm>
            <a:off x="2476757" y="4780387"/>
            <a:ext cx="846759"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SwitchM</a:t>
            </a:r>
            <a:endParaRPr lang="en-US" altLang="zh-CN" sz="1200">
              <a:solidFill>
                <a:prstClr val="black"/>
              </a:solidFill>
              <a:latin typeface="Calibri"/>
              <a:ea typeface="宋体"/>
            </a:endParaRPr>
          </a:p>
        </p:txBody>
      </p:sp>
      <p:sp>
        <p:nvSpPr>
          <p:cNvPr id="10" name="文本框 9"/>
          <p:cNvSpPr txBox="1"/>
          <p:nvPr>
            <p:custDataLst>
              <p:tags r:id="rId16"/>
            </p:custDataLst>
          </p:nvPr>
        </p:nvSpPr>
        <p:spPr>
          <a:xfrm>
            <a:off x="3311456" y="4786100"/>
            <a:ext cx="846759"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SwitchN</a:t>
            </a:r>
            <a:endParaRPr lang="en-US" altLang="zh-CN" sz="1200">
              <a:solidFill>
                <a:prstClr val="black"/>
              </a:solidFill>
              <a:latin typeface="Calibri"/>
              <a:ea typeface="宋体"/>
            </a:endParaRPr>
          </a:p>
        </p:txBody>
      </p:sp>
      <p:sp>
        <p:nvSpPr>
          <p:cNvPr id="11" name="文本框 10"/>
          <p:cNvSpPr txBox="1"/>
          <p:nvPr>
            <p:custDataLst>
              <p:tags r:id="rId17"/>
            </p:custDataLst>
          </p:nvPr>
        </p:nvSpPr>
        <p:spPr>
          <a:xfrm>
            <a:off x="4087757" y="4792449"/>
            <a:ext cx="846759"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Switch8</a:t>
            </a:r>
            <a:endParaRPr lang="en-US" altLang="zh-CN" sz="1200">
              <a:solidFill>
                <a:prstClr val="black"/>
              </a:solidFill>
              <a:latin typeface="Calibri"/>
              <a:ea typeface="宋体"/>
            </a:endParaRPr>
          </a:p>
        </p:txBody>
      </p:sp>
      <p:cxnSp>
        <p:nvCxnSpPr>
          <p:cNvPr id="12" name="直接连接符 11"/>
          <p:cNvCxnSpPr>
            <a:stCxn id="93" idx="0"/>
            <a:endCxn id="161" idx="2"/>
          </p:cNvCxnSpPr>
          <p:nvPr/>
        </p:nvCxnSpPr>
        <p:spPr>
          <a:xfrm flipV="1">
            <a:off x="2147320" y="4247196"/>
            <a:ext cx="787093"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a:stCxn id="93" idx="0"/>
            <a:endCxn id="5" idx="2"/>
          </p:cNvCxnSpPr>
          <p:nvPr>
            <p:custDataLst>
              <p:tags r:id="rId18"/>
            </p:custDataLst>
          </p:nvPr>
        </p:nvCxnSpPr>
        <p:spPr>
          <a:xfrm flipV="1">
            <a:off x="2147319" y="4247196"/>
            <a:ext cx="1572915"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a:stCxn id="2" idx="0"/>
            <a:endCxn id="161" idx="2"/>
          </p:cNvCxnSpPr>
          <p:nvPr>
            <p:custDataLst>
              <p:tags r:id="rId19"/>
            </p:custDataLst>
          </p:nvPr>
        </p:nvCxnSpPr>
        <p:spPr>
          <a:xfrm flipV="1">
            <a:off x="2933780" y="4247196"/>
            <a:ext cx="635"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a:stCxn id="2" idx="0"/>
            <a:endCxn id="5" idx="2"/>
          </p:cNvCxnSpPr>
          <p:nvPr>
            <p:custDataLst>
              <p:tags r:id="rId20"/>
            </p:custDataLst>
          </p:nvPr>
        </p:nvCxnSpPr>
        <p:spPr>
          <a:xfrm flipV="1">
            <a:off x="2933778" y="4247196"/>
            <a:ext cx="786458"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a:stCxn id="3" idx="0"/>
            <a:endCxn id="161" idx="2"/>
          </p:cNvCxnSpPr>
          <p:nvPr>
            <p:custDataLst>
              <p:tags r:id="rId21"/>
            </p:custDataLst>
          </p:nvPr>
        </p:nvCxnSpPr>
        <p:spPr>
          <a:xfrm flipH="1" flipV="1">
            <a:off x="2934412" y="4247196"/>
            <a:ext cx="785823"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3" idx="0"/>
            <a:endCxn id="5" idx="2"/>
          </p:cNvCxnSpPr>
          <p:nvPr>
            <p:custDataLst>
              <p:tags r:id="rId22"/>
            </p:custDataLst>
          </p:nvPr>
        </p:nvCxnSpPr>
        <p:spPr>
          <a:xfrm flipV="1">
            <a:off x="3720234" y="4247196"/>
            <a:ext cx="0"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4" idx="0"/>
            <a:endCxn id="5" idx="2"/>
          </p:cNvCxnSpPr>
          <p:nvPr>
            <p:custDataLst>
              <p:tags r:id="rId23"/>
            </p:custDataLst>
          </p:nvPr>
        </p:nvCxnSpPr>
        <p:spPr>
          <a:xfrm flipH="1" flipV="1">
            <a:off x="3720234" y="4247197"/>
            <a:ext cx="786458" cy="80867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4" idx="0"/>
            <a:endCxn id="161" idx="2"/>
          </p:cNvCxnSpPr>
          <p:nvPr>
            <p:custDataLst>
              <p:tags r:id="rId24"/>
            </p:custDataLst>
          </p:nvPr>
        </p:nvCxnSpPr>
        <p:spPr>
          <a:xfrm flipH="1" flipV="1">
            <a:off x="2934414" y="4247197"/>
            <a:ext cx="1572280" cy="80867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pic>
        <p:nvPicPr>
          <p:cNvPr id="21" name="图片 20" descr="CE12800交换机-蓝.png"/>
          <p:cNvPicPr>
            <a:picLocks noChangeAspect="1"/>
          </p:cNvPicPr>
          <p:nvPr>
            <p:custDataLst>
              <p:tags r:id="rId25"/>
            </p:custDataLst>
          </p:nvPr>
        </p:nvPicPr>
        <p:blipFill>
          <a:blip r:embed="rId6" cstate="print"/>
          <a:stretch>
            <a:fillRect/>
          </a:stretch>
        </p:blipFill>
        <p:spPr>
          <a:xfrm>
            <a:off x="2749698" y="3171292"/>
            <a:ext cx="367521" cy="290081"/>
          </a:xfrm>
          <a:prstGeom prst="rect">
            <a:avLst/>
          </a:prstGeom>
        </p:spPr>
      </p:pic>
      <p:pic>
        <p:nvPicPr>
          <p:cNvPr id="22" name="图片 21" descr="CE12800交换机-蓝.png"/>
          <p:cNvPicPr>
            <a:picLocks noChangeAspect="1"/>
          </p:cNvPicPr>
          <p:nvPr>
            <p:custDataLst>
              <p:tags r:id="rId26"/>
            </p:custDataLst>
          </p:nvPr>
        </p:nvPicPr>
        <p:blipFill>
          <a:blip r:embed="rId6" cstate="print"/>
          <a:stretch>
            <a:fillRect/>
          </a:stretch>
        </p:blipFill>
        <p:spPr>
          <a:xfrm>
            <a:off x="3535522" y="3171292"/>
            <a:ext cx="367521" cy="290081"/>
          </a:xfrm>
          <a:prstGeom prst="rect">
            <a:avLst/>
          </a:prstGeom>
        </p:spPr>
      </p:pic>
      <p:pic>
        <p:nvPicPr>
          <p:cNvPr id="23" name="图片 22" descr="CE12800交换机-蓝.png"/>
          <p:cNvPicPr>
            <a:picLocks noChangeAspect="1"/>
          </p:cNvPicPr>
          <p:nvPr>
            <p:custDataLst>
              <p:tags r:id="rId27"/>
            </p:custDataLst>
          </p:nvPr>
        </p:nvPicPr>
        <p:blipFill>
          <a:blip r:embed="rId6" cstate="print"/>
          <a:stretch>
            <a:fillRect/>
          </a:stretch>
        </p:blipFill>
        <p:spPr>
          <a:xfrm>
            <a:off x="4194395" y="1727232"/>
            <a:ext cx="367521" cy="290081"/>
          </a:xfrm>
          <a:prstGeom prst="rect">
            <a:avLst/>
          </a:prstGeom>
        </p:spPr>
      </p:pic>
      <p:pic>
        <p:nvPicPr>
          <p:cNvPr id="24" name="图片 23" descr="CE12800交换机-蓝.png"/>
          <p:cNvPicPr>
            <a:picLocks noChangeAspect="1"/>
          </p:cNvPicPr>
          <p:nvPr>
            <p:custDataLst>
              <p:tags r:id="rId28"/>
            </p:custDataLst>
          </p:nvPr>
        </p:nvPicPr>
        <p:blipFill>
          <a:blip r:embed="rId6" cstate="print"/>
          <a:stretch>
            <a:fillRect/>
          </a:stretch>
        </p:blipFill>
        <p:spPr>
          <a:xfrm>
            <a:off x="4980218" y="1727232"/>
            <a:ext cx="367521" cy="290081"/>
          </a:xfrm>
          <a:prstGeom prst="rect">
            <a:avLst/>
          </a:prstGeom>
        </p:spPr>
      </p:pic>
      <p:cxnSp>
        <p:nvCxnSpPr>
          <p:cNvPr id="25" name="直接连接符 24"/>
          <p:cNvCxnSpPr>
            <a:stCxn id="161" idx="0"/>
            <a:endCxn id="21" idx="2"/>
          </p:cNvCxnSpPr>
          <p:nvPr/>
        </p:nvCxnSpPr>
        <p:spPr>
          <a:xfrm flipH="1" flipV="1">
            <a:off x="2933780" y="3461375"/>
            <a:ext cx="635"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a:stCxn id="161" idx="0"/>
            <a:endCxn id="22" idx="2"/>
          </p:cNvCxnSpPr>
          <p:nvPr>
            <p:custDataLst>
              <p:tags r:id="rId29"/>
            </p:custDataLst>
          </p:nvPr>
        </p:nvCxnSpPr>
        <p:spPr>
          <a:xfrm flipV="1">
            <a:off x="2934413" y="3461375"/>
            <a:ext cx="785188"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a:stCxn id="5" idx="0"/>
            <a:endCxn id="21" idx="2"/>
          </p:cNvCxnSpPr>
          <p:nvPr>
            <p:custDataLst>
              <p:tags r:id="rId30"/>
            </p:custDataLst>
          </p:nvPr>
        </p:nvCxnSpPr>
        <p:spPr>
          <a:xfrm flipH="1" flipV="1">
            <a:off x="2933778" y="3461375"/>
            <a:ext cx="786458"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a:stCxn id="5" idx="0"/>
            <a:endCxn id="22" idx="2"/>
          </p:cNvCxnSpPr>
          <p:nvPr>
            <p:custDataLst>
              <p:tags r:id="rId31"/>
            </p:custDataLst>
          </p:nvPr>
        </p:nvCxnSpPr>
        <p:spPr>
          <a:xfrm flipH="1" flipV="1">
            <a:off x="3719602" y="3461375"/>
            <a:ext cx="635"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29" name="直接连接符 28"/>
          <p:cNvCxnSpPr>
            <a:stCxn id="21" idx="0"/>
            <a:endCxn id="23" idx="2"/>
          </p:cNvCxnSpPr>
          <p:nvPr>
            <p:custDataLst>
              <p:tags r:id="rId32"/>
            </p:custDataLst>
          </p:nvPr>
        </p:nvCxnSpPr>
        <p:spPr>
          <a:xfrm flipV="1">
            <a:off x="2933778" y="2017312"/>
            <a:ext cx="1444697"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0" name="直接连接符 29"/>
          <p:cNvCxnSpPr>
            <a:stCxn id="22" idx="0"/>
            <a:endCxn id="24" idx="2"/>
          </p:cNvCxnSpPr>
          <p:nvPr>
            <p:custDataLst>
              <p:tags r:id="rId33"/>
            </p:custDataLst>
          </p:nvPr>
        </p:nvCxnSpPr>
        <p:spPr>
          <a:xfrm flipV="1">
            <a:off x="3719601" y="2017312"/>
            <a:ext cx="1444697"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a:stCxn id="21" idx="0"/>
            <a:endCxn id="24" idx="2"/>
          </p:cNvCxnSpPr>
          <p:nvPr>
            <p:custDataLst>
              <p:tags r:id="rId34"/>
            </p:custDataLst>
          </p:nvPr>
        </p:nvCxnSpPr>
        <p:spPr>
          <a:xfrm flipV="1">
            <a:off x="2933776" y="2017312"/>
            <a:ext cx="2230520"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a:stCxn id="22" idx="0"/>
            <a:endCxn id="23" idx="2"/>
          </p:cNvCxnSpPr>
          <p:nvPr>
            <p:custDataLst>
              <p:tags r:id="rId35"/>
            </p:custDataLst>
          </p:nvPr>
        </p:nvCxnSpPr>
        <p:spPr>
          <a:xfrm flipV="1">
            <a:off x="3719601" y="2017312"/>
            <a:ext cx="658872"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pic>
        <p:nvPicPr>
          <p:cNvPr id="33" name="图片 32" descr="CE12800交换机-蓝.png"/>
          <p:cNvPicPr>
            <a:picLocks noChangeAspect="1"/>
          </p:cNvPicPr>
          <p:nvPr>
            <p:custDataLst>
              <p:tags r:id="rId36"/>
            </p:custDataLst>
          </p:nvPr>
        </p:nvPicPr>
        <p:blipFill>
          <a:blip r:embed="rId6" cstate="print"/>
          <a:stretch>
            <a:fillRect/>
          </a:stretch>
        </p:blipFill>
        <p:spPr>
          <a:xfrm>
            <a:off x="4194395" y="941408"/>
            <a:ext cx="367521" cy="290081"/>
          </a:xfrm>
          <a:prstGeom prst="rect">
            <a:avLst/>
          </a:prstGeom>
        </p:spPr>
      </p:pic>
      <p:pic>
        <p:nvPicPr>
          <p:cNvPr id="34" name="图片 33" descr="CE12800交换机-蓝.png"/>
          <p:cNvPicPr>
            <a:picLocks noChangeAspect="1"/>
          </p:cNvPicPr>
          <p:nvPr>
            <p:custDataLst>
              <p:tags r:id="rId37"/>
            </p:custDataLst>
          </p:nvPr>
        </p:nvPicPr>
        <p:blipFill>
          <a:blip r:embed="rId6" cstate="print"/>
          <a:stretch>
            <a:fillRect/>
          </a:stretch>
        </p:blipFill>
        <p:spPr>
          <a:xfrm>
            <a:off x="4980218" y="941408"/>
            <a:ext cx="367521" cy="290081"/>
          </a:xfrm>
          <a:prstGeom prst="rect">
            <a:avLst/>
          </a:prstGeom>
        </p:spPr>
      </p:pic>
      <p:cxnSp>
        <p:nvCxnSpPr>
          <p:cNvPr id="35" name="直接连接符 34"/>
          <p:cNvCxnSpPr>
            <a:stCxn id="33" idx="2"/>
            <a:endCxn id="23" idx="0"/>
          </p:cNvCxnSpPr>
          <p:nvPr>
            <p:custDataLst>
              <p:tags r:id="rId38"/>
            </p:custDataLst>
          </p:nvPr>
        </p:nvCxnSpPr>
        <p:spPr>
          <a:xfrm>
            <a:off x="4378472" y="1231491"/>
            <a:ext cx="0"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33" idx="2"/>
            <a:endCxn id="24" idx="0"/>
          </p:cNvCxnSpPr>
          <p:nvPr>
            <p:custDataLst>
              <p:tags r:id="rId39"/>
            </p:custDataLst>
          </p:nvPr>
        </p:nvCxnSpPr>
        <p:spPr>
          <a:xfrm>
            <a:off x="4378474" y="1231491"/>
            <a:ext cx="785823"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7" name="直接连接符 36"/>
          <p:cNvCxnSpPr>
            <a:stCxn id="34" idx="2"/>
            <a:endCxn id="24" idx="0"/>
          </p:cNvCxnSpPr>
          <p:nvPr>
            <p:custDataLst>
              <p:tags r:id="rId40"/>
            </p:custDataLst>
          </p:nvPr>
        </p:nvCxnSpPr>
        <p:spPr>
          <a:xfrm>
            <a:off x="5164295" y="1231491"/>
            <a:ext cx="0"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38" name="直接连接符 37"/>
          <p:cNvCxnSpPr>
            <a:stCxn id="34" idx="2"/>
            <a:endCxn id="23" idx="0"/>
          </p:cNvCxnSpPr>
          <p:nvPr>
            <p:custDataLst>
              <p:tags r:id="rId41"/>
            </p:custDataLst>
          </p:nvPr>
        </p:nvCxnSpPr>
        <p:spPr>
          <a:xfrm flipH="1">
            <a:off x="4378474" y="1231491"/>
            <a:ext cx="785823"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sp>
        <p:nvSpPr>
          <p:cNvPr id="360" name="文本框 359"/>
          <p:cNvSpPr txBox="1"/>
          <p:nvPr>
            <p:custDataLst>
              <p:tags r:id="rId42"/>
            </p:custDataLst>
          </p:nvPr>
        </p:nvSpPr>
        <p:spPr>
          <a:xfrm>
            <a:off x="4763" y="941406"/>
            <a:ext cx="1247923" cy="461485"/>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MDCI</a:t>
            </a:r>
            <a:r>
              <a:rPr lang="en-US" altLang="zh-CN" sz="1200" dirty="0">
                <a:solidFill>
                  <a:prstClr val="black"/>
                </a:solidFill>
                <a:latin typeface="Calibri"/>
                <a:ea typeface="宋体"/>
              </a:rPr>
              <a:t>:H3C-S9820-8C*2</a:t>
            </a:r>
            <a:endParaRPr lang="en-US" altLang="zh-CN" sz="1200" dirty="0">
              <a:solidFill>
                <a:prstClr val="black"/>
              </a:solidFill>
              <a:latin typeface="Calibri"/>
              <a:ea typeface="宋体"/>
            </a:endParaRPr>
          </a:p>
        </p:txBody>
      </p:sp>
      <p:sp>
        <p:nvSpPr>
          <p:cNvPr id="39" name="文本框 38"/>
          <p:cNvSpPr txBox="1"/>
          <p:nvPr>
            <p:custDataLst>
              <p:tags r:id="rId43"/>
            </p:custDataLst>
          </p:nvPr>
        </p:nvSpPr>
        <p:spPr>
          <a:xfrm>
            <a:off x="4761" y="1727230"/>
            <a:ext cx="1099029" cy="461485"/>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MS3</a:t>
            </a:r>
            <a:r>
              <a:rPr lang="en-US" altLang="zh-CN" sz="1200" dirty="0">
                <a:solidFill>
                  <a:prstClr val="black"/>
                </a:solidFill>
                <a:latin typeface="Calibri"/>
                <a:ea typeface="宋体"/>
              </a:rPr>
              <a:t>:H3C-S9820-8C*2</a:t>
            </a:r>
            <a:endParaRPr lang="en-US" altLang="zh-CN" sz="1200" dirty="0">
              <a:solidFill>
                <a:prstClr val="black"/>
              </a:solidFill>
              <a:latin typeface="Calibri"/>
              <a:ea typeface="宋体"/>
            </a:endParaRPr>
          </a:p>
        </p:txBody>
      </p:sp>
      <p:sp>
        <p:nvSpPr>
          <p:cNvPr id="40" name="文本框 39"/>
          <p:cNvSpPr txBox="1"/>
          <p:nvPr>
            <p:custDataLst>
              <p:tags r:id="rId44"/>
            </p:custDataLst>
          </p:nvPr>
        </p:nvSpPr>
        <p:spPr>
          <a:xfrm>
            <a:off x="4761" y="3171292"/>
            <a:ext cx="1099029" cy="461485"/>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MS2</a:t>
            </a:r>
            <a:r>
              <a:rPr lang="en-US" altLang="zh-CN" sz="1200" dirty="0">
                <a:solidFill>
                  <a:prstClr val="black"/>
                </a:solidFill>
                <a:latin typeface="Calibri"/>
                <a:ea typeface="宋体"/>
              </a:rPr>
              <a:t>:H3C-S9820-8C*2</a:t>
            </a:r>
            <a:endParaRPr lang="en-US" altLang="zh-CN" sz="1200" dirty="0">
              <a:solidFill>
                <a:prstClr val="black"/>
              </a:solidFill>
              <a:latin typeface="Calibri"/>
              <a:ea typeface="宋体"/>
            </a:endParaRPr>
          </a:p>
        </p:txBody>
      </p:sp>
      <p:sp>
        <p:nvSpPr>
          <p:cNvPr id="41" name="文本框 40"/>
          <p:cNvSpPr txBox="1"/>
          <p:nvPr>
            <p:custDataLst>
              <p:tags r:id="rId45"/>
            </p:custDataLst>
          </p:nvPr>
        </p:nvSpPr>
        <p:spPr>
          <a:xfrm>
            <a:off x="-65060" y="3957113"/>
            <a:ext cx="1195874" cy="461485"/>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MS1</a:t>
            </a:r>
            <a:r>
              <a:rPr lang="en-US" altLang="zh-CN" sz="1200" dirty="0">
                <a:solidFill>
                  <a:prstClr val="black"/>
                </a:solidFill>
                <a:latin typeface="Calibri"/>
                <a:ea typeface="宋体"/>
              </a:rPr>
              <a:t>:RG-S6510-48VS8CQ*2</a:t>
            </a:r>
            <a:endParaRPr lang="en-US" altLang="zh-CN" sz="1200" dirty="0">
              <a:solidFill>
                <a:prstClr val="black"/>
              </a:solidFill>
              <a:latin typeface="Calibri"/>
              <a:ea typeface="宋体"/>
            </a:endParaRPr>
          </a:p>
        </p:txBody>
      </p:sp>
      <p:sp>
        <p:nvSpPr>
          <p:cNvPr id="42" name="文本框 41"/>
          <p:cNvSpPr txBox="1"/>
          <p:nvPr>
            <p:custDataLst>
              <p:tags r:id="rId46"/>
            </p:custDataLst>
          </p:nvPr>
        </p:nvSpPr>
        <p:spPr>
          <a:xfrm>
            <a:off x="-315" y="5012709"/>
            <a:ext cx="1104105" cy="646079"/>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MS0</a:t>
            </a:r>
            <a:r>
              <a:rPr lang="en-US" altLang="zh-CN" sz="1200" dirty="0">
                <a:solidFill>
                  <a:prstClr val="black"/>
                </a:solidFill>
                <a:latin typeface="Calibri"/>
                <a:ea typeface="宋体"/>
              </a:rPr>
              <a:t>:LS-5590-48T4XC-EI-H3*8</a:t>
            </a:r>
            <a:endParaRPr lang="en-US" altLang="zh-CN" sz="1200" dirty="0">
              <a:solidFill>
                <a:prstClr val="black"/>
              </a:solidFill>
              <a:latin typeface="Calibri"/>
              <a:ea typeface="宋体"/>
            </a:endParaRPr>
          </a:p>
        </p:txBody>
      </p:sp>
      <p:pic>
        <p:nvPicPr>
          <p:cNvPr id="44" name="图片 43" descr="TOR交换机-蓝.png"/>
          <p:cNvPicPr>
            <a:picLocks noChangeAspect="1"/>
          </p:cNvPicPr>
          <p:nvPr>
            <p:custDataLst>
              <p:tags r:id="rId47"/>
            </p:custDataLst>
          </p:nvPr>
        </p:nvPicPr>
        <p:blipFill>
          <a:blip r:embed="rId4" cstate="print"/>
          <a:stretch>
            <a:fillRect/>
          </a:stretch>
        </p:blipFill>
        <p:spPr>
          <a:xfrm>
            <a:off x="5164932" y="5061583"/>
            <a:ext cx="368156" cy="291351"/>
          </a:xfrm>
          <a:prstGeom prst="rect">
            <a:avLst/>
          </a:prstGeom>
        </p:spPr>
      </p:pic>
      <p:pic>
        <p:nvPicPr>
          <p:cNvPr id="45" name="图片 44" descr="CE12800交换机-蓝.png"/>
          <p:cNvPicPr>
            <a:picLocks noChangeAspect="1"/>
          </p:cNvPicPr>
          <p:nvPr>
            <p:custDataLst>
              <p:tags r:id="rId48"/>
            </p:custDataLst>
          </p:nvPr>
        </p:nvPicPr>
        <p:blipFill>
          <a:blip r:embed="rId6" cstate="print"/>
          <a:stretch>
            <a:fillRect/>
          </a:stretch>
        </p:blipFill>
        <p:spPr>
          <a:xfrm>
            <a:off x="5952023" y="3957115"/>
            <a:ext cx="367521" cy="290081"/>
          </a:xfrm>
          <a:prstGeom prst="rect">
            <a:avLst/>
          </a:prstGeom>
        </p:spPr>
      </p:pic>
      <p:pic>
        <p:nvPicPr>
          <p:cNvPr id="46" name="图片 45" descr="TOR交换机-蓝.png"/>
          <p:cNvPicPr>
            <a:picLocks noChangeAspect="1"/>
          </p:cNvPicPr>
          <p:nvPr>
            <p:custDataLst>
              <p:tags r:id="rId49"/>
            </p:custDataLst>
          </p:nvPr>
        </p:nvPicPr>
        <p:blipFill>
          <a:blip r:embed="rId4" cstate="print"/>
          <a:stretch>
            <a:fillRect/>
          </a:stretch>
        </p:blipFill>
        <p:spPr>
          <a:xfrm>
            <a:off x="5951390" y="5061583"/>
            <a:ext cx="368156" cy="291351"/>
          </a:xfrm>
          <a:prstGeom prst="rect">
            <a:avLst/>
          </a:prstGeom>
        </p:spPr>
      </p:pic>
      <p:pic>
        <p:nvPicPr>
          <p:cNvPr id="47" name="图片 46" descr="TOR交换机-蓝.png"/>
          <p:cNvPicPr>
            <a:picLocks noChangeAspect="1"/>
          </p:cNvPicPr>
          <p:nvPr>
            <p:custDataLst>
              <p:tags r:id="rId50"/>
            </p:custDataLst>
          </p:nvPr>
        </p:nvPicPr>
        <p:blipFill>
          <a:blip r:embed="rId4" cstate="print"/>
          <a:stretch>
            <a:fillRect/>
          </a:stretch>
        </p:blipFill>
        <p:spPr>
          <a:xfrm>
            <a:off x="6737847" y="5061583"/>
            <a:ext cx="368156" cy="291351"/>
          </a:xfrm>
          <a:prstGeom prst="rect">
            <a:avLst/>
          </a:prstGeom>
        </p:spPr>
      </p:pic>
      <p:pic>
        <p:nvPicPr>
          <p:cNvPr id="48" name="图片 47" descr="TOR交换机-蓝.png"/>
          <p:cNvPicPr>
            <a:picLocks noChangeAspect="1"/>
          </p:cNvPicPr>
          <p:nvPr>
            <p:custDataLst>
              <p:tags r:id="rId51"/>
            </p:custDataLst>
          </p:nvPr>
        </p:nvPicPr>
        <p:blipFill>
          <a:blip r:embed="rId4" cstate="print"/>
          <a:stretch>
            <a:fillRect/>
          </a:stretch>
        </p:blipFill>
        <p:spPr>
          <a:xfrm>
            <a:off x="7524305" y="5055869"/>
            <a:ext cx="368156" cy="291351"/>
          </a:xfrm>
          <a:prstGeom prst="rect">
            <a:avLst/>
          </a:prstGeom>
        </p:spPr>
      </p:pic>
      <p:pic>
        <p:nvPicPr>
          <p:cNvPr id="49" name="图片 48" descr="CE12800交换机-蓝.png"/>
          <p:cNvPicPr>
            <a:picLocks noChangeAspect="1"/>
          </p:cNvPicPr>
          <p:nvPr>
            <p:custDataLst>
              <p:tags r:id="rId52"/>
            </p:custDataLst>
          </p:nvPr>
        </p:nvPicPr>
        <p:blipFill>
          <a:blip r:embed="rId6" cstate="print"/>
          <a:stretch>
            <a:fillRect/>
          </a:stretch>
        </p:blipFill>
        <p:spPr>
          <a:xfrm>
            <a:off x="6737847" y="3957115"/>
            <a:ext cx="367521" cy="290081"/>
          </a:xfrm>
          <a:prstGeom prst="rect">
            <a:avLst/>
          </a:prstGeom>
        </p:spPr>
      </p:pic>
      <p:sp>
        <p:nvSpPr>
          <p:cNvPr id="50" name="文本框 49"/>
          <p:cNvSpPr txBox="1"/>
          <p:nvPr>
            <p:custDataLst>
              <p:tags r:id="rId53"/>
            </p:custDataLst>
          </p:nvPr>
        </p:nvSpPr>
        <p:spPr>
          <a:xfrm>
            <a:off x="5507697" y="5012708"/>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51" name="文本框 50"/>
          <p:cNvSpPr txBox="1"/>
          <p:nvPr>
            <p:custDataLst>
              <p:tags r:id="rId54"/>
            </p:custDataLst>
          </p:nvPr>
        </p:nvSpPr>
        <p:spPr>
          <a:xfrm>
            <a:off x="6319545" y="5012708"/>
            <a:ext cx="36752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a:t>
            </a:r>
            <a:endParaRPr lang="en-US" altLang="zh-CN" sz="1200" dirty="0">
              <a:solidFill>
                <a:prstClr val="black"/>
              </a:solidFill>
              <a:latin typeface="Calibri"/>
              <a:ea typeface="宋体"/>
            </a:endParaRPr>
          </a:p>
        </p:txBody>
      </p:sp>
      <p:sp>
        <p:nvSpPr>
          <p:cNvPr id="52" name="文本框 51"/>
          <p:cNvSpPr txBox="1"/>
          <p:nvPr>
            <p:custDataLst>
              <p:tags r:id="rId55"/>
            </p:custDataLst>
          </p:nvPr>
        </p:nvSpPr>
        <p:spPr>
          <a:xfrm>
            <a:off x="7131393" y="5012708"/>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53" name="文本框 52"/>
          <p:cNvSpPr txBox="1"/>
          <p:nvPr>
            <p:custDataLst>
              <p:tags r:id="rId56"/>
            </p:custDataLst>
          </p:nvPr>
        </p:nvSpPr>
        <p:spPr>
          <a:xfrm>
            <a:off x="4980217" y="4786100"/>
            <a:ext cx="736947"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Switch1</a:t>
            </a:r>
            <a:endParaRPr lang="en-US" altLang="zh-CN" sz="1200">
              <a:solidFill>
                <a:prstClr val="black"/>
              </a:solidFill>
              <a:latin typeface="Calibri"/>
              <a:ea typeface="宋体"/>
            </a:endParaRPr>
          </a:p>
        </p:txBody>
      </p:sp>
      <p:sp>
        <p:nvSpPr>
          <p:cNvPr id="54" name="文本框 53"/>
          <p:cNvSpPr txBox="1"/>
          <p:nvPr>
            <p:custDataLst>
              <p:tags r:id="rId57"/>
            </p:custDataLst>
          </p:nvPr>
        </p:nvSpPr>
        <p:spPr>
          <a:xfrm>
            <a:off x="5678447" y="4780387"/>
            <a:ext cx="846759"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SwitchM</a:t>
            </a:r>
            <a:endParaRPr lang="en-US" altLang="zh-CN" sz="1200">
              <a:solidFill>
                <a:prstClr val="black"/>
              </a:solidFill>
              <a:latin typeface="Calibri"/>
              <a:ea typeface="宋体"/>
            </a:endParaRPr>
          </a:p>
        </p:txBody>
      </p:sp>
      <p:sp>
        <p:nvSpPr>
          <p:cNvPr id="55" name="文本框 54"/>
          <p:cNvSpPr txBox="1"/>
          <p:nvPr>
            <p:custDataLst>
              <p:tags r:id="rId58"/>
            </p:custDataLst>
          </p:nvPr>
        </p:nvSpPr>
        <p:spPr>
          <a:xfrm>
            <a:off x="6513144" y="4786100"/>
            <a:ext cx="846759" cy="275482"/>
          </a:xfrm>
          <a:prstGeom prst="rect">
            <a:avLst/>
          </a:prstGeom>
          <a:noFill/>
        </p:spPr>
        <p:txBody>
          <a:bodyPr wrap="square" rtlCol="0">
            <a:spAutoFit/>
          </a:bodyPr>
          <a:lstStyle/>
          <a:p>
            <a:pPr defTabSz="913765">
              <a:defRPr/>
            </a:pPr>
            <a:r>
              <a:rPr lang="en-US" altLang="zh-CN" sz="1200" dirty="0" err="1">
                <a:solidFill>
                  <a:prstClr val="black"/>
                </a:solidFill>
                <a:latin typeface="Calibri"/>
                <a:ea typeface="宋体"/>
              </a:rPr>
              <a:t>SwitchN</a:t>
            </a:r>
            <a:endParaRPr lang="en-US" altLang="zh-CN" sz="1200" dirty="0">
              <a:solidFill>
                <a:prstClr val="black"/>
              </a:solidFill>
              <a:latin typeface="Calibri"/>
              <a:ea typeface="宋体"/>
            </a:endParaRPr>
          </a:p>
        </p:txBody>
      </p:sp>
      <p:sp>
        <p:nvSpPr>
          <p:cNvPr id="56" name="文本框 55"/>
          <p:cNvSpPr txBox="1"/>
          <p:nvPr>
            <p:custDataLst>
              <p:tags r:id="rId59"/>
            </p:custDataLst>
          </p:nvPr>
        </p:nvSpPr>
        <p:spPr>
          <a:xfrm>
            <a:off x="7289447" y="4792449"/>
            <a:ext cx="846759"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Switch16</a:t>
            </a:r>
            <a:endParaRPr lang="en-US" altLang="zh-CN" sz="1200">
              <a:solidFill>
                <a:prstClr val="black"/>
              </a:solidFill>
              <a:latin typeface="Calibri"/>
              <a:ea typeface="宋体"/>
            </a:endParaRPr>
          </a:p>
        </p:txBody>
      </p:sp>
      <p:cxnSp>
        <p:nvCxnSpPr>
          <p:cNvPr id="57" name="直接连接符 56"/>
          <p:cNvCxnSpPr>
            <a:stCxn id="44" idx="0"/>
            <a:endCxn id="45" idx="2"/>
          </p:cNvCxnSpPr>
          <p:nvPr>
            <p:custDataLst>
              <p:tags r:id="rId60"/>
            </p:custDataLst>
          </p:nvPr>
        </p:nvCxnSpPr>
        <p:spPr>
          <a:xfrm flipV="1">
            <a:off x="5349010" y="4247196"/>
            <a:ext cx="787093"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58" name="直接连接符 57"/>
          <p:cNvCxnSpPr>
            <a:stCxn id="44" idx="0"/>
            <a:endCxn id="49" idx="2"/>
          </p:cNvCxnSpPr>
          <p:nvPr>
            <p:custDataLst>
              <p:tags r:id="rId61"/>
            </p:custDataLst>
          </p:nvPr>
        </p:nvCxnSpPr>
        <p:spPr>
          <a:xfrm flipV="1">
            <a:off x="5349009" y="4247196"/>
            <a:ext cx="1572915"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46" idx="0"/>
            <a:endCxn id="45" idx="2"/>
          </p:cNvCxnSpPr>
          <p:nvPr>
            <p:custDataLst>
              <p:tags r:id="rId62"/>
            </p:custDataLst>
          </p:nvPr>
        </p:nvCxnSpPr>
        <p:spPr>
          <a:xfrm flipV="1">
            <a:off x="6135469" y="4247196"/>
            <a:ext cx="635"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0" name="直接连接符 59"/>
          <p:cNvCxnSpPr>
            <a:stCxn id="46" idx="0"/>
            <a:endCxn id="49" idx="2"/>
          </p:cNvCxnSpPr>
          <p:nvPr>
            <p:custDataLst>
              <p:tags r:id="rId63"/>
            </p:custDataLst>
          </p:nvPr>
        </p:nvCxnSpPr>
        <p:spPr>
          <a:xfrm flipV="1">
            <a:off x="6135466" y="4247196"/>
            <a:ext cx="786458"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1" name="直接连接符 60"/>
          <p:cNvCxnSpPr>
            <a:stCxn id="47" idx="0"/>
            <a:endCxn id="45" idx="2"/>
          </p:cNvCxnSpPr>
          <p:nvPr>
            <p:custDataLst>
              <p:tags r:id="rId64"/>
            </p:custDataLst>
          </p:nvPr>
        </p:nvCxnSpPr>
        <p:spPr>
          <a:xfrm flipH="1" flipV="1">
            <a:off x="6136102" y="4247196"/>
            <a:ext cx="785823"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2" name="直接连接符 61"/>
          <p:cNvCxnSpPr>
            <a:stCxn id="47" idx="0"/>
            <a:endCxn id="49" idx="2"/>
          </p:cNvCxnSpPr>
          <p:nvPr>
            <p:custDataLst>
              <p:tags r:id="rId65"/>
            </p:custDataLst>
          </p:nvPr>
        </p:nvCxnSpPr>
        <p:spPr>
          <a:xfrm flipV="1">
            <a:off x="6921923" y="4247196"/>
            <a:ext cx="0" cy="814387"/>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3" name="直接连接符 62"/>
          <p:cNvCxnSpPr>
            <a:stCxn id="48" idx="0"/>
            <a:endCxn id="49" idx="2"/>
          </p:cNvCxnSpPr>
          <p:nvPr>
            <p:custDataLst>
              <p:tags r:id="rId66"/>
            </p:custDataLst>
          </p:nvPr>
        </p:nvCxnSpPr>
        <p:spPr>
          <a:xfrm flipH="1" flipV="1">
            <a:off x="6921924" y="4247197"/>
            <a:ext cx="786458" cy="80867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64" name="直接连接符 63"/>
          <p:cNvCxnSpPr>
            <a:stCxn id="48" idx="0"/>
            <a:endCxn id="45" idx="2"/>
          </p:cNvCxnSpPr>
          <p:nvPr>
            <p:custDataLst>
              <p:tags r:id="rId67"/>
            </p:custDataLst>
          </p:nvPr>
        </p:nvCxnSpPr>
        <p:spPr>
          <a:xfrm flipH="1" flipV="1">
            <a:off x="6136103" y="4247197"/>
            <a:ext cx="1572280" cy="808674"/>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pic>
        <p:nvPicPr>
          <p:cNvPr id="65" name="图片 64" descr="CE12800交换机-蓝.png"/>
          <p:cNvPicPr>
            <a:picLocks noChangeAspect="1"/>
          </p:cNvPicPr>
          <p:nvPr>
            <p:custDataLst>
              <p:tags r:id="rId68"/>
            </p:custDataLst>
          </p:nvPr>
        </p:nvPicPr>
        <p:blipFill>
          <a:blip r:embed="rId6" cstate="print"/>
          <a:stretch>
            <a:fillRect/>
          </a:stretch>
        </p:blipFill>
        <p:spPr>
          <a:xfrm>
            <a:off x="5951388" y="3171292"/>
            <a:ext cx="367521" cy="290081"/>
          </a:xfrm>
          <a:prstGeom prst="rect">
            <a:avLst/>
          </a:prstGeom>
        </p:spPr>
      </p:pic>
      <p:pic>
        <p:nvPicPr>
          <p:cNvPr id="66" name="图片 65" descr="CE12800交换机-蓝.png"/>
          <p:cNvPicPr>
            <a:picLocks noChangeAspect="1"/>
          </p:cNvPicPr>
          <p:nvPr>
            <p:custDataLst>
              <p:tags r:id="rId69"/>
            </p:custDataLst>
          </p:nvPr>
        </p:nvPicPr>
        <p:blipFill>
          <a:blip r:embed="rId6" cstate="print"/>
          <a:stretch>
            <a:fillRect/>
          </a:stretch>
        </p:blipFill>
        <p:spPr>
          <a:xfrm>
            <a:off x="6737211" y="3171292"/>
            <a:ext cx="367521" cy="290081"/>
          </a:xfrm>
          <a:prstGeom prst="rect">
            <a:avLst/>
          </a:prstGeom>
        </p:spPr>
      </p:pic>
      <p:cxnSp>
        <p:nvCxnSpPr>
          <p:cNvPr id="67" name="直接连接符 66"/>
          <p:cNvCxnSpPr>
            <a:stCxn id="45" idx="0"/>
            <a:endCxn id="65" idx="2"/>
          </p:cNvCxnSpPr>
          <p:nvPr>
            <p:custDataLst>
              <p:tags r:id="rId70"/>
            </p:custDataLst>
          </p:nvPr>
        </p:nvCxnSpPr>
        <p:spPr>
          <a:xfrm flipH="1" flipV="1">
            <a:off x="6135469" y="3461375"/>
            <a:ext cx="635"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45" idx="0"/>
            <a:endCxn id="66" idx="2"/>
          </p:cNvCxnSpPr>
          <p:nvPr>
            <p:custDataLst>
              <p:tags r:id="rId71"/>
            </p:custDataLst>
          </p:nvPr>
        </p:nvCxnSpPr>
        <p:spPr>
          <a:xfrm flipV="1">
            <a:off x="6136101" y="3461375"/>
            <a:ext cx="785188"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49" idx="0"/>
            <a:endCxn id="65" idx="2"/>
          </p:cNvCxnSpPr>
          <p:nvPr>
            <p:custDataLst>
              <p:tags r:id="rId72"/>
            </p:custDataLst>
          </p:nvPr>
        </p:nvCxnSpPr>
        <p:spPr>
          <a:xfrm flipH="1" flipV="1">
            <a:off x="6135466" y="3461375"/>
            <a:ext cx="786458"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a:stCxn id="49" idx="0"/>
            <a:endCxn id="66" idx="2"/>
          </p:cNvCxnSpPr>
          <p:nvPr>
            <p:custDataLst>
              <p:tags r:id="rId73"/>
            </p:custDataLst>
          </p:nvPr>
        </p:nvCxnSpPr>
        <p:spPr>
          <a:xfrm flipH="1" flipV="1">
            <a:off x="6921291" y="3461375"/>
            <a:ext cx="635" cy="495741"/>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1" name="直接连接符 70"/>
          <p:cNvCxnSpPr>
            <a:stCxn id="65" idx="0"/>
            <a:endCxn id="23" idx="2"/>
          </p:cNvCxnSpPr>
          <p:nvPr>
            <p:custDataLst>
              <p:tags r:id="rId74"/>
            </p:custDataLst>
          </p:nvPr>
        </p:nvCxnSpPr>
        <p:spPr>
          <a:xfrm flipH="1" flipV="1">
            <a:off x="4378475" y="2017312"/>
            <a:ext cx="1756993"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2" name="直接连接符 71"/>
          <p:cNvCxnSpPr>
            <a:stCxn id="66" idx="0"/>
            <a:endCxn id="23" idx="2"/>
          </p:cNvCxnSpPr>
          <p:nvPr>
            <p:custDataLst>
              <p:tags r:id="rId75"/>
            </p:custDataLst>
          </p:nvPr>
        </p:nvCxnSpPr>
        <p:spPr>
          <a:xfrm flipH="1" flipV="1">
            <a:off x="4378473" y="2017312"/>
            <a:ext cx="2542817"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3" name="直接连接符 72"/>
          <p:cNvCxnSpPr>
            <a:stCxn id="65" idx="0"/>
            <a:endCxn id="24" idx="2"/>
          </p:cNvCxnSpPr>
          <p:nvPr>
            <p:custDataLst>
              <p:tags r:id="rId76"/>
            </p:custDataLst>
          </p:nvPr>
        </p:nvCxnSpPr>
        <p:spPr>
          <a:xfrm flipH="1" flipV="1">
            <a:off x="5164295" y="2017312"/>
            <a:ext cx="971171"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66" idx="0"/>
            <a:endCxn id="24" idx="2"/>
          </p:cNvCxnSpPr>
          <p:nvPr>
            <p:custDataLst>
              <p:tags r:id="rId77"/>
            </p:custDataLst>
          </p:nvPr>
        </p:nvCxnSpPr>
        <p:spPr>
          <a:xfrm flipH="1" flipV="1">
            <a:off x="5164297" y="2017312"/>
            <a:ext cx="1756993" cy="1153979"/>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sp>
        <p:nvSpPr>
          <p:cNvPr id="75" name="文本框 74"/>
          <p:cNvSpPr txBox="1"/>
          <p:nvPr>
            <p:custDataLst>
              <p:tags r:id="rId78"/>
            </p:custDataLst>
          </p:nvPr>
        </p:nvSpPr>
        <p:spPr>
          <a:xfrm>
            <a:off x="9330448" y="3171291"/>
            <a:ext cx="1673206" cy="275482"/>
          </a:xfrm>
          <a:prstGeom prst="rect">
            <a:avLst/>
          </a:prstGeom>
          <a:noFill/>
        </p:spPr>
        <p:txBody>
          <a:bodyPr wrap="square" rtlCol="0">
            <a:spAutoFit/>
          </a:bodyPr>
          <a:lstStyle/>
          <a:p>
            <a:pPr algn="r" defTabSz="913765">
              <a:defRPr/>
            </a:pPr>
            <a:r>
              <a:rPr lang="en-US" altLang="zh-CN" sz="1200" b="1" dirty="0">
                <a:solidFill>
                  <a:prstClr val="black"/>
                </a:solidFill>
                <a:latin typeface="Calibri"/>
                <a:ea typeface="宋体"/>
              </a:rPr>
              <a:t>BS2</a:t>
            </a:r>
            <a:r>
              <a:rPr lang="en-US" altLang="zh-CN" sz="1200" dirty="0">
                <a:solidFill>
                  <a:prstClr val="black"/>
                </a:solidFill>
                <a:latin typeface="Calibri"/>
                <a:ea typeface="宋体"/>
              </a:rPr>
              <a:t>:H3C-S9820-8C*2</a:t>
            </a:r>
            <a:endParaRPr lang="en-US" altLang="zh-CN" sz="1200" dirty="0">
              <a:solidFill>
                <a:prstClr val="black"/>
              </a:solidFill>
              <a:latin typeface="Calibri"/>
              <a:ea typeface="宋体"/>
            </a:endParaRPr>
          </a:p>
        </p:txBody>
      </p:sp>
      <p:sp>
        <p:nvSpPr>
          <p:cNvPr id="76" name="文本框 75"/>
          <p:cNvSpPr txBox="1"/>
          <p:nvPr>
            <p:custDataLst>
              <p:tags r:id="rId79"/>
            </p:custDataLst>
          </p:nvPr>
        </p:nvSpPr>
        <p:spPr>
          <a:xfrm>
            <a:off x="9330448" y="5012709"/>
            <a:ext cx="2088969" cy="276891"/>
          </a:xfrm>
          <a:prstGeom prst="rect">
            <a:avLst/>
          </a:prstGeom>
          <a:noFill/>
        </p:spPr>
        <p:txBody>
          <a:bodyPr wrap="square" rtlCol="0">
            <a:spAutoFit/>
          </a:bodyPr>
          <a:lstStyle/>
          <a:p>
            <a:pPr algn="r" defTabSz="913765">
              <a:defRPr/>
            </a:pPr>
            <a:r>
              <a:rPr lang="en-US" altLang="zh-CN" sz="1200" b="1" dirty="0">
                <a:solidFill>
                  <a:prstClr val="black"/>
                </a:solidFill>
                <a:latin typeface="Calibri"/>
                <a:ea typeface="宋体"/>
              </a:rPr>
              <a:t>BS0</a:t>
            </a:r>
            <a:r>
              <a:rPr lang="en-US" altLang="zh-CN" sz="1200" dirty="0">
                <a:solidFill>
                  <a:prstClr val="black"/>
                </a:solidFill>
                <a:latin typeface="Calibri"/>
                <a:ea typeface="宋体"/>
              </a:rPr>
              <a:t>:LS-5590-48T4XC-EI-H3*16</a:t>
            </a:r>
            <a:endParaRPr lang="en-US" altLang="zh-CN" sz="1200" dirty="0">
              <a:solidFill>
                <a:prstClr val="black"/>
              </a:solidFill>
              <a:latin typeface="Calibri"/>
              <a:ea typeface="宋体"/>
            </a:endParaRPr>
          </a:p>
        </p:txBody>
      </p:sp>
      <p:sp>
        <p:nvSpPr>
          <p:cNvPr id="77" name="文本框 76"/>
          <p:cNvSpPr txBox="1"/>
          <p:nvPr>
            <p:custDataLst>
              <p:tags r:id="rId80"/>
            </p:custDataLst>
          </p:nvPr>
        </p:nvSpPr>
        <p:spPr>
          <a:xfrm>
            <a:off x="9330448" y="3971716"/>
            <a:ext cx="1957575" cy="276891"/>
          </a:xfrm>
          <a:prstGeom prst="rect">
            <a:avLst/>
          </a:prstGeom>
          <a:noFill/>
        </p:spPr>
        <p:txBody>
          <a:bodyPr wrap="square" rtlCol="0">
            <a:spAutoFit/>
          </a:bodyPr>
          <a:lstStyle/>
          <a:p>
            <a:pPr algn="r" defTabSz="913765">
              <a:defRPr/>
            </a:pPr>
            <a:r>
              <a:rPr lang="en-US" altLang="zh-CN" sz="1200" b="1" dirty="0">
                <a:solidFill>
                  <a:prstClr val="black"/>
                </a:solidFill>
                <a:latin typeface="Calibri"/>
                <a:ea typeface="宋体"/>
              </a:rPr>
              <a:t>BS1</a:t>
            </a:r>
            <a:r>
              <a:rPr lang="en-US" altLang="zh-CN" sz="1200" dirty="0">
                <a:solidFill>
                  <a:prstClr val="black"/>
                </a:solidFill>
                <a:latin typeface="Calibri"/>
                <a:ea typeface="宋体"/>
              </a:rPr>
              <a:t>:RG-S6510-48VS8CQ*2</a:t>
            </a:r>
            <a:endParaRPr lang="en-US" altLang="zh-CN" sz="1200" dirty="0">
              <a:solidFill>
                <a:prstClr val="black"/>
              </a:solidFill>
              <a:latin typeface="Calibri"/>
              <a:ea typeface="宋体"/>
            </a:endParaRPr>
          </a:p>
        </p:txBody>
      </p:sp>
      <p:cxnSp>
        <p:nvCxnSpPr>
          <p:cNvPr id="228" name="直接连接符 227"/>
          <p:cNvCxnSpPr/>
          <p:nvPr>
            <p:custDataLst>
              <p:tags r:id="rId81"/>
            </p:custDataLst>
          </p:nvPr>
        </p:nvCxnSpPr>
        <p:spPr>
          <a:xfrm>
            <a:off x="10289683" y="6403021"/>
            <a:ext cx="283099" cy="0"/>
          </a:xfrm>
          <a:prstGeom prst="line">
            <a:avLst/>
          </a:prstGeom>
          <a:ln>
            <a:solidFill>
              <a:schemeClr val="accent6"/>
            </a:solidFill>
          </a:ln>
        </p:spPr>
        <p:style>
          <a:lnRef idx="2">
            <a:schemeClr val="accent1"/>
          </a:lnRef>
          <a:fillRef idx="0">
            <a:srgbClr val="FFFFFF"/>
          </a:fillRef>
          <a:effectRef idx="0">
            <a:srgbClr val="FFFFFF"/>
          </a:effectRef>
          <a:fontRef idx="minor">
            <a:schemeClr val="tx1"/>
          </a:fontRef>
        </p:style>
      </p:cxnSp>
      <p:cxnSp>
        <p:nvCxnSpPr>
          <p:cNvPr id="229" name="直接连接符 228"/>
          <p:cNvCxnSpPr/>
          <p:nvPr>
            <p:custDataLst>
              <p:tags r:id="rId82"/>
            </p:custDataLst>
          </p:nvPr>
        </p:nvCxnSpPr>
        <p:spPr>
          <a:xfrm>
            <a:off x="10289683" y="6208152"/>
            <a:ext cx="283099" cy="0"/>
          </a:xfrm>
          <a:prstGeom prst="line">
            <a:avLst/>
          </a:prstGeom>
          <a:ln w="28575">
            <a:solidFill>
              <a:srgbClr val="00B050"/>
            </a:solidFill>
          </a:ln>
        </p:spPr>
        <p:style>
          <a:lnRef idx="2">
            <a:schemeClr val="accent1"/>
          </a:lnRef>
          <a:fillRef idx="0">
            <a:srgbClr val="FFFFFF"/>
          </a:fillRef>
          <a:effectRef idx="0">
            <a:srgbClr val="FFFFFF"/>
          </a:effectRef>
          <a:fontRef idx="minor">
            <a:schemeClr val="tx1"/>
          </a:fontRef>
        </p:style>
      </p:cxnSp>
      <p:cxnSp>
        <p:nvCxnSpPr>
          <p:cNvPr id="230" name="直接连接符 229"/>
          <p:cNvCxnSpPr/>
          <p:nvPr>
            <p:custDataLst>
              <p:tags r:id="rId83"/>
            </p:custDataLst>
          </p:nvPr>
        </p:nvCxnSpPr>
        <p:spPr>
          <a:xfrm>
            <a:off x="10289683" y="6573769"/>
            <a:ext cx="283099"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49" name="文本框 248"/>
          <p:cNvSpPr txBox="1"/>
          <p:nvPr>
            <p:custDataLst>
              <p:tags r:id="rId84"/>
            </p:custDataLst>
          </p:nvPr>
        </p:nvSpPr>
        <p:spPr>
          <a:xfrm>
            <a:off x="10790413" y="6064063"/>
            <a:ext cx="1171752"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 100GE</a:t>
            </a:r>
            <a:r>
              <a:rPr lang="zh-CN" altLang="en-US" sz="1200">
                <a:solidFill>
                  <a:prstClr val="black"/>
                </a:solidFill>
                <a:latin typeface="Calibri"/>
                <a:ea typeface="宋体"/>
              </a:rPr>
              <a:t>链路</a:t>
            </a:r>
            <a:endParaRPr lang="zh-CN" altLang="en-US" sz="1200">
              <a:solidFill>
                <a:prstClr val="black"/>
              </a:solidFill>
              <a:latin typeface="Calibri"/>
              <a:ea typeface="宋体"/>
            </a:endParaRPr>
          </a:p>
        </p:txBody>
      </p:sp>
      <p:sp>
        <p:nvSpPr>
          <p:cNvPr id="250" name="文本框 249"/>
          <p:cNvSpPr txBox="1"/>
          <p:nvPr>
            <p:custDataLst>
              <p:tags r:id="rId85"/>
            </p:custDataLst>
          </p:nvPr>
        </p:nvSpPr>
        <p:spPr>
          <a:xfrm>
            <a:off x="10790413" y="6257662"/>
            <a:ext cx="1170483"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 10GE</a:t>
            </a:r>
            <a:r>
              <a:rPr lang="zh-CN" altLang="en-US" sz="1200">
                <a:solidFill>
                  <a:prstClr val="black"/>
                </a:solidFill>
                <a:latin typeface="Calibri"/>
                <a:ea typeface="宋体"/>
              </a:rPr>
              <a:t>链路</a:t>
            </a:r>
            <a:endParaRPr lang="zh-CN" altLang="en-US" sz="1200">
              <a:solidFill>
                <a:prstClr val="black"/>
              </a:solidFill>
              <a:latin typeface="Calibri"/>
              <a:ea typeface="宋体"/>
            </a:endParaRPr>
          </a:p>
        </p:txBody>
      </p:sp>
      <p:sp>
        <p:nvSpPr>
          <p:cNvPr id="251" name="文本框 250"/>
          <p:cNvSpPr txBox="1"/>
          <p:nvPr>
            <p:custDataLst>
              <p:tags r:id="rId86"/>
            </p:custDataLst>
          </p:nvPr>
        </p:nvSpPr>
        <p:spPr>
          <a:xfrm>
            <a:off x="10790414" y="6451896"/>
            <a:ext cx="1171118"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 GE</a:t>
            </a:r>
            <a:r>
              <a:rPr lang="zh-CN" altLang="en-US" sz="1200">
                <a:solidFill>
                  <a:prstClr val="black"/>
                </a:solidFill>
                <a:latin typeface="Calibri"/>
                <a:ea typeface="宋体"/>
              </a:rPr>
              <a:t>链路</a:t>
            </a:r>
            <a:endParaRPr lang="zh-CN" altLang="en-US" sz="1200">
              <a:solidFill>
                <a:prstClr val="black"/>
              </a:solidFill>
              <a:latin typeface="Calibri"/>
              <a:ea typeface="宋体"/>
            </a:endParaRPr>
          </a:p>
        </p:txBody>
      </p:sp>
      <p:sp>
        <p:nvSpPr>
          <p:cNvPr id="261" name="文本框 260"/>
          <p:cNvSpPr txBox="1"/>
          <p:nvPr>
            <p:custDataLst>
              <p:tags r:id="rId87"/>
            </p:custDataLst>
          </p:nvPr>
        </p:nvSpPr>
        <p:spPr>
          <a:xfrm>
            <a:off x="10560907" y="5736531"/>
            <a:ext cx="700132" cy="275482"/>
          </a:xfrm>
          <a:prstGeom prst="rect">
            <a:avLst/>
          </a:prstGeom>
          <a:noFill/>
        </p:spPr>
        <p:txBody>
          <a:bodyPr wrap="square" rtlCol="0">
            <a:spAutoFit/>
          </a:bodyPr>
          <a:lstStyle/>
          <a:p>
            <a:pPr defTabSz="913765">
              <a:defRPr/>
            </a:pPr>
            <a:r>
              <a:rPr lang="zh-CN" altLang="en-US" sz="1200" b="1">
                <a:solidFill>
                  <a:prstClr val="black"/>
                </a:solidFill>
                <a:latin typeface="Calibri"/>
                <a:ea typeface="宋体"/>
              </a:rPr>
              <a:t>图例</a:t>
            </a:r>
            <a:endParaRPr lang="zh-CN" altLang="en-US" sz="1200" b="1">
              <a:solidFill>
                <a:prstClr val="black"/>
              </a:solidFill>
              <a:latin typeface="Calibri"/>
              <a:ea typeface="宋体"/>
            </a:endParaRPr>
          </a:p>
        </p:txBody>
      </p:sp>
      <p:sp>
        <p:nvSpPr>
          <p:cNvPr id="262" name="矩形 261"/>
          <p:cNvSpPr/>
          <p:nvPr>
            <p:custDataLst>
              <p:tags r:id="rId88"/>
            </p:custDataLst>
          </p:nvPr>
        </p:nvSpPr>
        <p:spPr>
          <a:xfrm>
            <a:off x="9979341" y="5618923"/>
            <a:ext cx="1828944" cy="1161974"/>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101" name="矩形 100"/>
          <p:cNvSpPr/>
          <p:nvPr>
            <p:custDataLst>
              <p:tags r:id="rId89"/>
            </p:custDataLst>
          </p:nvPr>
        </p:nvSpPr>
        <p:spPr>
          <a:xfrm>
            <a:off x="1855334" y="5817573"/>
            <a:ext cx="6103142" cy="722348"/>
          </a:xfrm>
          <a:prstGeom prst="rect">
            <a:avLst/>
          </a:prstGeom>
          <a:noFill/>
          <a:ln w="38100">
            <a:solidFill>
              <a:srgbClr val="C00000"/>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3765">
              <a:defRPr/>
            </a:pPr>
            <a:endParaRPr lang="zh-CN" altLang="en-US" sz="1200">
              <a:solidFill>
                <a:prstClr val="white"/>
              </a:solidFill>
              <a:latin typeface="Calibri"/>
              <a:ea typeface="宋体"/>
            </a:endParaRPr>
          </a:p>
        </p:txBody>
      </p:sp>
      <p:sp>
        <p:nvSpPr>
          <p:cNvPr id="102" name="文本框 101"/>
          <p:cNvSpPr txBox="1"/>
          <p:nvPr>
            <p:custDataLst>
              <p:tags r:id="rId90"/>
            </p:custDataLst>
          </p:nvPr>
        </p:nvSpPr>
        <p:spPr>
          <a:xfrm>
            <a:off x="6219572" y="6300830"/>
            <a:ext cx="848665" cy="261508"/>
          </a:xfrm>
          <a:prstGeom prst="rect">
            <a:avLst/>
          </a:prstGeom>
          <a:noFill/>
        </p:spPr>
        <p:txBody>
          <a:bodyPr wrap="square" rtlCol="0">
            <a:spAutoFit/>
          </a:bodyPr>
          <a:lstStyle/>
          <a:p>
            <a:pPr defTabSz="913765">
              <a:defRPr/>
            </a:pPr>
            <a:r>
              <a:rPr lang="zh-CN" altLang="en-US" sz="1050" b="1" dirty="0">
                <a:solidFill>
                  <a:prstClr val="black"/>
                </a:solidFill>
                <a:latin typeface="Calibri"/>
                <a:ea typeface="宋体"/>
              </a:rPr>
              <a:t>计算节点</a:t>
            </a:r>
            <a:endParaRPr lang="zh-CN" altLang="en-US" sz="1050" b="1" dirty="0">
              <a:solidFill>
                <a:prstClr val="black"/>
              </a:solidFill>
              <a:latin typeface="Calibri"/>
              <a:ea typeface="宋体"/>
            </a:endParaRPr>
          </a:p>
        </p:txBody>
      </p:sp>
      <p:pic>
        <p:nvPicPr>
          <p:cNvPr id="103" name="图片 102" descr="通用服务器-蓝.png"/>
          <p:cNvPicPr>
            <a:picLocks noChangeAspect="1"/>
          </p:cNvPicPr>
          <p:nvPr>
            <p:custDataLst>
              <p:tags r:id="rId91"/>
            </p:custDataLst>
          </p:nvPr>
        </p:nvPicPr>
        <p:blipFill>
          <a:blip r:embed="rId92" cstate="print"/>
          <a:stretch>
            <a:fillRect/>
          </a:stretch>
        </p:blipFill>
        <p:spPr>
          <a:xfrm>
            <a:off x="5159217" y="6080362"/>
            <a:ext cx="367521" cy="264692"/>
          </a:xfrm>
          <a:prstGeom prst="rect">
            <a:avLst/>
          </a:prstGeom>
        </p:spPr>
      </p:pic>
      <p:pic>
        <p:nvPicPr>
          <p:cNvPr id="104" name="图片 103" descr="通用服务器-蓝.png"/>
          <p:cNvPicPr>
            <a:picLocks noChangeAspect="1"/>
          </p:cNvPicPr>
          <p:nvPr>
            <p:custDataLst>
              <p:tags r:id="rId93"/>
            </p:custDataLst>
          </p:nvPr>
        </p:nvPicPr>
        <p:blipFill>
          <a:blip r:embed="rId92" cstate="print"/>
          <a:stretch>
            <a:fillRect/>
          </a:stretch>
        </p:blipFill>
        <p:spPr>
          <a:xfrm>
            <a:off x="5947580" y="6080362"/>
            <a:ext cx="367521" cy="264692"/>
          </a:xfrm>
          <a:prstGeom prst="rect">
            <a:avLst/>
          </a:prstGeom>
        </p:spPr>
      </p:pic>
      <p:pic>
        <p:nvPicPr>
          <p:cNvPr id="105" name="图片 104" descr="通用服务器-蓝.png"/>
          <p:cNvPicPr>
            <a:picLocks noChangeAspect="1"/>
          </p:cNvPicPr>
          <p:nvPr>
            <p:custDataLst>
              <p:tags r:id="rId94"/>
            </p:custDataLst>
          </p:nvPr>
        </p:nvPicPr>
        <p:blipFill>
          <a:blip r:embed="rId92" cstate="print"/>
          <a:stretch>
            <a:fillRect/>
          </a:stretch>
        </p:blipFill>
        <p:spPr>
          <a:xfrm>
            <a:off x="6735941" y="6080362"/>
            <a:ext cx="367521" cy="264692"/>
          </a:xfrm>
          <a:prstGeom prst="rect">
            <a:avLst/>
          </a:prstGeom>
        </p:spPr>
      </p:pic>
      <p:pic>
        <p:nvPicPr>
          <p:cNvPr id="106" name="图片 105" descr="通用服务器-蓝.png"/>
          <p:cNvPicPr>
            <a:picLocks noChangeAspect="1"/>
          </p:cNvPicPr>
          <p:nvPr>
            <p:custDataLst>
              <p:tags r:id="rId95"/>
            </p:custDataLst>
          </p:nvPr>
        </p:nvPicPr>
        <p:blipFill>
          <a:blip r:embed="rId92" cstate="print"/>
          <a:stretch>
            <a:fillRect/>
          </a:stretch>
        </p:blipFill>
        <p:spPr>
          <a:xfrm>
            <a:off x="7524304" y="6080362"/>
            <a:ext cx="367521" cy="264692"/>
          </a:xfrm>
          <a:prstGeom prst="rect">
            <a:avLst/>
          </a:prstGeom>
        </p:spPr>
      </p:pic>
      <p:sp>
        <p:nvSpPr>
          <p:cNvPr id="107" name="文本框 106"/>
          <p:cNvSpPr txBox="1"/>
          <p:nvPr>
            <p:custDataLst>
              <p:tags r:id="rId96"/>
            </p:custDataLst>
          </p:nvPr>
        </p:nvSpPr>
        <p:spPr>
          <a:xfrm>
            <a:off x="5723512" y="5758540"/>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ServerM</a:t>
            </a:r>
            <a:endParaRPr lang="en-US" altLang="zh-CN" sz="1200">
              <a:solidFill>
                <a:prstClr val="black"/>
              </a:solidFill>
              <a:latin typeface="Calibri"/>
              <a:ea typeface="宋体"/>
            </a:endParaRPr>
          </a:p>
        </p:txBody>
      </p:sp>
      <p:sp>
        <p:nvSpPr>
          <p:cNvPr id="108" name="文本框 107"/>
          <p:cNvSpPr txBox="1"/>
          <p:nvPr>
            <p:custDataLst>
              <p:tags r:id="rId97"/>
            </p:custDataLst>
          </p:nvPr>
        </p:nvSpPr>
        <p:spPr>
          <a:xfrm>
            <a:off x="6417296" y="5758540"/>
            <a:ext cx="816291" cy="275482"/>
          </a:xfrm>
          <a:prstGeom prst="rect">
            <a:avLst/>
          </a:prstGeom>
          <a:noFill/>
        </p:spPr>
        <p:txBody>
          <a:bodyPr wrap="square" rtlCol="0">
            <a:spAutoFit/>
          </a:bodyPr>
          <a:lstStyle/>
          <a:p>
            <a:pPr defTabSz="913765">
              <a:defRPr/>
            </a:pPr>
            <a:r>
              <a:rPr lang="en-US" altLang="zh-CN" sz="1200" dirty="0" err="1">
                <a:solidFill>
                  <a:prstClr val="black"/>
                </a:solidFill>
                <a:latin typeface="Calibri"/>
                <a:ea typeface="宋体"/>
              </a:rPr>
              <a:t>ServerN</a:t>
            </a:r>
            <a:endParaRPr lang="en-US" altLang="zh-CN" sz="1200" dirty="0">
              <a:solidFill>
                <a:prstClr val="black"/>
              </a:solidFill>
              <a:latin typeface="Calibri"/>
              <a:ea typeface="宋体"/>
            </a:endParaRPr>
          </a:p>
        </p:txBody>
      </p:sp>
      <p:sp>
        <p:nvSpPr>
          <p:cNvPr id="109" name="文本框 108"/>
          <p:cNvSpPr txBox="1"/>
          <p:nvPr>
            <p:custDataLst>
              <p:tags r:id="rId98"/>
            </p:custDataLst>
          </p:nvPr>
        </p:nvSpPr>
        <p:spPr>
          <a:xfrm>
            <a:off x="7066015" y="5758540"/>
            <a:ext cx="98450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Server128</a:t>
            </a:r>
            <a:endParaRPr lang="en-US" altLang="zh-CN" sz="1200" dirty="0">
              <a:solidFill>
                <a:prstClr val="black"/>
              </a:solidFill>
              <a:latin typeface="Calibri"/>
              <a:ea typeface="宋体"/>
            </a:endParaRPr>
          </a:p>
        </p:txBody>
      </p:sp>
      <p:sp>
        <p:nvSpPr>
          <p:cNvPr id="110" name="文本框 109"/>
          <p:cNvSpPr txBox="1"/>
          <p:nvPr>
            <p:custDataLst>
              <p:tags r:id="rId99"/>
            </p:custDataLst>
          </p:nvPr>
        </p:nvSpPr>
        <p:spPr>
          <a:xfrm>
            <a:off x="5576250" y="6012441"/>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111" name="文本框 110"/>
          <p:cNvSpPr txBox="1"/>
          <p:nvPr>
            <p:custDataLst>
              <p:tags r:id="rId100"/>
            </p:custDataLst>
          </p:nvPr>
        </p:nvSpPr>
        <p:spPr>
          <a:xfrm>
            <a:off x="6356994" y="6012441"/>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112" name="文本框 111"/>
          <p:cNvSpPr txBox="1"/>
          <p:nvPr>
            <p:custDataLst>
              <p:tags r:id="rId101"/>
            </p:custDataLst>
          </p:nvPr>
        </p:nvSpPr>
        <p:spPr>
          <a:xfrm>
            <a:off x="7158052" y="6012441"/>
            <a:ext cx="36752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a:t>
            </a:r>
            <a:endParaRPr lang="en-US" altLang="zh-CN" sz="1200">
              <a:solidFill>
                <a:prstClr val="black"/>
              </a:solidFill>
              <a:latin typeface="Calibri"/>
              <a:ea typeface="宋体"/>
            </a:endParaRPr>
          </a:p>
        </p:txBody>
      </p:sp>
      <p:sp>
        <p:nvSpPr>
          <p:cNvPr id="124" name="文本框 123"/>
          <p:cNvSpPr txBox="1"/>
          <p:nvPr>
            <p:custDataLst>
              <p:tags r:id="rId102"/>
            </p:custDataLst>
          </p:nvPr>
        </p:nvSpPr>
        <p:spPr>
          <a:xfrm>
            <a:off x="5039250" y="5758540"/>
            <a:ext cx="816291"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Server1</a:t>
            </a:r>
            <a:endParaRPr lang="en-US" altLang="zh-CN" sz="1200">
              <a:solidFill>
                <a:prstClr val="black"/>
              </a:solidFill>
              <a:latin typeface="Calibri"/>
              <a:ea typeface="宋体"/>
            </a:endParaRPr>
          </a:p>
        </p:txBody>
      </p:sp>
      <p:cxnSp>
        <p:nvCxnSpPr>
          <p:cNvPr id="113" name="直接连接符 112"/>
          <p:cNvCxnSpPr>
            <a:stCxn id="103" idx="0"/>
            <a:endCxn id="44" idx="2"/>
          </p:cNvCxnSpPr>
          <p:nvPr/>
        </p:nvCxnSpPr>
        <p:spPr>
          <a:xfrm flipV="1">
            <a:off x="5343297" y="5352935"/>
            <a:ext cx="5713" cy="7274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14" name="直接连接符 113"/>
          <p:cNvCxnSpPr>
            <a:stCxn id="104" idx="0"/>
            <a:endCxn id="46" idx="2"/>
          </p:cNvCxnSpPr>
          <p:nvPr>
            <p:custDataLst>
              <p:tags r:id="rId103"/>
            </p:custDataLst>
          </p:nvPr>
        </p:nvCxnSpPr>
        <p:spPr>
          <a:xfrm flipV="1">
            <a:off x="6131657" y="5352935"/>
            <a:ext cx="3809" cy="7274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15" name="直接连接符 114"/>
          <p:cNvCxnSpPr>
            <a:stCxn id="105" idx="0"/>
            <a:endCxn id="47" idx="2"/>
          </p:cNvCxnSpPr>
          <p:nvPr>
            <p:custDataLst>
              <p:tags r:id="rId104"/>
            </p:custDataLst>
          </p:nvPr>
        </p:nvCxnSpPr>
        <p:spPr>
          <a:xfrm flipV="1">
            <a:off x="6920021" y="5352935"/>
            <a:ext cx="1905" cy="7274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16" name="直接连接符 115"/>
          <p:cNvCxnSpPr>
            <a:stCxn id="106" idx="0"/>
            <a:endCxn id="48" idx="2"/>
          </p:cNvCxnSpPr>
          <p:nvPr>
            <p:custDataLst>
              <p:tags r:id="rId105"/>
            </p:custDataLst>
          </p:nvPr>
        </p:nvCxnSpPr>
        <p:spPr>
          <a:xfrm flipV="1">
            <a:off x="7708381" y="5347223"/>
            <a:ext cx="0" cy="73313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pic>
        <p:nvPicPr>
          <p:cNvPr id="118" name="图片 117" descr="TOR交换机.png"/>
          <p:cNvPicPr>
            <a:picLocks noChangeAspect="1"/>
          </p:cNvPicPr>
          <p:nvPr>
            <p:custDataLst>
              <p:tags r:id="rId106"/>
            </p:custDataLst>
          </p:nvPr>
        </p:nvPicPr>
        <p:blipFill>
          <a:blip r:embed="rId107" cstate="print"/>
          <a:stretch>
            <a:fillRect/>
          </a:stretch>
        </p:blipFill>
        <p:spPr>
          <a:xfrm>
            <a:off x="1984824" y="6060050"/>
            <a:ext cx="342766" cy="285004"/>
          </a:xfrm>
          <a:prstGeom prst="rect">
            <a:avLst/>
          </a:prstGeom>
          <a:noFill/>
          <a:ln>
            <a:prstDash val="dash"/>
          </a:ln>
          <a:extLst>
            <a:ext uri="{909E8E84-426E-40DD-AFC4-6F175D3DCCD1}">
              <a14:hiddenFill xmlns:a14="http://schemas.microsoft.com/office/drawing/2010/main">
                <a:solidFill>
                  <a:schemeClr val="accent1"/>
                </a:solidFill>
              </a14:hiddenFill>
            </a:ext>
          </a:extLst>
        </p:spPr>
      </p:pic>
      <p:pic>
        <p:nvPicPr>
          <p:cNvPr id="119" name="图片 118" descr="TOR交换机.png"/>
          <p:cNvPicPr>
            <a:picLocks noChangeAspect="1"/>
          </p:cNvPicPr>
          <p:nvPr>
            <p:custDataLst>
              <p:tags r:id="rId108"/>
            </p:custDataLst>
          </p:nvPr>
        </p:nvPicPr>
        <p:blipFill>
          <a:blip r:embed="rId107" cstate="print"/>
          <a:stretch>
            <a:fillRect/>
          </a:stretch>
        </p:blipFill>
        <p:spPr>
          <a:xfrm>
            <a:off x="2749699" y="6060050"/>
            <a:ext cx="342766" cy="285004"/>
          </a:xfrm>
          <a:prstGeom prst="rect">
            <a:avLst/>
          </a:prstGeom>
        </p:spPr>
      </p:pic>
      <p:pic>
        <p:nvPicPr>
          <p:cNvPr id="120" name="图片 119" descr="TOR交换机.png"/>
          <p:cNvPicPr>
            <a:picLocks noChangeAspect="1"/>
          </p:cNvPicPr>
          <p:nvPr>
            <p:custDataLst>
              <p:tags r:id="rId109"/>
            </p:custDataLst>
          </p:nvPr>
        </p:nvPicPr>
        <p:blipFill>
          <a:blip r:embed="rId107" cstate="print"/>
          <a:stretch>
            <a:fillRect/>
          </a:stretch>
        </p:blipFill>
        <p:spPr>
          <a:xfrm>
            <a:off x="3535523" y="6060050"/>
            <a:ext cx="342766" cy="285004"/>
          </a:xfrm>
          <a:prstGeom prst="rect">
            <a:avLst/>
          </a:prstGeom>
        </p:spPr>
      </p:pic>
      <p:pic>
        <p:nvPicPr>
          <p:cNvPr id="121" name="图片 120" descr="TOR交换机.png"/>
          <p:cNvPicPr>
            <a:picLocks noChangeAspect="1"/>
          </p:cNvPicPr>
          <p:nvPr>
            <p:custDataLst>
              <p:tags r:id="rId110"/>
            </p:custDataLst>
          </p:nvPr>
        </p:nvPicPr>
        <p:blipFill>
          <a:blip r:embed="rId107" cstate="print"/>
          <a:stretch>
            <a:fillRect/>
          </a:stretch>
        </p:blipFill>
        <p:spPr>
          <a:xfrm>
            <a:off x="4322614" y="6060050"/>
            <a:ext cx="342766" cy="285004"/>
          </a:xfrm>
          <a:prstGeom prst="rect">
            <a:avLst/>
          </a:prstGeom>
        </p:spPr>
      </p:pic>
      <p:cxnSp>
        <p:nvCxnSpPr>
          <p:cNvPr id="122" name="直接连接符 121"/>
          <p:cNvCxnSpPr>
            <a:stCxn id="118" idx="0"/>
            <a:endCxn id="93" idx="2"/>
          </p:cNvCxnSpPr>
          <p:nvPr>
            <p:custDataLst>
              <p:tags r:id="rId111"/>
            </p:custDataLst>
          </p:nvPr>
        </p:nvCxnSpPr>
        <p:spPr>
          <a:xfrm flipH="1" flipV="1">
            <a:off x="2147318" y="5352933"/>
            <a:ext cx="8887" cy="707114"/>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5" name="直接连接符 124"/>
          <p:cNvCxnSpPr>
            <a:stCxn id="119" idx="0"/>
            <a:endCxn id="2" idx="2"/>
          </p:cNvCxnSpPr>
          <p:nvPr>
            <p:custDataLst>
              <p:tags r:id="rId112"/>
            </p:custDataLst>
          </p:nvPr>
        </p:nvCxnSpPr>
        <p:spPr>
          <a:xfrm flipV="1">
            <a:off x="2921082" y="5352933"/>
            <a:ext cx="12695" cy="707114"/>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6" name="直接连接符 125"/>
          <p:cNvCxnSpPr>
            <a:stCxn id="120" idx="0"/>
            <a:endCxn id="3" idx="2"/>
          </p:cNvCxnSpPr>
          <p:nvPr>
            <p:custDataLst>
              <p:tags r:id="rId113"/>
            </p:custDataLst>
          </p:nvPr>
        </p:nvCxnSpPr>
        <p:spPr>
          <a:xfrm flipV="1">
            <a:off x="3706907" y="5352933"/>
            <a:ext cx="13330" cy="707114"/>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7" name="直接连接符 126"/>
          <p:cNvCxnSpPr>
            <a:stCxn id="121" idx="0"/>
            <a:endCxn id="4" idx="2"/>
          </p:cNvCxnSpPr>
          <p:nvPr>
            <p:custDataLst>
              <p:tags r:id="rId114"/>
            </p:custDataLst>
          </p:nvPr>
        </p:nvCxnSpPr>
        <p:spPr>
          <a:xfrm flipV="1">
            <a:off x="4493996" y="5347221"/>
            <a:ext cx="12695" cy="712826"/>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28" name="文本框 127"/>
          <p:cNvSpPr txBox="1"/>
          <p:nvPr>
            <p:custDataLst>
              <p:tags r:id="rId115"/>
            </p:custDataLst>
          </p:nvPr>
        </p:nvSpPr>
        <p:spPr>
          <a:xfrm>
            <a:off x="1961973" y="5758540"/>
            <a:ext cx="368156"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S0</a:t>
            </a:r>
            <a:endParaRPr lang="en-US" altLang="zh-CN" sz="1200" dirty="0">
              <a:solidFill>
                <a:prstClr val="black"/>
              </a:solidFill>
              <a:latin typeface="Calibri"/>
              <a:ea typeface="宋体"/>
            </a:endParaRPr>
          </a:p>
        </p:txBody>
      </p:sp>
      <p:sp>
        <p:nvSpPr>
          <p:cNvPr id="129" name="文本框 128"/>
          <p:cNvSpPr txBox="1"/>
          <p:nvPr>
            <p:custDataLst>
              <p:tags r:id="rId116"/>
            </p:custDataLst>
          </p:nvPr>
        </p:nvSpPr>
        <p:spPr>
          <a:xfrm>
            <a:off x="2735101" y="5758540"/>
            <a:ext cx="368156"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S1</a:t>
            </a:r>
            <a:endParaRPr lang="en-US" altLang="zh-CN" sz="1200">
              <a:solidFill>
                <a:prstClr val="black"/>
              </a:solidFill>
              <a:latin typeface="Calibri"/>
              <a:ea typeface="宋体"/>
            </a:endParaRPr>
          </a:p>
        </p:txBody>
      </p:sp>
      <p:sp>
        <p:nvSpPr>
          <p:cNvPr id="130" name="文本框 129"/>
          <p:cNvSpPr txBox="1"/>
          <p:nvPr>
            <p:custDataLst>
              <p:tags r:id="rId117"/>
            </p:custDataLst>
          </p:nvPr>
        </p:nvSpPr>
        <p:spPr>
          <a:xfrm>
            <a:off x="3531716" y="5758540"/>
            <a:ext cx="368156"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S2</a:t>
            </a:r>
            <a:endParaRPr lang="en-US" altLang="zh-CN" sz="1200">
              <a:solidFill>
                <a:prstClr val="black"/>
              </a:solidFill>
              <a:latin typeface="Calibri"/>
              <a:ea typeface="宋体"/>
            </a:endParaRPr>
          </a:p>
        </p:txBody>
      </p:sp>
      <p:sp>
        <p:nvSpPr>
          <p:cNvPr id="131" name="文本框 130"/>
          <p:cNvSpPr txBox="1"/>
          <p:nvPr>
            <p:custDataLst>
              <p:tags r:id="rId118"/>
            </p:custDataLst>
          </p:nvPr>
        </p:nvSpPr>
        <p:spPr>
          <a:xfrm>
            <a:off x="4329599" y="5729343"/>
            <a:ext cx="368156" cy="275482"/>
          </a:xfrm>
          <a:prstGeom prst="rect">
            <a:avLst/>
          </a:prstGeom>
          <a:noFill/>
        </p:spPr>
        <p:txBody>
          <a:bodyPr wrap="square" rtlCol="0">
            <a:spAutoFit/>
          </a:bodyPr>
          <a:lstStyle/>
          <a:p>
            <a:pPr defTabSz="913765">
              <a:defRPr/>
            </a:pPr>
            <a:r>
              <a:rPr lang="en-US" altLang="zh-CN" sz="1200">
                <a:solidFill>
                  <a:prstClr val="black"/>
                </a:solidFill>
                <a:latin typeface="Calibri"/>
                <a:ea typeface="宋体"/>
              </a:rPr>
              <a:t>S3</a:t>
            </a:r>
            <a:endParaRPr lang="en-US" altLang="zh-CN" sz="1200">
              <a:solidFill>
                <a:prstClr val="black"/>
              </a:solidFill>
              <a:latin typeface="Calibri"/>
              <a:ea typeface="宋体"/>
            </a:endParaRPr>
          </a:p>
        </p:txBody>
      </p:sp>
      <p:sp>
        <p:nvSpPr>
          <p:cNvPr id="132" name="文本框 131"/>
          <p:cNvSpPr txBox="1"/>
          <p:nvPr>
            <p:custDataLst>
              <p:tags r:id="rId119"/>
            </p:custDataLst>
          </p:nvPr>
        </p:nvSpPr>
        <p:spPr>
          <a:xfrm>
            <a:off x="2476756" y="5424026"/>
            <a:ext cx="1545621"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40*8=320 CAT5E网线15m</a:t>
            </a:r>
            <a:endParaRPr lang="en-US" altLang="zh-CN" sz="1000" dirty="0">
              <a:solidFill>
                <a:prstClr val="black"/>
              </a:solidFill>
              <a:latin typeface="Calibri"/>
              <a:ea typeface="宋体"/>
              <a:sym typeface="+mn-ea"/>
            </a:endParaRPr>
          </a:p>
        </p:txBody>
      </p:sp>
      <p:sp>
        <p:nvSpPr>
          <p:cNvPr id="134" name="文本框 133"/>
          <p:cNvSpPr txBox="1"/>
          <p:nvPr>
            <p:custDataLst>
              <p:tags r:id="rId120"/>
            </p:custDataLst>
          </p:nvPr>
        </p:nvSpPr>
        <p:spPr>
          <a:xfrm>
            <a:off x="4095374" y="1316546"/>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2*2=4 LC-LC</a:t>
            </a:r>
            <a:endParaRPr lang="en-US" altLang="zh-CN" sz="1000" dirty="0">
              <a:solidFill>
                <a:prstClr val="black"/>
              </a:solidFill>
              <a:latin typeface="Calibri"/>
              <a:ea typeface="宋体"/>
              <a:sym typeface="+mn-ea"/>
            </a:endParaRPr>
          </a:p>
        </p:txBody>
      </p:sp>
      <p:sp>
        <p:nvSpPr>
          <p:cNvPr id="157" name="文本框 156"/>
          <p:cNvSpPr txBox="1"/>
          <p:nvPr>
            <p:custDataLst>
              <p:tags r:id="rId121"/>
            </p:custDataLst>
          </p:nvPr>
        </p:nvSpPr>
        <p:spPr>
          <a:xfrm>
            <a:off x="7596031" y="2879941"/>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58" name="文本框 157"/>
          <p:cNvSpPr txBox="1"/>
          <p:nvPr>
            <p:custDataLst>
              <p:tags r:id="rId122"/>
            </p:custDataLst>
          </p:nvPr>
        </p:nvSpPr>
        <p:spPr>
          <a:xfrm>
            <a:off x="7596031" y="3429001"/>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59" name="文本框 158"/>
          <p:cNvSpPr txBox="1"/>
          <p:nvPr>
            <p:custDataLst>
              <p:tags r:id="rId123"/>
            </p:custDataLst>
          </p:nvPr>
        </p:nvSpPr>
        <p:spPr>
          <a:xfrm>
            <a:off x="7596031" y="3817469"/>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cxnSp>
        <p:nvCxnSpPr>
          <p:cNvPr id="164" name="直接连接符 163"/>
          <p:cNvCxnSpPr>
            <a:stCxn id="157" idx="1"/>
            <a:endCxn id="66" idx="0"/>
          </p:cNvCxnSpPr>
          <p:nvPr>
            <p:custDataLst>
              <p:tags r:id="rId124"/>
            </p:custDataLst>
          </p:nvPr>
        </p:nvCxnSpPr>
        <p:spPr>
          <a:xfrm flipH="1">
            <a:off x="6921291" y="3025935"/>
            <a:ext cx="674741" cy="145358"/>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65" name="直接连接符 164"/>
          <p:cNvCxnSpPr>
            <a:stCxn id="158" idx="1"/>
            <a:endCxn id="66" idx="2"/>
          </p:cNvCxnSpPr>
          <p:nvPr>
            <p:custDataLst>
              <p:tags r:id="rId125"/>
            </p:custDataLst>
          </p:nvPr>
        </p:nvCxnSpPr>
        <p:spPr>
          <a:xfrm flipH="1" flipV="1">
            <a:off x="6921291" y="3461374"/>
            <a:ext cx="674741" cy="113620"/>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66" name="直接连接符 165"/>
          <p:cNvCxnSpPr>
            <a:stCxn id="159" idx="1"/>
            <a:endCxn id="49" idx="0"/>
          </p:cNvCxnSpPr>
          <p:nvPr>
            <p:custDataLst>
              <p:tags r:id="rId126"/>
            </p:custDataLst>
          </p:nvPr>
        </p:nvCxnSpPr>
        <p:spPr>
          <a:xfrm flipH="1" flipV="1">
            <a:off x="6921924" y="3957117"/>
            <a:ext cx="674106" cy="6347"/>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167" name="文本框 166"/>
          <p:cNvSpPr txBox="1"/>
          <p:nvPr>
            <p:custDataLst>
              <p:tags r:id="rId127"/>
            </p:custDataLst>
          </p:nvPr>
        </p:nvSpPr>
        <p:spPr>
          <a:xfrm>
            <a:off x="8179368" y="4195148"/>
            <a:ext cx="831526" cy="272309"/>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10G-LR: 32 </a:t>
            </a:r>
            <a:endParaRPr lang="en-US" altLang="zh-CN" sz="1000" dirty="0">
              <a:solidFill>
                <a:prstClr val="black"/>
              </a:solidFill>
              <a:latin typeface="Calibri"/>
              <a:ea typeface="宋体"/>
              <a:sym typeface="+mn-ea"/>
            </a:endParaRPr>
          </a:p>
        </p:txBody>
      </p:sp>
      <p:sp>
        <p:nvSpPr>
          <p:cNvPr id="168" name="文本框 167"/>
          <p:cNvSpPr txBox="1"/>
          <p:nvPr>
            <p:custDataLst>
              <p:tags r:id="rId128"/>
            </p:custDataLst>
          </p:nvPr>
        </p:nvSpPr>
        <p:spPr>
          <a:xfrm>
            <a:off x="8179369" y="4792449"/>
            <a:ext cx="846759" cy="25517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10G-LR: 32 </a:t>
            </a:r>
            <a:endParaRPr lang="en-US" altLang="zh-CN" sz="1000" dirty="0">
              <a:solidFill>
                <a:prstClr val="black"/>
              </a:solidFill>
              <a:latin typeface="Calibri"/>
              <a:ea typeface="宋体"/>
              <a:sym typeface="+mn-ea"/>
            </a:endParaRPr>
          </a:p>
        </p:txBody>
      </p:sp>
      <p:cxnSp>
        <p:nvCxnSpPr>
          <p:cNvPr id="169" name="直接连接符 168"/>
          <p:cNvCxnSpPr>
            <a:stCxn id="167" idx="1"/>
            <a:endCxn id="49" idx="2"/>
          </p:cNvCxnSpPr>
          <p:nvPr>
            <p:custDataLst>
              <p:tags r:id="rId129"/>
            </p:custDataLst>
          </p:nvPr>
        </p:nvCxnSpPr>
        <p:spPr>
          <a:xfrm flipH="1" flipV="1">
            <a:off x="6921609" y="4247197"/>
            <a:ext cx="1257760" cy="84105"/>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70" name="直接连接符 169"/>
          <p:cNvCxnSpPr>
            <a:stCxn id="168" idx="1"/>
            <a:endCxn id="56" idx="2"/>
          </p:cNvCxnSpPr>
          <p:nvPr>
            <p:custDataLst>
              <p:tags r:id="rId130"/>
            </p:custDataLst>
          </p:nvPr>
        </p:nvCxnSpPr>
        <p:spPr>
          <a:xfrm flipH="1">
            <a:off x="7712826" y="4920034"/>
            <a:ext cx="466542" cy="147897"/>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173" name="文本框 172"/>
          <p:cNvSpPr txBox="1"/>
          <p:nvPr>
            <p:custDataLst>
              <p:tags r:id="rId131"/>
            </p:custDataLst>
          </p:nvPr>
        </p:nvSpPr>
        <p:spPr>
          <a:xfrm>
            <a:off x="1068242" y="4247199"/>
            <a:ext cx="787092" cy="247554"/>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10G-LR:</a:t>
            </a:r>
            <a:r>
              <a:rPr lang="zh-CN" altLang="en-US" sz="1000" dirty="0">
                <a:solidFill>
                  <a:prstClr val="black"/>
                </a:solidFill>
                <a:latin typeface="Calibri"/>
                <a:ea typeface="宋体"/>
                <a:sym typeface="+mn-ea"/>
              </a:rPr>
              <a:t> </a:t>
            </a:r>
            <a:r>
              <a:rPr lang="en-US" altLang="zh-CN" sz="1000" dirty="0">
                <a:solidFill>
                  <a:prstClr val="black"/>
                </a:solidFill>
                <a:latin typeface="Calibri"/>
                <a:ea typeface="宋体"/>
                <a:sym typeface="+mn-ea"/>
              </a:rPr>
              <a:t>16 </a:t>
            </a:r>
            <a:endParaRPr lang="en-US" altLang="zh-CN" sz="1000" dirty="0">
              <a:solidFill>
                <a:prstClr val="black"/>
              </a:solidFill>
              <a:latin typeface="Calibri"/>
              <a:ea typeface="宋体"/>
              <a:sym typeface="+mn-ea"/>
            </a:endParaRPr>
          </a:p>
        </p:txBody>
      </p:sp>
      <p:sp>
        <p:nvSpPr>
          <p:cNvPr id="174" name="文本框 173"/>
          <p:cNvSpPr txBox="1"/>
          <p:nvPr>
            <p:custDataLst>
              <p:tags r:id="rId132"/>
            </p:custDataLst>
          </p:nvPr>
        </p:nvSpPr>
        <p:spPr>
          <a:xfrm>
            <a:off x="1118385" y="4844498"/>
            <a:ext cx="736947"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10G-LR:16 </a:t>
            </a:r>
            <a:endParaRPr lang="en-US" altLang="zh-CN" sz="1000" dirty="0">
              <a:solidFill>
                <a:prstClr val="black"/>
              </a:solidFill>
              <a:latin typeface="Calibri"/>
              <a:ea typeface="宋体"/>
              <a:sym typeface="+mn-ea"/>
            </a:endParaRPr>
          </a:p>
        </p:txBody>
      </p:sp>
      <p:sp>
        <p:nvSpPr>
          <p:cNvPr id="175" name="文本框 174"/>
          <p:cNvSpPr txBox="1"/>
          <p:nvPr>
            <p:custDataLst>
              <p:tags r:id="rId133"/>
            </p:custDataLst>
          </p:nvPr>
        </p:nvSpPr>
        <p:spPr>
          <a:xfrm>
            <a:off x="5471197" y="1078710"/>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77" name="文本框 176"/>
          <p:cNvSpPr txBox="1"/>
          <p:nvPr>
            <p:custDataLst>
              <p:tags r:id="rId134"/>
            </p:custDataLst>
          </p:nvPr>
        </p:nvSpPr>
        <p:spPr>
          <a:xfrm>
            <a:off x="5471197" y="1495643"/>
            <a:ext cx="1320284" cy="215916"/>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78" name="文本框 177"/>
          <p:cNvSpPr txBox="1"/>
          <p:nvPr>
            <p:custDataLst>
              <p:tags r:id="rId135"/>
            </p:custDataLst>
          </p:nvPr>
        </p:nvSpPr>
        <p:spPr>
          <a:xfrm>
            <a:off x="1118385" y="2740294"/>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79" name="文本框 178"/>
          <p:cNvSpPr txBox="1"/>
          <p:nvPr>
            <p:custDataLst>
              <p:tags r:id="rId136"/>
            </p:custDataLst>
          </p:nvPr>
        </p:nvSpPr>
        <p:spPr>
          <a:xfrm>
            <a:off x="1118385" y="3283642"/>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 </a:t>
            </a:r>
            <a:endParaRPr lang="en-US" altLang="zh-CN" sz="1000" dirty="0">
              <a:solidFill>
                <a:prstClr val="black"/>
              </a:solidFill>
              <a:latin typeface="Calibri"/>
              <a:ea typeface="宋体"/>
              <a:sym typeface="+mn-ea"/>
            </a:endParaRPr>
          </a:p>
        </p:txBody>
      </p:sp>
      <p:sp>
        <p:nvSpPr>
          <p:cNvPr id="180" name="文本框 179"/>
          <p:cNvSpPr txBox="1"/>
          <p:nvPr>
            <p:custDataLst>
              <p:tags r:id="rId137"/>
            </p:custDataLst>
          </p:nvPr>
        </p:nvSpPr>
        <p:spPr>
          <a:xfrm>
            <a:off x="1118385" y="3806678"/>
            <a:ext cx="1320284" cy="29135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a:t>
            </a:r>
            <a:endParaRPr lang="en-US" altLang="zh-CN" sz="1000" dirty="0">
              <a:solidFill>
                <a:prstClr val="black"/>
              </a:solidFill>
              <a:latin typeface="Calibri"/>
              <a:ea typeface="宋体"/>
              <a:sym typeface="+mn-ea"/>
            </a:endParaRPr>
          </a:p>
        </p:txBody>
      </p:sp>
      <p:cxnSp>
        <p:nvCxnSpPr>
          <p:cNvPr id="184" name="直接连接符 183"/>
          <p:cNvCxnSpPr>
            <a:stCxn id="21" idx="0"/>
            <a:endCxn id="178" idx="3"/>
          </p:cNvCxnSpPr>
          <p:nvPr>
            <p:custDataLst>
              <p:tags r:id="rId138"/>
            </p:custDataLst>
          </p:nvPr>
        </p:nvCxnSpPr>
        <p:spPr>
          <a:xfrm flipH="1" flipV="1">
            <a:off x="2438669" y="2886290"/>
            <a:ext cx="495107" cy="285004"/>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85" name="直接连接符 184"/>
          <p:cNvCxnSpPr>
            <a:stCxn id="21" idx="2"/>
            <a:endCxn id="179" idx="3"/>
          </p:cNvCxnSpPr>
          <p:nvPr>
            <p:custDataLst>
              <p:tags r:id="rId139"/>
            </p:custDataLst>
          </p:nvPr>
        </p:nvCxnSpPr>
        <p:spPr>
          <a:xfrm flipH="1" flipV="1">
            <a:off x="2438669" y="3429636"/>
            <a:ext cx="495107" cy="31738"/>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86" name="直接连接符 185"/>
          <p:cNvCxnSpPr>
            <a:stCxn id="161" idx="0"/>
            <a:endCxn id="180" idx="3"/>
          </p:cNvCxnSpPr>
          <p:nvPr>
            <p:custDataLst>
              <p:tags r:id="rId140"/>
            </p:custDataLst>
          </p:nvPr>
        </p:nvCxnSpPr>
        <p:spPr>
          <a:xfrm flipH="1" flipV="1">
            <a:off x="2438671" y="3952673"/>
            <a:ext cx="495741" cy="4443"/>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87" name="直接连接符 186"/>
          <p:cNvCxnSpPr>
            <a:stCxn id="161" idx="2"/>
            <a:endCxn id="173" idx="3"/>
          </p:cNvCxnSpPr>
          <p:nvPr>
            <p:custDataLst>
              <p:tags r:id="rId141"/>
            </p:custDataLst>
          </p:nvPr>
        </p:nvCxnSpPr>
        <p:spPr>
          <a:xfrm flipH="1">
            <a:off x="1855333" y="4247197"/>
            <a:ext cx="1078762" cy="123778"/>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88" name="直接连接符 187"/>
          <p:cNvCxnSpPr>
            <a:stCxn id="93" idx="0"/>
            <a:endCxn id="174" idx="3"/>
          </p:cNvCxnSpPr>
          <p:nvPr>
            <p:custDataLst>
              <p:tags r:id="rId142"/>
            </p:custDataLst>
          </p:nvPr>
        </p:nvCxnSpPr>
        <p:spPr>
          <a:xfrm flipH="1" flipV="1">
            <a:off x="1855331" y="4990491"/>
            <a:ext cx="291986" cy="71092"/>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189" name="文本框 188"/>
          <p:cNvSpPr txBox="1"/>
          <p:nvPr>
            <p:custDataLst>
              <p:tags r:id="rId143"/>
            </p:custDataLst>
          </p:nvPr>
        </p:nvSpPr>
        <p:spPr>
          <a:xfrm>
            <a:off x="3033418" y="6264438"/>
            <a:ext cx="848665"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sym typeface="+mn-ea"/>
              </a:rPr>
              <a:t>Switch</a:t>
            </a:r>
            <a:endParaRPr lang="zh-CN" altLang="en-US" sz="1200" b="1" dirty="0">
              <a:solidFill>
                <a:prstClr val="black"/>
              </a:solidFill>
              <a:latin typeface="Calibri"/>
              <a:ea typeface="宋体"/>
            </a:endParaRPr>
          </a:p>
        </p:txBody>
      </p:sp>
      <p:sp>
        <p:nvSpPr>
          <p:cNvPr id="171" name="文本框 170"/>
          <p:cNvSpPr txBox="1"/>
          <p:nvPr>
            <p:custDataLst>
              <p:tags r:id="rId144"/>
            </p:custDataLst>
          </p:nvPr>
        </p:nvSpPr>
        <p:spPr>
          <a:xfrm>
            <a:off x="3301617" y="2437517"/>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2*2=4 LC-LC</a:t>
            </a:r>
            <a:endParaRPr lang="en-US" altLang="zh-CN" sz="1000" dirty="0">
              <a:solidFill>
                <a:prstClr val="black"/>
              </a:solidFill>
              <a:latin typeface="Calibri"/>
              <a:ea typeface="宋体"/>
              <a:sym typeface="+mn-ea"/>
            </a:endParaRPr>
          </a:p>
        </p:txBody>
      </p:sp>
      <p:sp>
        <p:nvSpPr>
          <p:cNvPr id="172" name="文本框 171"/>
          <p:cNvSpPr txBox="1"/>
          <p:nvPr>
            <p:custDataLst>
              <p:tags r:id="rId145"/>
            </p:custDataLst>
          </p:nvPr>
        </p:nvSpPr>
        <p:spPr>
          <a:xfrm>
            <a:off x="5160902" y="2437517"/>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2*2=4 LC-LC</a:t>
            </a:r>
            <a:endParaRPr lang="en-US" altLang="zh-CN" sz="1000" dirty="0">
              <a:solidFill>
                <a:prstClr val="black"/>
              </a:solidFill>
              <a:latin typeface="Calibri"/>
              <a:ea typeface="宋体"/>
              <a:sym typeface="+mn-ea"/>
            </a:endParaRPr>
          </a:p>
        </p:txBody>
      </p:sp>
      <p:sp>
        <p:nvSpPr>
          <p:cNvPr id="190" name="文本框 189"/>
          <p:cNvSpPr txBox="1"/>
          <p:nvPr>
            <p:custDataLst>
              <p:tags r:id="rId146"/>
            </p:custDataLst>
          </p:nvPr>
        </p:nvSpPr>
        <p:spPr>
          <a:xfrm>
            <a:off x="2737322" y="3562934"/>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2*2=4 LC-LC</a:t>
            </a:r>
            <a:endParaRPr lang="en-US" altLang="zh-CN" sz="1000" dirty="0">
              <a:solidFill>
                <a:prstClr val="black"/>
              </a:solidFill>
              <a:latin typeface="Calibri"/>
              <a:ea typeface="宋体"/>
              <a:sym typeface="+mn-ea"/>
            </a:endParaRPr>
          </a:p>
        </p:txBody>
      </p:sp>
      <p:sp>
        <p:nvSpPr>
          <p:cNvPr id="191" name="文本框 190"/>
          <p:cNvSpPr txBox="1"/>
          <p:nvPr>
            <p:custDataLst>
              <p:tags r:id="rId147"/>
            </p:custDataLst>
          </p:nvPr>
        </p:nvSpPr>
        <p:spPr>
          <a:xfrm>
            <a:off x="5924730" y="3562934"/>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2*2=4 LC-LC</a:t>
            </a:r>
            <a:endParaRPr lang="en-US" altLang="zh-CN" sz="1000" dirty="0">
              <a:solidFill>
                <a:prstClr val="black"/>
              </a:solidFill>
              <a:latin typeface="Calibri"/>
              <a:ea typeface="宋体"/>
              <a:sym typeface="+mn-ea"/>
            </a:endParaRPr>
          </a:p>
        </p:txBody>
      </p:sp>
      <p:sp>
        <p:nvSpPr>
          <p:cNvPr id="192" name="文本框 191"/>
          <p:cNvSpPr txBox="1"/>
          <p:nvPr>
            <p:custDataLst>
              <p:tags r:id="rId148"/>
            </p:custDataLst>
          </p:nvPr>
        </p:nvSpPr>
        <p:spPr>
          <a:xfrm>
            <a:off x="2791276" y="4415855"/>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2*8=16 LC-LC</a:t>
            </a:r>
            <a:endParaRPr lang="en-US" altLang="zh-CN" sz="1000" dirty="0">
              <a:solidFill>
                <a:prstClr val="black"/>
              </a:solidFill>
              <a:latin typeface="Calibri"/>
              <a:ea typeface="宋体"/>
              <a:sym typeface="+mn-ea"/>
            </a:endParaRPr>
          </a:p>
        </p:txBody>
      </p:sp>
      <p:sp>
        <p:nvSpPr>
          <p:cNvPr id="193" name="文本框 192"/>
          <p:cNvSpPr txBox="1"/>
          <p:nvPr>
            <p:custDataLst>
              <p:tags r:id="rId149"/>
            </p:custDataLst>
          </p:nvPr>
        </p:nvSpPr>
        <p:spPr>
          <a:xfrm>
            <a:off x="6015500" y="4415855"/>
            <a:ext cx="1128589" cy="291351"/>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2*16=32 LC-LC</a:t>
            </a:r>
            <a:endParaRPr lang="en-US" altLang="zh-CN" sz="1000" dirty="0">
              <a:solidFill>
                <a:prstClr val="black"/>
              </a:solidFill>
              <a:latin typeface="Calibri"/>
              <a:ea typeface="宋体"/>
              <a:sym typeface="+mn-ea"/>
            </a:endParaRPr>
          </a:p>
        </p:txBody>
      </p:sp>
      <p:sp>
        <p:nvSpPr>
          <p:cNvPr id="194" name="文本框 193"/>
          <p:cNvSpPr txBox="1"/>
          <p:nvPr>
            <p:custDataLst>
              <p:tags r:id="rId150"/>
            </p:custDataLst>
          </p:nvPr>
        </p:nvSpPr>
        <p:spPr>
          <a:xfrm>
            <a:off x="5786353" y="5424028"/>
            <a:ext cx="1609731" cy="285004"/>
          </a:xfrm>
          <a:prstGeom prst="rect">
            <a:avLst/>
          </a:prstGeom>
          <a:solidFill>
            <a:schemeClr val="accent6">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40*16=640 CAT5E网线15m</a:t>
            </a:r>
            <a:endParaRPr lang="en-US" altLang="zh-CN" sz="1000" dirty="0">
              <a:solidFill>
                <a:prstClr val="black"/>
              </a:solidFill>
              <a:latin typeface="Calibri"/>
              <a:ea typeface="宋体"/>
              <a:sym typeface="+mn-ea"/>
            </a:endParaRPr>
          </a:p>
        </p:txBody>
      </p:sp>
      <p:sp>
        <p:nvSpPr>
          <p:cNvPr id="195" name="文本框 194"/>
          <p:cNvSpPr txBox="1"/>
          <p:nvPr>
            <p:custDataLst>
              <p:tags r:id="rId151"/>
            </p:custDataLst>
          </p:nvPr>
        </p:nvSpPr>
        <p:spPr>
          <a:xfrm>
            <a:off x="5485048" y="1879121"/>
            <a:ext cx="1434971" cy="251901"/>
          </a:xfrm>
          <a:prstGeom prst="rect">
            <a:avLst/>
          </a:prstGeom>
          <a:solidFill>
            <a:schemeClr val="accent5">
              <a:lumMod val="20000"/>
              <a:lumOff val="80000"/>
            </a:schemeClr>
          </a:solidFill>
        </p:spPr>
        <p:txBody>
          <a:bodyPr wrap="square" rtlCol="0" anchor="t">
            <a:noAutofit/>
          </a:bodyPr>
          <a:lstStyle/>
          <a:p>
            <a:pPr algn="ctr" defTabSz="913765">
              <a:defRPr/>
            </a:pPr>
            <a:r>
              <a:rPr lang="en-US" altLang="zh-CN" sz="1000" dirty="0">
                <a:solidFill>
                  <a:prstClr val="black"/>
                </a:solidFill>
                <a:latin typeface="Calibri"/>
                <a:ea typeface="宋体"/>
                <a:sym typeface="+mn-ea"/>
              </a:rPr>
              <a:t>100G-QSFP28-LR4: 4+4 </a:t>
            </a:r>
            <a:endParaRPr lang="en-US" altLang="zh-CN" sz="1000" dirty="0">
              <a:solidFill>
                <a:prstClr val="black"/>
              </a:solidFill>
              <a:latin typeface="Calibri"/>
              <a:ea typeface="宋体"/>
              <a:sym typeface="+mn-ea"/>
            </a:endParaRPr>
          </a:p>
        </p:txBody>
      </p:sp>
      <p:sp>
        <p:nvSpPr>
          <p:cNvPr id="198" name="文本框 197"/>
          <p:cNvSpPr txBox="1"/>
          <p:nvPr>
            <p:custDataLst>
              <p:tags r:id="rId152"/>
            </p:custDataLst>
          </p:nvPr>
        </p:nvSpPr>
        <p:spPr>
          <a:xfrm>
            <a:off x="3898537" y="3099567"/>
            <a:ext cx="1027664" cy="253817"/>
          </a:xfrm>
          <a:prstGeom prst="rect">
            <a:avLst/>
          </a:prstGeom>
          <a:noFill/>
        </p:spPr>
        <p:txBody>
          <a:bodyPr wrap="square" rtlCol="0">
            <a:spAutoFit/>
          </a:bodyPr>
          <a:lstStyle/>
          <a:p>
            <a:pPr defTabSz="913765">
              <a:defRPr/>
            </a:pPr>
            <a:r>
              <a:rPr lang="en-US" altLang="zh-CN" sz="1050" dirty="0">
                <a:solidFill>
                  <a:srgbClr val="00B0F0"/>
                </a:solidFill>
                <a:latin typeface="微软雅黑" panose="020B0503020204020204" pitchFamily="34" charset="-122"/>
                <a:ea typeface="微软雅黑" panose="020B0503020204020204" pitchFamily="34" charset="-122"/>
                <a:sym typeface="+mn-ea"/>
              </a:rPr>
              <a:t>mgt-</a:t>
            </a:r>
            <a:r>
              <a:rPr lang="en-US" altLang="zh-CN" sz="105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1050" b="1" dirty="0">
              <a:solidFill>
                <a:srgbClr val="00B0F0"/>
              </a:solidFill>
              <a:latin typeface="微软雅黑" panose="020B0503020204020204" pitchFamily="34" charset="-122"/>
              <a:ea typeface="微软雅黑" panose="020B0503020204020204" pitchFamily="34" charset="-122"/>
            </a:endParaRPr>
          </a:p>
        </p:txBody>
      </p:sp>
      <p:sp>
        <p:nvSpPr>
          <p:cNvPr id="199" name="文本框 198"/>
          <p:cNvSpPr txBox="1"/>
          <p:nvPr>
            <p:custDataLst>
              <p:tags r:id="rId153"/>
            </p:custDataLst>
          </p:nvPr>
        </p:nvSpPr>
        <p:spPr>
          <a:xfrm>
            <a:off x="4963713" y="3099567"/>
            <a:ext cx="1027664" cy="253817"/>
          </a:xfrm>
          <a:prstGeom prst="rect">
            <a:avLst/>
          </a:prstGeom>
          <a:noFill/>
        </p:spPr>
        <p:txBody>
          <a:bodyPr wrap="square" rtlCol="0">
            <a:spAutoFit/>
          </a:bodyPr>
          <a:lstStyle/>
          <a:p>
            <a:pPr defTabSz="913765">
              <a:defRPr/>
            </a:pPr>
            <a:r>
              <a:rPr lang="en-US" altLang="zh-CN" sz="1050" dirty="0">
                <a:solidFill>
                  <a:srgbClr val="00B0F0"/>
                </a:solidFill>
                <a:latin typeface="微软雅黑" panose="020B0503020204020204" pitchFamily="34" charset="-122"/>
                <a:ea typeface="微软雅黑" panose="020B0503020204020204" pitchFamily="34" charset="-122"/>
                <a:sym typeface="+mn-ea"/>
              </a:rPr>
              <a:t>BMC-</a:t>
            </a:r>
            <a:r>
              <a:rPr lang="en-US" altLang="zh-CN" sz="105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1050" b="1" dirty="0">
              <a:solidFill>
                <a:srgbClr val="00B0F0"/>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7790809" y="223785"/>
            <a:ext cx="4096237" cy="2622515"/>
          </a:xfrm>
          <a:prstGeom prst="rect">
            <a:avLst/>
          </a:prstGeom>
          <a:noFill/>
        </p:spPr>
        <p:txBody>
          <a:bodyPr wrap="square" lIns="0" tIns="0" rIns="0" bIns="0" rtlCol="0">
            <a:spAutoFit/>
          </a:bodyPr>
          <a:lstStyle/>
          <a:p>
            <a:pPr marL="228600" indent="-228600" algn="just" defTabSz="913765">
              <a:lnSpc>
                <a:spcPct val="120000"/>
              </a:lnSpc>
              <a:buFontTx/>
              <a:buAutoNum type="arabicPeriod"/>
              <a:defRPr/>
            </a:pPr>
            <a:r>
              <a:rPr kumimoji="1" lang="zh-CN" altLang="zh-CN" sz="1100" b="1" dirty="0">
                <a:solidFill>
                  <a:srgbClr val="1D1D1A"/>
                </a:solidFill>
                <a:highlight>
                  <a:srgbClr val="FFFF00"/>
                </a:highlight>
                <a:latin typeface="微软雅黑" panose="020B0503020204020204" pitchFamily="34" charset="-122"/>
                <a:ea typeface="微软雅黑" panose="020B0503020204020204" pitchFamily="34" charset="-122"/>
              </a:rPr>
              <a:t>本期项目带内管理网络与业务网络合一使用</a:t>
            </a:r>
            <a:r>
              <a:rPr kumimoji="1" lang="zh-CN" altLang="zh-CN" sz="1100" dirty="0">
                <a:solidFill>
                  <a:srgbClr val="1D1D1A"/>
                </a:solidFill>
                <a:latin typeface="微软雅黑" panose="020B0503020204020204" pitchFamily="34" charset="-122"/>
                <a:ea typeface="微软雅黑" panose="020B0503020204020204" pitchFamily="34" charset="-122"/>
              </a:rPr>
              <a:t>；仅单独设计带外管理网络。管理面整体按</a:t>
            </a:r>
            <a:r>
              <a:rPr kumimoji="1" lang="en-US" altLang="zh-CN" sz="1100" dirty="0">
                <a:solidFill>
                  <a:srgbClr val="1D1D1A"/>
                </a:solidFill>
                <a:latin typeface="微软雅黑" panose="020B0503020204020204" pitchFamily="34" charset="-122"/>
                <a:ea typeface="微软雅黑" panose="020B0503020204020204" pitchFamily="34" charset="-122"/>
              </a:rPr>
              <a:t> 1024 </a:t>
            </a:r>
            <a:r>
              <a:rPr kumimoji="1" lang="zh-CN" altLang="zh-CN" sz="1100" dirty="0">
                <a:solidFill>
                  <a:srgbClr val="1D1D1A"/>
                </a:solidFill>
                <a:latin typeface="微软雅黑" panose="020B0503020204020204" pitchFamily="34" charset="-122"/>
                <a:ea typeface="微软雅黑" panose="020B0503020204020204" pitchFamily="34" charset="-122"/>
              </a:rPr>
              <a:t>卡满配规模规划端口与设备资源，一期</a:t>
            </a:r>
            <a:r>
              <a:rPr kumimoji="1" lang="en-US" altLang="zh-CN" sz="1100" dirty="0">
                <a:solidFill>
                  <a:srgbClr val="1D1D1A"/>
                </a:solidFill>
                <a:latin typeface="微软雅黑" panose="020B0503020204020204" pitchFamily="34" charset="-122"/>
                <a:ea typeface="微软雅黑" panose="020B0503020204020204" pitchFamily="34" charset="-122"/>
              </a:rPr>
              <a:t>512</a:t>
            </a:r>
            <a:r>
              <a:rPr kumimoji="1" lang="zh-CN" altLang="zh-CN" sz="1100" dirty="0">
                <a:solidFill>
                  <a:srgbClr val="1D1D1A"/>
                </a:solidFill>
                <a:latin typeface="微软雅黑" panose="020B0503020204020204" pitchFamily="34" charset="-122"/>
                <a:ea typeface="微软雅黑" panose="020B0503020204020204" pitchFamily="34" charset="-122"/>
              </a:rPr>
              <a:t>卡阶段全量部署核心设备，扩容阶段仅新增接入链路即可</a:t>
            </a:r>
            <a:r>
              <a:rPr kumimoji="1" lang="zh-CN" altLang="en-US" sz="1100" dirty="0">
                <a:solidFill>
                  <a:srgbClr val="1D1D1A"/>
                </a:solidFill>
                <a:latin typeface="微软雅黑" panose="020B0503020204020204" pitchFamily="34" charset="-122"/>
                <a:ea typeface="微软雅黑" panose="020B0503020204020204" pitchFamily="34" charset="-122"/>
              </a:rPr>
              <a:t>。</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BMC</a:t>
            </a:r>
            <a:r>
              <a:rPr kumimoji="1" lang="zh-CN" altLang="zh-CN" sz="1100" dirty="0">
                <a:solidFill>
                  <a:srgbClr val="1D1D1A"/>
                </a:solidFill>
                <a:latin typeface="微软雅黑" panose="020B0503020204020204" pitchFamily="34" charset="-122"/>
                <a:ea typeface="微软雅黑" panose="020B0503020204020204" pitchFamily="34" charset="-122"/>
              </a:rPr>
              <a:t>带外管理：</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AI</a:t>
            </a:r>
            <a:r>
              <a:rPr kumimoji="1" lang="zh-CN" altLang="zh-CN" sz="1100" dirty="0">
                <a:solidFill>
                  <a:srgbClr val="1D1D1A"/>
                </a:solidFill>
                <a:highlight>
                  <a:srgbClr val="FFFF00"/>
                </a:highlight>
                <a:latin typeface="微软雅黑" panose="020B0503020204020204" pitchFamily="34" charset="-122"/>
                <a:ea typeface="微软雅黑" panose="020B0503020204020204" pitchFamily="34" charset="-122"/>
              </a:rPr>
              <a:t>计算柜每柜</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4*10GE</a:t>
            </a:r>
            <a:r>
              <a:rPr kumimoji="1" lang="en-US" altLang="zh-CN" sz="1100" dirty="0">
                <a:solidFill>
                  <a:srgbClr val="1D1D1A"/>
                </a:solidFill>
                <a:latin typeface="微软雅黑" panose="020B0503020204020204" pitchFamily="34" charset="-122"/>
                <a:ea typeface="微软雅黑" panose="020B0503020204020204" pitchFamily="34" charset="-122"/>
              </a:rPr>
              <a:t>+1*GE</a:t>
            </a:r>
            <a:r>
              <a:rPr kumimoji="1" lang="zh-CN" altLang="zh-CN" sz="1100" dirty="0">
                <a:solidFill>
                  <a:srgbClr val="1D1D1A"/>
                </a:solidFill>
                <a:latin typeface="微软雅黑" panose="020B0503020204020204" pitchFamily="34" charset="-122"/>
                <a:ea typeface="微软雅黑" panose="020B0503020204020204" pitchFamily="34" charset="-122"/>
              </a:rPr>
              <a:t>，每个总线设备柜</a:t>
            </a:r>
            <a:r>
              <a:rPr kumimoji="1" lang="en-US" altLang="zh-CN" sz="1100" dirty="0">
                <a:solidFill>
                  <a:srgbClr val="1D1D1A"/>
                </a:solidFill>
                <a:latin typeface="微软雅黑" panose="020B0503020204020204" pitchFamily="34" charset="-122"/>
                <a:ea typeface="微软雅黑" panose="020B0503020204020204" pitchFamily="34" charset="-122"/>
              </a:rPr>
              <a:t>5*GE</a:t>
            </a:r>
            <a:r>
              <a:rPr kumimoji="1" lang="zh-CN" altLang="zh-CN" sz="1100" dirty="0">
                <a:solidFill>
                  <a:srgbClr val="1D1D1A"/>
                </a:solidFill>
                <a:latin typeface="微软雅黑" panose="020B0503020204020204" pitchFamily="34" charset="-122"/>
                <a:ea typeface="微软雅黑" panose="020B0503020204020204" pitchFamily="34" charset="-122"/>
              </a:rPr>
              <a:t>；通用服务器、交换机</a:t>
            </a:r>
            <a:r>
              <a:rPr kumimoji="1" lang="zh-CN" altLang="en-US" sz="1100" dirty="0">
                <a:solidFill>
                  <a:srgbClr val="1D1D1A"/>
                </a:solidFill>
                <a:latin typeface="微软雅黑" panose="020B0503020204020204" pitchFamily="34" charset="-122"/>
                <a:ea typeface="微软雅黑" panose="020B0503020204020204" pitchFamily="34" charset="-122"/>
              </a:rPr>
              <a:t>等</a:t>
            </a:r>
            <a:r>
              <a:rPr kumimoji="1" lang="zh-CN" altLang="zh-CN" sz="1100" dirty="0">
                <a:solidFill>
                  <a:srgbClr val="1D1D1A"/>
                </a:solidFill>
                <a:latin typeface="微软雅黑" panose="020B0503020204020204" pitchFamily="34" charset="-122"/>
                <a:ea typeface="微软雅黑" panose="020B0503020204020204" pitchFamily="34" charset="-122"/>
              </a:rPr>
              <a:t>，每台一个带外管理口连接到带外管理交换机。</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zh-CN" altLang="zh-CN" sz="1100" dirty="0">
                <a:solidFill>
                  <a:srgbClr val="1D1D1A"/>
                </a:solidFill>
                <a:latin typeface="微软雅黑" panose="020B0503020204020204" pitchFamily="34" charset="-122"/>
                <a:ea typeface="微软雅黑" panose="020B0503020204020204" pitchFamily="34" charset="-122"/>
              </a:rPr>
              <a:t>带外</a:t>
            </a:r>
            <a:r>
              <a:rPr kumimoji="1" lang="en-US" altLang="zh-CN" sz="1100" dirty="0">
                <a:solidFill>
                  <a:srgbClr val="1D1D1A"/>
                </a:solidFill>
                <a:latin typeface="微软雅黑" panose="020B0503020204020204" pitchFamily="34" charset="-122"/>
                <a:ea typeface="微软雅黑" panose="020B0503020204020204" pitchFamily="34" charset="-122"/>
              </a:rPr>
              <a:t>GE</a:t>
            </a:r>
            <a:r>
              <a:rPr kumimoji="1" lang="zh-CN" altLang="zh-CN" sz="1100" dirty="0">
                <a:solidFill>
                  <a:srgbClr val="1D1D1A"/>
                </a:solidFill>
                <a:latin typeface="微软雅黑" panose="020B0503020204020204" pitchFamily="34" charset="-122"/>
                <a:ea typeface="微软雅黑" panose="020B0503020204020204" pitchFamily="34" charset="-122"/>
              </a:rPr>
              <a:t>采用</a:t>
            </a:r>
            <a:r>
              <a:rPr kumimoji="1" lang="en-US" altLang="zh-CN" sz="1100" dirty="0">
                <a:solidFill>
                  <a:srgbClr val="1D1D1A"/>
                </a:solidFill>
                <a:latin typeface="微软雅黑" panose="020B0503020204020204" pitchFamily="34" charset="-122"/>
                <a:ea typeface="微软雅黑" panose="020B0503020204020204" pitchFamily="34" charset="-122"/>
              </a:rPr>
              <a:t>MS0</a:t>
            </a:r>
            <a:r>
              <a:rPr kumimoji="1" lang="zh-CN" altLang="zh-CN" sz="1100" dirty="0">
                <a:solidFill>
                  <a:srgbClr val="1D1D1A"/>
                </a:solidFill>
                <a:latin typeface="微软雅黑" panose="020B0503020204020204" pitchFamily="34" charset="-122"/>
                <a:ea typeface="微软雅黑" panose="020B0503020204020204" pitchFamily="34" charset="-122"/>
              </a:rPr>
              <a:t>交换机（每台下行</a:t>
            </a:r>
            <a:r>
              <a:rPr kumimoji="1" lang="en-US" altLang="zh-CN" sz="1100" dirty="0">
                <a:solidFill>
                  <a:srgbClr val="1D1D1A"/>
                </a:solidFill>
                <a:latin typeface="微软雅黑" panose="020B0503020204020204" pitchFamily="34" charset="-122"/>
                <a:ea typeface="微软雅黑" panose="020B0503020204020204" pitchFamily="34" charset="-122"/>
              </a:rPr>
              <a:t>40*GE</a:t>
            </a:r>
            <a:r>
              <a:rPr kumimoji="1" lang="zh-CN" altLang="zh-CN" sz="1100" dirty="0">
                <a:solidFill>
                  <a:srgbClr val="1D1D1A"/>
                </a:solidFill>
                <a:latin typeface="微软雅黑" panose="020B0503020204020204" pitchFamily="34" charset="-122"/>
                <a:ea typeface="微软雅黑" panose="020B0503020204020204" pitchFamily="34" charset="-122"/>
              </a:rPr>
              <a:t>，上行</a:t>
            </a:r>
            <a:r>
              <a:rPr kumimoji="1" lang="en-US" altLang="zh-CN" sz="1100" dirty="0">
                <a:solidFill>
                  <a:srgbClr val="1D1D1A"/>
                </a:solidFill>
                <a:latin typeface="微软雅黑" panose="020B0503020204020204" pitchFamily="34" charset="-122"/>
                <a:ea typeface="微软雅黑" panose="020B0503020204020204" pitchFamily="34" charset="-122"/>
              </a:rPr>
              <a:t>2*10GE </a:t>
            </a:r>
            <a:r>
              <a:rPr kumimoji="1" lang="zh-CN" altLang="zh-CN" sz="1100" dirty="0">
                <a:solidFill>
                  <a:srgbClr val="1D1D1A"/>
                </a:solidFill>
                <a:latin typeface="微软雅黑" panose="020B0503020204020204" pitchFamily="34" charset="-122"/>
                <a:ea typeface="微软雅黑" panose="020B0503020204020204" pitchFamily="34" charset="-122"/>
              </a:rPr>
              <a:t>），共计约</a:t>
            </a:r>
            <a:r>
              <a:rPr kumimoji="1" lang="en-US" altLang="zh-CN" sz="1100" dirty="0">
                <a:solidFill>
                  <a:srgbClr val="1D1D1A"/>
                </a:solidFill>
                <a:latin typeface="微软雅黑" panose="020B0503020204020204" pitchFamily="34" charset="-122"/>
                <a:ea typeface="微软雅黑" panose="020B0503020204020204" pitchFamily="34" charset="-122"/>
              </a:rPr>
              <a:t>8</a:t>
            </a:r>
            <a:r>
              <a:rPr kumimoji="1" lang="zh-CN" altLang="zh-CN" sz="1100" dirty="0">
                <a:solidFill>
                  <a:srgbClr val="1D1D1A"/>
                </a:solidFill>
                <a:latin typeface="微软雅黑" panose="020B0503020204020204" pitchFamily="34" charset="-122"/>
                <a:ea typeface="微软雅黑" panose="020B0503020204020204" pitchFamily="34" charset="-122"/>
              </a:rPr>
              <a:t>台。 带外</a:t>
            </a:r>
            <a:r>
              <a:rPr kumimoji="1" lang="en-US" altLang="zh-CN" sz="1100" dirty="0">
                <a:solidFill>
                  <a:srgbClr val="1D1D1A"/>
                </a:solidFill>
                <a:latin typeface="微软雅黑" panose="020B0503020204020204" pitchFamily="34" charset="-122"/>
                <a:ea typeface="微软雅黑" panose="020B0503020204020204" pitchFamily="34" charset="-122"/>
              </a:rPr>
              <a:t>10GE</a:t>
            </a:r>
            <a:r>
              <a:rPr kumimoji="1" lang="zh-CN" altLang="zh-CN" sz="1100" dirty="0">
                <a:solidFill>
                  <a:srgbClr val="1D1D1A"/>
                </a:solidFill>
                <a:latin typeface="微软雅黑" panose="020B0503020204020204" pitchFamily="34" charset="-122"/>
                <a:ea typeface="微软雅黑" panose="020B0503020204020204" pitchFamily="34" charset="-122"/>
              </a:rPr>
              <a:t>带外接入需要</a:t>
            </a:r>
            <a:r>
              <a:rPr kumimoji="1" lang="en-US" altLang="zh-CN" sz="1100" dirty="0">
                <a:solidFill>
                  <a:srgbClr val="1D1D1A"/>
                </a:solidFill>
                <a:latin typeface="微软雅黑" panose="020B0503020204020204" pitchFamily="34" charset="-122"/>
                <a:ea typeface="微软雅黑" panose="020B0503020204020204" pitchFamily="34" charset="-122"/>
              </a:rPr>
              <a:t>32</a:t>
            </a:r>
            <a:r>
              <a:rPr kumimoji="1" lang="zh-CN" altLang="zh-CN" sz="1100" dirty="0">
                <a:solidFill>
                  <a:srgbClr val="1D1D1A"/>
                </a:solidFill>
                <a:latin typeface="微软雅黑" panose="020B0503020204020204" pitchFamily="34" charset="-122"/>
                <a:ea typeface="微软雅黑" panose="020B0503020204020204" pitchFamily="34" charset="-122"/>
              </a:rPr>
              <a:t>个接口，采用</a:t>
            </a:r>
            <a:r>
              <a:rPr kumimoji="1" lang="en-US" altLang="zh-CN" sz="1100" dirty="0">
                <a:solidFill>
                  <a:srgbClr val="1D1D1A"/>
                </a:solidFill>
                <a:latin typeface="微软雅黑" panose="020B0503020204020204" pitchFamily="34" charset="-122"/>
                <a:ea typeface="微软雅黑" panose="020B0503020204020204" pitchFamily="34" charset="-122"/>
              </a:rPr>
              <a:t>BS0</a:t>
            </a:r>
            <a:r>
              <a:rPr kumimoji="1" lang="zh-CN" altLang="en-US" sz="1100" dirty="0">
                <a:solidFill>
                  <a:srgbClr val="1D1D1A"/>
                </a:solidFill>
                <a:latin typeface="微软雅黑" panose="020B0503020204020204" pitchFamily="34" charset="-122"/>
                <a:ea typeface="微软雅黑" panose="020B0503020204020204" pitchFamily="34" charset="-122"/>
              </a:rPr>
              <a:t>、</a:t>
            </a:r>
            <a:r>
              <a:rPr kumimoji="1" lang="en-US" altLang="zh-CN" sz="1100" dirty="0">
                <a:solidFill>
                  <a:srgbClr val="1D1D1A"/>
                </a:solidFill>
                <a:latin typeface="微软雅黑" panose="020B0503020204020204" pitchFamily="34" charset="-122"/>
                <a:ea typeface="微软雅黑" panose="020B0503020204020204" pitchFamily="34" charset="-122"/>
              </a:rPr>
              <a:t>MS0</a:t>
            </a:r>
            <a:r>
              <a:rPr kumimoji="1" lang="zh-CN" altLang="zh-CN" sz="1100" dirty="0">
                <a:solidFill>
                  <a:srgbClr val="1D1D1A"/>
                </a:solidFill>
                <a:latin typeface="微软雅黑" panose="020B0503020204020204" pitchFamily="34" charset="-122"/>
                <a:ea typeface="微软雅黑" panose="020B0503020204020204" pitchFamily="34" charset="-122"/>
              </a:rPr>
              <a:t>交换机（</a:t>
            </a:r>
            <a:r>
              <a:rPr kumimoji="1" lang="zh-CN" altLang="zh-CN" sz="1100" dirty="0">
                <a:solidFill>
                  <a:srgbClr val="1D1D1A"/>
                </a:solidFill>
                <a:highlight>
                  <a:srgbClr val="FFFF00"/>
                </a:highlight>
                <a:latin typeface="微软雅黑" panose="020B0503020204020204" pitchFamily="34" charset="-122"/>
                <a:ea typeface="微软雅黑" panose="020B0503020204020204" pitchFamily="34" charset="-122"/>
              </a:rPr>
              <a:t>每台下行</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40*GE</a:t>
            </a:r>
            <a:r>
              <a:rPr kumimoji="1" lang="zh-CN" altLang="zh-CN" sz="1100" dirty="0">
                <a:solidFill>
                  <a:srgbClr val="1D1D1A"/>
                </a:solidFill>
                <a:highlight>
                  <a:srgbClr val="FFFF00"/>
                </a:highlight>
                <a:latin typeface="微软雅黑" panose="020B0503020204020204" pitchFamily="34" charset="-122"/>
                <a:ea typeface="微软雅黑" panose="020B0503020204020204" pitchFamily="34" charset="-122"/>
              </a:rPr>
              <a:t>，上行</a:t>
            </a:r>
            <a:r>
              <a:rPr kumimoji="1" lang="en-US" altLang="zh-CN" sz="1100" dirty="0">
                <a:solidFill>
                  <a:srgbClr val="1D1D1A"/>
                </a:solidFill>
                <a:highlight>
                  <a:srgbClr val="FFFF00"/>
                </a:highlight>
                <a:latin typeface="微软雅黑" panose="020B0503020204020204" pitchFamily="34" charset="-122"/>
                <a:ea typeface="微软雅黑" panose="020B0503020204020204" pitchFamily="34" charset="-122"/>
              </a:rPr>
              <a:t>2*10GE </a:t>
            </a:r>
            <a:r>
              <a:rPr kumimoji="1" lang="zh-CN" altLang="zh-CN" sz="1100" dirty="0">
                <a:solidFill>
                  <a:srgbClr val="1D1D1A"/>
                </a:solidFill>
                <a:latin typeface="微软雅黑" panose="020B0503020204020204" pitchFamily="34" charset="-122"/>
                <a:ea typeface="微软雅黑" panose="020B0503020204020204" pitchFamily="34" charset="-122"/>
              </a:rPr>
              <a:t>），共计约</a:t>
            </a:r>
            <a:r>
              <a:rPr kumimoji="1" lang="en-US" altLang="zh-CN" sz="1100" dirty="0">
                <a:solidFill>
                  <a:srgbClr val="1D1D1A"/>
                </a:solidFill>
                <a:latin typeface="微软雅黑" panose="020B0503020204020204" pitchFamily="34" charset="-122"/>
                <a:ea typeface="微软雅黑" panose="020B0503020204020204" pitchFamily="34" charset="-122"/>
              </a:rPr>
              <a:t>16</a:t>
            </a:r>
            <a:r>
              <a:rPr kumimoji="1" lang="zh-CN" altLang="zh-CN" sz="1100" dirty="0">
                <a:solidFill>
                  <a:srgbClr val="1D1D1A"/>
                </a:solidFill>
                <a:latin typeface="微软雅黑" panose="020B0503020204020204" pitchFamily="34" charset="-122"/>
                <a:ea typeface="微软雅黑" panose="020B0503020204020204" pitchFamily="34" charset="-122"/>
              </a:rPr>
              <a:t>台。</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en-US" altLang="zh-CN" sz="1100" dirty="0">
                <a:solidFill>
                  <a:srgbClr val="1D1D1A"/>
                </a:solidFill>
                <a:latin typeface="微软雅黑" panose="020B0503020204020204" pitchFamily="34" charset="-122"/>
                <a:ea typeface="微软雅黑" panose="020B0503020204020204" pitchFamily="34" charset="-122"/>
              </a:rPr>
              <a:t>MSO</a:t>
            </a:r>
            <a:r>
              <a:rPr kumimoji="1" lang="zh-CN" altLang="zh-CN" sz="1100" dirty="0">
                <a:solidFill>
                  <a:srgbClr val="1D1D1A"/>
                </a:solidFill>
                <a:latin typeface="微软雅黑" panose="020B0503020204020204" pitchFamily="34" charset="-122"/>
                <a:ea typeface="微软雅黑" panose="020B0503020204020204" pitchFamily="34" charset="-122"/>
              </a:rPr>
              <a:t>向上连接到</a:t>
            </a:r>
            <a:r>
              <a:rPr kumimoji="1" lang="en-US" altLang="zh-CN" sz="1100" dirty="0">
                <a:solidFill>
                  <a:srgbClr val="1D1D1A"/>
                </a:solidFill>
                <a:latin typeface="微软雅黑" panose="020B0503020204020204" pitchFamily="34" charset="-122"/>
                <a:ea typeface="微软雅黑" panose="020B0503020204020204" pitchFamily="34" charset="-122"/>
              </a:rPr>
              <a:t>MS1</a:t>
            </a:r>
            <a:r>
              <a:rPr kumimoji="1" lang="zh-CN" altLang="zh-CN" sz="1100" dirty="0">
                <a:solidFill>
                  <a:srgbClr val="1D1D1A"/>
                </a:solidFill>
                <a:latin typeface="微软雅黑" panose="020B0503020204020204" pitchFamily="34" charset="-122"/>
                <a:ea typeface="微软雅黑" panose="020B0503020204020204" pitchFamily="34" charset="-122"/>
              </a:rPr>
              <a:t>进行汇聚，</a:t>
            </a:r>
            <a:r>
              <a:rPr kumimoji="1" lang="en-US" altLang="zh-CN" sz="1100" dirty="0">
                <a:solidFill>
                  <a:srgbClr val="1D1D1A"/>
                </a:solidFill>
                <a:latin typeface="微软雅黑" panose="020B0503020204020204" pitchFamily="34" charset="-122"/>
                <a:ea typeface="微软雅黑" panose="020B0503020204020204" pitchFamily="34" charset="-122"/>
              </a:rPr>
              <a:t>MS1</a:t>
            </a:r>
            <a:r>
              <a:rPr kumimoji="1" lang="zh-CN" altLang="zh-CN" sz="1100" dirty="0">
                <a:solidFill>
                  <a:srgbClr val="1D1D1A"/>
                </a:solidFill>
                <a:latin typeface="微软雅黑" panose="020B0503020204020204" pitchFamily="34" charset="-122"/>
                <a:ea typeface="微软雅黑" panose="020B0503020204020204" pitchFamily="34" charset="-122"/>
              </a:rPr>
              <a:t>到</a:t>
            </a:r>
            <a:r>
              <a:rPr kumimoji="1" lang="en-US" altLang="zh-CN" sz="1100" dirty="0">
                <a:solidFill>
                  <a:srgbClr val="1D1D1A"/>
                </a:solidFill>
                <a:latin typeface="微软雅黑" panose="020B0503020204020204" pitchFamily="34" charset="-122"/>
                <a:ea typeface="微软雅黑" panose="020B0503020204020204" pitchFamily="34" charset="-122"/>
              </a:rPr>
              <a:t>MS2</a:t>
            </a:r>
            <a:r>
              <a:rPr kumimoji="1" lang="zh-CN" altLang="zh-CN" sz="1100" dirty="0">
                <a:solidFill>
                  <a:srgbClr val="1D1D1A"/>
                </a:solidFill>
                <a:latin typeface="微软雅黑" panose="020B0503020204020204" pitchFamily="34" charset="-122"/>
                <a:ea typeface="微软雅黑" panose="020B0503020204020204" pitchFamily="34" charset="-122"/>
              </a:rPr>
              <a:t>通过全互联形成</a:t>
            </a:r>
            <a:r>
              <a:rPr kumimoji="1" lang="en-US" altLang="zh-CN" sz="1100" dirty="0">
                <a:solidFill>
                  <a:srgbClr val="1D1D1A"/>
                </a:solidFill>
                <a:latin typeface="微软雅黑" panose="020B0503020204020204" pitchFamily="34" charset="-122"/>
                <a:ea typeface="微软雅黑" panose="020B0503020204020204" pitchFamily="34" charset="-122"/>
              </a:rPr>
              <a:t>BMC POD</a:t>
            </a:r>
            <a:r>
              <a:rPr kumimoji="1" lang="zh-CN" altLang="zh-CN" sz="1100" dirty="0">
                <a:solidFill>
                  <a:srgbClr val="1D1D1A"/>
                </a:solidFill>
                <a:latin typeface="微软雅黑" panose="020B0503020204020204" pitchFamily="34" charset="-122"/>
                <a:ea typeface="微软雅黑" panose="020B0503020204020204" pitchFamily="34" charset="-122"/>
              </a:rPr>
              <a:t>，便于后期平滑扩展。</a:t>
            </a:r>
            <a:endParaRPr kumimoji="1" lang="en-US" altLang="zh-CN" sz="1100" dirty="0">
              <a:solidFill>
                <a:srgbClr val="1D1D1A"/>
              </a:solidFill>
              <a:latin typeface="微软雅黑" panose="020B0503020204020204" pitchFamily="34" charset="-122"/>
              <a:ea typeface="微软雅黑" panose="020B0503020204020204" pitchFamily="34" charset="-122"/>
            </a:endParaRPr>
          </a:p>
          <a:p>
            <a:pPr marL="228600" indent="-228600" algn="just" defTabSz="913765">
              <a:lnSpc>
                <a:spcPct val="120000"/>
              </a:lnSpc>
              <a:buFontTx/>
              <a:buAutoNum type="arabicPeriod"/>
              <a:defRPr/>
            </a:pPr>
            <a:r>
              <a:rPr kumimoji="1" lang="zh-CN" altLang="zh-CN" sz="1100" dirty="0">
                <a:solidFill>
                  <a:srgbClr val="1D1D1A"/>
                </a:solidFill>
                <a:latin typeface="微软雅黑" panose="020B0503020204020204" pitchFamily="34" charset="-122"/>
                <a:ea typeface="微软雅黑" panose="020B0503020204020204" pitchFamily="34" charset="-122"/>
              </a:rPr>
              <a:t>每个</a:t>
            </a:r>
            <a:r>
              <a:rPr kumimoji="1" lang="en-US" altLang="zh-CN" sz="1100" dirty="0">
                <a:solidFill>
                  <a:srgbClr val="1D1D1A"/>
                </a:solidFill>
                <a:latin typeface="微软雅黑" panose="020B0503020204020204" pitchFamily="34" charset="-122"/>
                <a:ea typeface="微软雅黑" panose="020B0503020204020204" pitchFamily="34" charset="-122"/>
              </a:rPr>
              <a:t>BMC POD</a:t>
            </a:r>
            <a:r>
              <a:rPr kumimoji="1" lang="zh-CN" altLang="zh-CN" sz="1100" dirty="0">
                <a:solidFill>
                  <a:srgbClr val="1D1D1A"/>
                </a:solidFill>
                <a:latin typeface="微软雅黑" panose="020B0503020204020204" pitchFamily="34" charset="-122"/>
                <a:ea typeface="微软雅黑" panose="020B0503020204020204" pitchFamily="34" charset="-122"/>
              </a:rPr>
              <a:t>汇聚到</a:t>
            </a:r>
            <a:r>
              <a:rPr kumimoji="1" lang="en-US" altLang="zh-CN" sz="1100" dirty="0">
                <a:solidFill>
                  <a:srgbClr val="1D1D1A"/>
                </a:solidFill>
                <a:latin typeface="微软雅黑" panose="020B0503020204020204" pitchFamily="34" charset="-122"/>
                <a:ea typeface="微软雅黑" panose="020B0503020204020204" pitchFamily="34" charset="-122"/>
              </a:rPr>
              <a:t>MS3</a:t>
            </a:r>
            <a:r>
              <a:rPr kumimoji="1" lang="zh-CN" altLang="zh-CN" sz="1100" dirty="0">
                <a:solidFill>
                  <a:srgbClr val="1D1D1A"/>
                </a:solidFill>
                <a:latin typeface="微软雅黑" panose="020B0503020204020204" pitchFamily="34" charset="-122"/>
                <a:ea typeface="微软雅黑" panose="020B0503020204020204" pitchFamily="34" charset="-122"/>
              </a:rPr>
              <a:t>，最终接入</a:t>
            </a:r>
            <a:r>
              <a:rPr kumimoji="1" lang="en-US" altLang="zh-CN" sz="1100" dirty="0">
                <a:solidFill>
                  <a:srgbClr val="1D1D1A"/>
                </a:solidFill>
                <a:latin typeface="微软雅黑" panose="020B0503020204020204" pitchFamily="34" charset="-122"/>
                <a:ea typeface="微软雅黑" panose="020B0503020204020204" pitchFamily="34" charset="-122"/>
              </a:rPr>
              <a:t>DCI</a:t>
            </a:r>
            <a:r>
              <a:rPr kumimoji="1" lang="zh-CN" altLang="zh-CN" sz="1100" dirty="0">
                <a:solidFill>
                  <a:srgbClr val="1D1D1A"/>
                </a:solidFill>
                <a:latin typeface="微软雅黑" panose="020B0503020204020204" pitchFamily="34" charset="-122"/>
                <a:ea typeface="微软雅黑" panose="020B0503020204020204" pitchFamily="34" charset="-122"/>
              </a:rPr>
              <a:t>实现与专线互联。</a:t>
            </a:r>
            <a:endParaRPr kumimoji="1" lang="zh-CN" altLang="zh-CN" sz="1100" dirty="0">
              <a:solidFill>
                <a:srgbClr val="1D1D1A"/>
              </a:solidFill>
              <a:latin typeface="微软雅黑" panose="020B0503020204020204" pitchFamily="34" charset="-122"/>
              <a:ea typeface="微软雅黑" panose="020B0503020204020204" pitchFamily="34" charset="-122"/>
            </a:endParaRPr>
          </a:p>
        </p:txBody>
      </p:sp>
      <p:grpSp>
        <p:nvGrpSpPr>
          <p:cNvPr id="160" name="组合 159"/>
          <p:cNvGrpSpPr/>
          <p:nvPr/>
        </p:nvGrpSpPr>
        <p:grpSpPr>
          <a:xfrm flipH="1">
            <a:off x="7269909" y="1193822"/>
            <a:ext cx="391094" cy="830673"/>
            <a:chOff x="9959089" y="1437292"/>
            <a:chExt cx="265728" cy="320604"/>
          </a:xfrm>
        </p:grpSpPr>
        <p:sp>
          <p:nvSpPr>
            <p:cNvPr id="162" name="矩形 161"/>
            <p:cNvSpPr/>
            <p:nvPr/>
          </p:nvSpPr>
          <p:spPr>
            <a:xfrm>
              <a:off x="9959089" y="1437292"/>
              <a:ext cx="265728" cy="71245"/>
            </a:xfrm>
            <a:prstGeom prst="rect">
              <a:avLst/>
            </a:prstGeom>
            <a:solidFill>
              <a:srgbClr val="FFFFFF">
                <a:lumMod val="95000"/>
              </a:srgbClr>
            </a:solidFill>
            <a:effectLst>
              <a:outerShdw blurRad="50800" dist="38100" dir="5400000" algn="t" rotWithShape="0">
                <a:prstClr val="black">
                  <a:alpha val="40000"/>
                </a:prstClr>
              </a:outerShdw>
            </a:effectLst>
          </p:spPr>
          <p:txBody>
            <a:bodyPr wrap="square">
              <a:spAutoFit/>
            </a:bodyPr>
            <a:lstStyle/>
            <a:p>
              <a:pPr algn="ctr" defTabSz="913130">
                <a:defRPr/>
              </a:pPr>
              <a:endParaRPr lang="en-US" altLang="zh-CN" sz="600" b="1" kern="0"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endParaRPr>
            </a:p>
          </p:txBody>
        </p:sp>
        <p:sp>
          <p:nvSpPr>
            <p:cNvPr id="163" name="矩形 162"/>
            <p:cNvSpPr/>
            <p:nvPr/>
          </p:nvSpPr>
          <p:spPr>
            <a:xfrm>
              <a:off x="10031539" y="1437292"/>
              <a:ext cx="92476" cy="320604"/>
            </a:xfrm>
            <a:prstGeom prst="rect">
              <a:avLst/>
            </a:prstGeom>
          </p:spPr>
          <p:txBody>
            <a:bodyPr wrap="square">
              <a:spAutoFit/>
            </a:bodyPr>
            <a:lstStyle/>
            <a:p>
              <a:pPr algn="ctr" defTabSz="913130">
                <a:defRPr/>
              </a:pPr>
              <a:r>
                <a:rPr lang="zh-CN" altLang="en-US" sz="1200" b="1"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rPr>
                <a:t>组网说明</a:t>
              </a:r>
              <a:endParaRPr lang="en-US" altLang="zh-CN" sz="1200" b="1" dirty="0">
                <a:solidFill>
                  <a:srgbClr val="C00000"/>
                </a:solidFill>
                <a:latin typeface="Microsoft JhengHei" panose="020B0604030504040204" pitchFamily="34" charset="-120"/>
                <a:ea typeface="Microsoft YaHei UI" panose="020B0503020204020204" pitchFamily="34" charset="-122"/>
                <a:sym typeface="Microsoft JhengHei" panose="020B0604030504040204" pitchFamily="34" charset="-120"/>
              </a:endParaRPr>
            </a:p>
          </p:txBody>
        </p:sp>
      </p:grpSp>
      <p:sp>
        <p:nvSpPr>
          <p:cNvPr id="20" name="文本框 19"/>
          <p:cNvSpPr txBox="1"/>
          <p:nvPr/>
        </p:nvSpPr>
        <p:spPr>
          <a:xfrm>
            <a:off x="535535" y="6018310"/>
            <a:ext cx="1516522" cy="338344"/>
          </a:xfrm>
          <a:prstGeom prst="rect">
            <a:avLst/>
          </a:prstGeom>
          <a:noFill/>
        </p:spPr>
        <p:txBody>
          <a:bodyPr wrap="square" rtlCol="0">
            <a:spAutoFit/>
          </a:bodyPr>
          <a:lstStyle/>
          <a:p>
            <a:pPr defTabSz="914400"/>
            <a:r>
              <a:rPr lang="en-US" altLang="zh-CN" sz="1600" dirty="0">
                <a:solidFill>
                  <a:prstClr val="black"/>
                </a:solidFill>
                <a:latin typeface="微软雅黑" panose="020B0503020204020204" pitchFamily="34" charset="-122"/>
                <a:ea typeface="微软雅黑" panose="020B0503020204020204" pitchFamily="34" charset="-122"/>
              </a:rPr>
              <a:t>HW</a:t>
            </a:r>
            <a:r>
              <a:rPr lang="zh-CN" altLang="en-US" sz="1600" dirty="0">
                <a:solidFill>
                  <a:prstClr val="black"/>
                </a:solidFill>
                <a:latin typeface="微软雅黑" panose="020B0503020204020204" pitchFamily="34" charset="-122"/>
                <a:ea typeface="微软雅黑" panose="020B0503020204020204" pitchFamily="34" charset="-122"/>
              </a:rPr>
              <a:t>配合</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82" name="文本框 181"/>
          <p:cNvSpPr txBox="1"/>
          <p:nvPr/>
        </p:nvSpPr>
        <p:spPr>
          <a:xfrm>
            <a:off x="1116114" y="5096289"/>
            <a:ext cx="1516522" cy="599791"/>
          </a:xfrm>
          <a:prstGeom prst="rect">
            <a:avLst/>
          </a:prstGeom>
          <a:noFill/>
        </p:spPr>
        <p:txBody>
          <a:bodyPr wrap="square" rtlCol="0">
            <a:spAutoFit/>
          </a:bodyPr>
          <a:lstStyle/>
          <a:p>
            <a:pPr defTabSz="914400"/>
            <a:r>
              <a:rPr lang="en-US" altLang="zh-CN" sz="1100" dirty="0">
                <a:solidFill>
                  <a:prstClr val="black"/>
                </a:solidFill>
                <a:latin typeface="微软雅黑" panose="020B0503020204020204" pitchFamily="34" charset="-122"/>
                <a:ea typeface="微软雅黑" panose="020B0503020204020204" pitchFamily="34" charset="-122"/>
              </a:rPr>
              <a:t>2*10GE</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40*GE</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183" name="文本框 182"/>
          <p:cNvSpPr txBox="1"/>
          <p:nvPr/>
        </p:nvSpPr>
        <p:spPr>
          <a:xfrm>
            <a:off x="8101202" y="5096289"/>
            <a:ext cx="1096122" cy="599791"/>
          </a:xfrm>
          <a:prstGeom prst="rect">
            <a:avLst/>
          </a:prstGeom>
          <a:solidFill>
            <a:srgbClr val="FFFF00"/>
          </a:solidFill>
        </p:spPr>
        <p:txBody>
          <a:bodyPr wrap="square" rtlCol="0">
            <a:spAutoFit/>
          </a:bodyPr>
          <a:lstStyle/>
          <a:p>
            <a:pPr defTabSz="914400"/>
            <a:r>
              <a:rPr lang="en-US" altLang="zh-CN" sz="1100" dirty="0">
                <a:solidFill>
                  <a:prstClr val="black"/>
                </a:solidFill>
                <a:latin typeface="微软雅黑" panose="020B0503020204020204" pitchFamily="34" charset="-122"/>
                <a:ea typeface="微软雅黑" panose="020B0503020204020204" pitchFamily="34" charset="-122"/>
              </a:rPr>
              <a:t>2*10GE</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48*GE</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155" name="文本框 154"/>
          <p:cNvSpPr txBox="1"/>
          <p:nvPr/>
        </p:nvSpPr>
        <p:spPr>
          <a:xfrm>
            <a:off x="126001" y="118239"/>
            <a:ext cx="11813202" cy="480792"/>
          </a:xfrm>
          <a:prstGeom prst="rect">
            <a:avLst/>
          </a:prstGeom>
        </p:spPr>
        <p:txBody>
          <a:bodyPr lIns="121835" tIns="60920" rIns="121835" bIns="60920" anchor="ctr"/>
          <a:lstStyle>
            <a:lvl1pPr defTabSz="1187450">
              <a:lnSpc>
                <a:spcPct val="90000"/>
              </a:lnSpc>
              <a:spcBef>
                <a:spcPct val="0"/>
              </a:spcBef>
              <a:buNone/>
              <a:defRPr sz="2400" b="1">
                <a:solidFill>
                  <a:srgbClr val="C00000"/>
                </a:solidFill>
                <a:latin typeface="微软雅黑" panose="020B0503020204020204" pitchFamily="34" charset="-122"/>
                <a:ea typeface="微软雅黑" panose="020B0503020204020204" pitchFamily="34" charset="-122"/>
                <a:cs typeface="+mj-cs"/>
              </a:defRPr>
            </a:lvl1pPr>
          </a:lstStyle>
          <a:p>
            <a:pPr defTabSz="1186815">
              <a:defRPr/>
            </a:pPr>
            <a:r>
              <a:rPr lang="en-US" altLang="zh-CN" sz="2400" kern="0" dirty="0"/>
              <a:t>MGT</a:t>
            </a:r>
            <a:r>
              <a:rPr lang="zh-CN" altLang="en-US" sz="2400" kern="0" dirty="0"/>
              <a:t>网络设计（</a:t>
            </a:r>
            <a:r>
              <a:rPr lang="en-US" altLang="zh-CN" sz="2400" kern="0" dirty="0"/>
              <a:t>ZJ</a:t>
            </a:r>
            <a:r>
              <a:rPr lang="zh-CN" altLang="en-US" sz="2400" kern="0" dirty="0"/>
              <a:t>负责）</a:t>
            </a:r>
            <a:endParaRPr lang="zh-CN" altLang="en-US" sz="2400" kern="0" dirty="0"/>
          </a:p>
        </p:txBody>
      </p:sp>
      <p:sp>
        <p:nvSpPr>
          <p:cNvPr id="176" name="矩形 175"/>
          <p:cNvSpPr/>
          <p:nvPr/>
        </p:nvSpPr>
        <p:spPr>
          <a:xfrm>
            <a:off x="5159219" y="124936"/>
            <a:ext cx="6888915" cy="3090094"/>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400"/>
            <a:r>
              <a:rPr lang="zh-CN" altLang="en-US" sz="1050" b="1" dirty="0">
                <a:solidFill>
                  <a:prstClr val="black"/>
                </a:solidFill>
                <a:latin typeface="微软雅黑" panose="020B0503020204020204" pitchFamily="34" charset="-122"/>
                <a:ea typeface="微软雅黑" panose="020B0503020204020204" pitchFamily="34" charset="-122"/>
              </a:rPr>
              <a:t>互联方式：</a:t>
            </a:r>
            <a:endParaRPr lang="en-US" altLang="zh-CN" sz="1050" b="1" dirty="0">
              <a:solidFill>
                <a:prstClr val="black"/>
              </a:solidFill>
              <a:latin typeface="微软雅黑" panose="020B0503020204020204" pitchFamily="34" charset="-122"/>
              <a:ea typeface="微软雅黑" panose="020B0503020204020204" pitchFamily="34" charset="-122"/>
            </a:endParaRPr>
          </a:p>
          <a:p>
            <a:pPr defTabSz="914400"/>
            <a:r>
              <a:rPr lang="zh-CN" altLang="en-US" sz="1050" dirty="0">
                <a:solidFill>
                  <a:prstClr val="black"/>
                </a:solidFill>
                <a:latin typeface="微软雅黑" panose="020B0503020204020204" pitchFamily="34" charset="-122"/>
                <a:ea typeface="微软雅黑" panose="020B0503020204020204" pitchFamily="34" charset="-122"/>
              </a:rPr>
              <a:t>交换机侧：</a:t>
            </a:r>
            <a:endParaRPr lang="en-US" altLang="zh-CN" sz="1050" dirty="0">
              <a:solidFill>
                <a:prstClr val="black"/>
              </a:solidFill>
              <a:latin typeface="微软雅黑" panose="020B0503020204020204" pitchFamily="34" charset="-122"/>
              <a:ea typeface="微软雅黑" panose="020B0503020204020204" pitchFamily="34" charset="-122"/>
            </a:endParaRPr>
          </a:p>
          <a:p>
            <a:pPr defTabSz="914400"/>
            <a:r>
              <a:rPr lang="en-US" altLang="zh-CN" sz="1050" dirty="0">
                <a:solidFill>
                  <a:prstClr val="black"/>
                </a:solidFill>
                <a:latin typeface="微软雅黑" panose="020B0503020204020204" pitchFamily="34" charset="-122"/>
                <a:ea typeface="微软雅黑" panose="020B0503020204020204" pitchFamily="34" charset="-122"/>
              </a:rPr>
              <a:t>1</a:t>
            </a:r>
            <a:r>
              <a:rPr lang="zh-CN" altLang="en-US" sz="1050" dirty="0">
                <a:solidFill>
                  <a:prstClr val="black"/>
                </a:solidFill>
                <a:latin typeface="微软雅黑" panose="020B0503020204020204" pitchFamily="34" charset="-122"/>
                <a:ea typeface="微软雅黑" panose="020B0503020204020204" pitchFamily="34" charset="-122"/>
              </a:rPr>
              <a:t>、</a:t>
            </a:r>
            <a:r>
              <a:rPr lang="en-US" altLang="zh-CN" sz="1050" dirty="0">
                <a:solidFill>
                  <a:prstClr val="black"/>
                </a:solidFill>
                <a:latin typeface="微软雅黑" panose="020B0503020204020204" pitchFamily="34" charset="-122"/>
                <a:ea typeface="微软雅黑" panose="020B0503020204020204" pitchFamily="34" charset="-122"/>
              </a:rPr>
              <a:t>Switch-MS0</a:t>
            </a:r>
            <a:r>
              <a:rPr lang="zh-CN" altLang="en-US" sz="1050" dirty="0">
                <a:solidFill>
                  <a:prstClr val="black"/>
                </a:solidFill>
                <a:latin typeface="微软雅黑" panose="020B0503020204020204" pitchFamily="34" charset="-122"/>
                <a:ea typeface="微软雅黑" panose="020B0503020204020204" pitchFamily="34" charset="-122"/>
              </a:rPr>
              <a:t>：每灵衢柜出</a:t>
            </a:r>
            <a:r>
              <a:rPr lang="en-US" altLang="zh-CN" sz="1050" dirty="0">
                <a:solidFill>
                  <a:prstClr val="black"/>
                </a:solidFill>
                <a:latin typeface="微软雅黑" panose="020B0503020204020204" pitchFamily="34" charset="-122"/>
                <a:ea typeface="微软雅黑" panose="020B0503020204020204" pitchFamily="34" charset="-122"/>
              </a:rPr>
              <a:t>5*GE</a:t>
            </a:r>
            <a:r>
              <a:rPr lang="zh-CN" altLang="en-US" sz="1050" dirty="0">
                <a:solidFill>
                  <a:prstClr val="black"/>
                </a:solidFill>
                <a:latin typeface="微软雅黑" panose="020B0503020204020204" pitchFamily="34" charset="-122"/>
                <a:ea typeface="微软雅黑" panose="020B0503020204020204" pitchFamily="34" charset="-122"/>
              </a:rPr>
              <a:t>口</a:t>
            </a:r>
            <a:r>
              <a:rPr kumimoji="1" lang="zh-CN" altLang="en-US" sz="1050" dirty="0">
                <a:solidFill>
                  <a:srgbClr val="1D1D1A"/>
                </a:solidFill>
                <a:latin typeface="微软雅黑" panose="020B0503020204020204" pitchFamily="34" charset="-122"/>
                <a:ea typeface="微软雅黑" panose="020B0503020204020204" pitchFamily="34" charset="-122"/>
              </a:rPr>
              <a:t>，共</a:t>
            </a:r>
            <a:r>
              <a:rPr kumimoji="1" lang="en-US" altLang="zh-CN" sz="1050" dirty="0">
                <a:solidFill>
                  <a:srgbClr val="1D1D1A"/>
                </a:solidFill>
                <a:latin typeface="微软雅黑" panose="020B0503020204020204" pitchFamily="34" charset="-122"/>
                <a:ea typeface="微软雅黑" panose="020B0503020204020204" pitchFamily="34" charset="-122"/>
              </a:rPr>
              <a:t>4 </a:t>
            </a:r>
            <a:r>
              <a:rPr kumimoji="1" lang="zh-CN" altLang="zh-CN" sz="1050" dirty="0">
                <a:solidFill>
                  <a:srgbClr val="1D1D1A"/>
                </a:solidFill>
                <a:latin typeface="微软雅黑" panose="020B0503020204020204" pitchFamily="34" charset="-122"/>
                <a:ea typeface="微软雅黑" panose="020B0503020204020204" pitchFamily="34" charset="-122"/>
              </a:rPr>
              <a:t>组</a:t>
            </a:r>
            <a:r>
              <a:rPr kumimoji="1" lang="en-US" altLang="zh-CN" sz="1050" dirty="0">
                <a:solidFill>
                  <a:srgbClr val="1D1D1A"/>
                </a:solidFill>
                <a:latin typeface="微软雅黑" panose="020B0503020204020204" pitchFamily="34" charset="-122"/>
                <a:ea typeface="微软雅黑" panose="020B0503020204020204" pitchFamily="34" charset="-122"/>
              </a:rPr>
              <a:t>20*GE </a:t>
            </a:r>
            <a:r>
              <a:rPr kumimoji="1" lang="zh-CN" altLang="en-US" sz="1050" dirty="0">
                <a:solidFill>
                  <a:srgbClr val="1D1D1A"/>
                </a:solidFill>
                <a:latin typeface="微软雅黑" panose="020B0503020204020204" pitchFamily="34" charset="-122"/>
                <a:ea typeface="微软雅黑" panose="020B0503020204020204" pitchFamily="34" charset="-122"/>
              </a:rPr>
              <a:t>，交叉上行接入</a:t>
            </a:r>
            <a:r>
              <a:rPr kumimoji="1" lang="en-US" altLang="zh-CN" sz="1050" dirty="0">
                <a:solidFill>
                  <a:srgbClr val="1D1D1A"/>
                </a:solidFill>
                <a:latin typeface="微软雅黑" panose="020B0503020204020204" pitchFamily="34" charset="-122"/>
                <a:ea typeface="微软雅黑" panose="020B0503020204020204" pitchFamily="34" charset="-122"/>
              </a:rPr>
              <a:t>8</a:t>
            </a:r>
            <a:r>
              <a:rPr kumimoji="1" lang="zh-CN" altLang="en-US" sz="1050" dirty="0">
                <a:solidFill>
                  <a:srgbClr val="1D1D1A"/>
                </a:solidFill>
                <a:latin typeface="微软雅黑" panose="020B0503020204020204" pitchFamily="34" charset="-122"/>
                <a:ea typeface="微软雅黑" panose="020B0503020204020204" pitchFamily="34" charset="-122"/>
              </a:rPr>
              <a:t>台</a:t>
            </a:r>
            <a:r>
              <a:rPr kumimoji="1" lang="zh-CN" altLang="zh-CN" sz="1050" dirty="0">
                <a:solidFill>
                  <a:srgbClr val="1D1D1A"/>
                </a:solidFill>
                <a:latin typeface="微软雅黑" panose="020B0503020204020204" pitchFamily="34" charset="-122"/>
                <a:ea typeface="微软雅黑" panose="020B0503020204020204" pitchFamily="34" charset="-122"/>
              </a:rPr>
              <a:t> </a:t>
            </a:r>
            <a:r>
              <a:rPr kumimoji="1" lang="en-US" altLang="zh-CN" sz="1050" dirty="0">
                <a:solidFill>
                  <a:srgbClr val="1D1D1A"/>
                </a:solidFill>
                <a:latin typeface="微软雅黑" panose="020B0503020204020204" pitchFamily="34" charset="-122"/>
                <a:ea typeface="微软雅黑" panose="020B0503020204020204" pitchFamily="34" charset="-122"/>
              </a:rPr>
              <a:t>MS0 </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2</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MS0-MS1</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MS0</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 10GE</a:t>
            </a:r>
            <a:r>
              <a:rPr kumimoji="1" lang="zh-CN" altLang="en-US" sz="1050" dirty="0">
                <a:solidFill>
                  <a:srgbClr val="1D1D1A"/>
                </a:solidFill>
                <a:latin typeface="微软雅黑" panose="020B0503020204020204" pitchFamily="34" charset="-122"/>
                <a:ea typeface="微软雅黑" panose="020B0503020204020204" pitchFamily="34" charset="-122"/>
              </a:rPr>
              <a:t>口，共</a:t>
            </a:r>
            <a:r>
              <a:rPr kumimoji="1" lang="en-US" altLang="zh-CN" sz="1050" dirty="0">
                <a:solidFill>
                  <a:srgbClr val="1D1D1A"/>
                </a:solidFill>
                <a:latin typeface="微软雅黑" panose="020B0503020204020204" pitchFamily="34" charset="-122"/>
                <a:ea typeface="微软雅黑" panose="020B0503020204020204" pitchFamily="34" charset="-122"/>
              </a:rPr>
              <a:t>16*10GE</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MS1</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3</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MS1-MS2</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MS1</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4*200GE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MS2</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4</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MS2-MS3</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MS2</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4*200GE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MS3</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5</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MS3-MDCI</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MS3</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4*200GE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MDCI</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6</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server-MS0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：每交换板出</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1</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个</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10GE</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上联到</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MS0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交换机，交叉全互联；</a:t>
            </a:r>
            <a:endPar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endParaRPr>
          </a:p>
          <a:p>
            <a:pPr defTabSz="914400"/>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zh-CN" altLang="en-US" sz="1050" dirty="0">
                <a:solidFill>
                  <a:srgbClr val="1D1D1A"/>
                </a:solidFill>
                <a:latin typeface="微软雅黑" panose="020B0503020204020204" pitchFamily="34" charset="-122"/>
                <a:ea typeface="微软雅黑" panose="020B0503020204020204" pitchFamily="34" charset="-122"/>
              </a:rPr>
              <a:t>服务器侧：</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7</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、交换板</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-BS0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：每交换板出</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2*10GE+1*GE</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上联</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BS0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交换机；</a:t>
            </a:r>
            <a:endPar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8</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BS0-BS1</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BS0</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32*10GE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BS1</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9</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BS1-BS2</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BS1</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4*100GE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BS2</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latin typeface="微软雅黑" panose="020B0503020204020204" pitchFamily="34" charset="-122"/>
                <a:ea typeface="微软雅黑" panose="020B0503020204020204" pitchFamily="34" charset="-122"/>
              </a:rPr>
              <a:t>10</a:t>
            </a:r>
            <a:r>
              <a:rPr kumimoji="1" lang="zh-CN" altLang="en-US" sz="1050" dirty="0">
                <a:solidFill>
                  <a:srgbClr val="1D1D1A"/>
                </a:solidFill>
                <a:latin typeface="微软雅黑" panose="020B0503020204020204" pitchFamily="34" charset="-122"/>
                <a:ea typeface="微软雅黑" panose="020B0503020204020204" pitchFamily="34" charset="-122"/>
              </a:rPr>
              <a:t>、</a:t>
            </a:r>
            <a:r>
              <a:rPr kumimoji="1" lang="en-US" altLang="zh-CN" sz="1050" dirty="0">
                <a:solidFill>
                  <a:srgbClr val="1D1D1A"/>
                </a:solidFill>
                <a:latin typeface="微软雅黑" panose="020B0503020204020204" pitchFamily="34" charset="-122"/>
                <a:ea typeface="微软雅黑" panose="020B0503020204020204" pitchFamily="34" charset="-122"/>
              </a:rPr>
              <a:t>BS2-MS3</a:t>
            </a:r>
            <a:r>
              <a:rPr kumimoji="1" lang="zh-CN" altLang="en-US" sz="1050" dirty="0">
                <a:solidFill>
                  <a:srgbClr val="1D1D1A"/>
                </a:solidFill>
                <a:latin typeface="微软雅黑" panose="020B0503020204020204" pitchFamily="34" charset="-122"/>
                <a:ea typeface="微软雅黑" panose="020B0503020204020204" pitchFamily="34" charset="-122"/>
              </a:rPr>
              <a:t>：每</a:t>
            </a:r>
            <a:r>
              <a:rPr kumimoji="1" lang="en-US" altLang="zh-CN" sz="1050" dirty="0">
                <a:solidFill>
                  <a:srgbClr val="1D1D1A"/>
                </a:solidFill>
                <a:latin typeface="微软雅黑" panose="020B0503020204020204" pitchFamily="34" charset="-122"/>
                <a:ea typeface="微软雅黑" panose="020B0503020204020204" pitchFamily="34" charset="-122"/>
              </a:rPr>
              <a:t>BS2</a:t>
            </a:r>
            <a:r>
              <a:rPr kumimoji="1" lang="zh-CN" altLang="en-US" sz="1050" dirty="0">
                <a:solidFill>
                  <a:srgbClr val="1D1D1A"/>
                </a:solidFill>
                <a:latin typeface="微软雅黑" panose="020B0503020204020204" pitchFamily="34" charset="-122"/>
                <a:ea typeface="微软雅黑" panose="020B0503020204020204" pitchFamily="34" charset="-122"/>
              </a:rPr>
              <a:t>出</a:t>
            </a:r>
            <a:r>
              <a:rPr kumimoji="1" lang="en-US" altLang="zh-CN" sz="1050" dirty="0">
                <a:solidFill>
                  <a:srgbClr val="1D1D1A"/>
                </a:solidFill>
                <a:latin typeface="微软雅黑" panose="020B0503020204020204" pitchFamily="34" charset="-122"/>
                <a:ea typeface="微软雅黑" panose="020B0503020204020204" pitchFamily="34" charset="-122"/>
              </a:rPr>
              <a:t>2*100GE</a:t>
            </a:r>
            <a:r>
              <a:rPr kumimoji="1" lang="zh-CN" altLang="en-US" sz="1050" dirty="0">
                <a:solidFill>
                  <a:srgbClr val="1D1D1A"/>
                </a:solidFill>
                <a:latin typeface="微软雅黑" panose="020B0503020204020204" pitchFamily="34" charset="-122"/>
                <a:ea typeface="微软雅黑" panose="020B0503020204020204" pitchFamily="34" charset="-122"/>
              </a:rPr>
              <a:t> ，共</a:t>
            </a:r>
            <a:r>
              <a:rPr kumimoji="1" lang="en-US" altLang="zh-CN" sz="1050" dirty="0">
                <a:solidFill>
                  <a:srgbClr val="1D1D1A"/>
                </a:solidFill>
                <a:latin typeface="微软雅黑" panose="020B0503020204020204" pitchFamily="34" charset="-122"/>
                <a:ea typeface="微软雅黑" panose="020B0503020204020204" pitchFamily="34" charset="-122"/>
              </a:rPr>
              <a:t>4*100GE</a:t>
            </a:r>
            <a:r>
              <a:rPr kumimoji="1" lang="zh-CN" altLang="en-US" sz="1050" dirty="0">
                <a:solidFill>
                  <a:srgbClr val="1D1D1A"/>
                </a:solidFill>
                <a:latin typeface="微软雅黑" panose="020B0503020204020204" pitchFamily="34" charset="-122"/>
                <a:ea typeface="微软雅黑" panose="020B0503020204020204" pitchFamily="34" charset="-122"/>
              </a:rPr>
              <a:t>上行，</a:t>
            </a:r>
            <a:r>
              <a:rPr kumimoji="1" lang="zh-CN" altLang="zh-CN" sz="1050" dirty="0">
                <a:solidFill>
                  <a:srgbClr val="1D1D1A"/>
                </a:solidFill>
                <a:latin typeface="微软雅黑" panose="020B0503020204020204" pitchFamily="34" charset="-122"/>
                <a:ea typeface="微软雅黑" panose="020B0503020204020204" pitchFamily="34" charset="-122"/>
              </a:rPr>
              <a:t>按照</a:t>
            </a:r>
            <a:r>
              <a:rPr kumimoji="1" lang="en-US" altLang="zh-CN" sz="1050" dirty="0">
                <a:solidFill>
                  <a:srgbClr val="1D1D1A"/>
                </a:solidFill>
                <a:latin typeface="微软雅黑" panose="020B0503020204020204" pitchFamily="34" charset="-122"/>
                <a:ea typeface="微软雅黑" panose="020B0503020204020204" pitchFamily="34" charset="-122"/>
              </a:rPr>
              <a:t>CLOS</a:t>
            </a:r>
            <a:r>
              <a:rPr kumimoji="1" lang="zh-CN" altLang="zh-CN" sz="1050" dirty="0">
                <a:solidFill>
                  <a:srgbClr val="1D1D1A"/>
                </a:solidFill>
                <a:latin typeface="微软雅黑" panose="020B0503020204020204" pitchFamily="34" charset="-122"/>
                <a:ea typeface="微软雅黑" panose="020B0503020204020204" pitchFamily="34" charset="-122"/>
              </a:rPr>
              <a:t>全互联方式进行组网</a:t>
            </a:r>
            <a:r>
              <a:rPr kumimoji="1" lang="zh-CN" altLang="en-US" sz="1050" dirty="0">
                <a:solidFill>
                  <a:srgbClr val="1D1D1A"/>
                </a:solidFill>
                <a:latin typeface="微软雅黑" panose="020B0503020204020204" pitchFamily="34" charset="-122"/>
                <a:ea typeface="微软雅黑" panose="020B0503020204020204" pitchFamily="34" charset="-122"/>
              </a:rPr>
              <a:t>接入</a:t>
            </a:r>
            <a:r>
              <a:rPr kumimoji="1" lang="en-US" altLang="zh-CN" sz="1050" dirty="0">
                <a:solidFill>
                  <a:srgbClr val="1D1D1A"/>
                </a:solidFill>
                <a:latin typeface="微软雅黑" panose="020B0503020204020204" pitchFamily="34" charset="-122"/>
                <a:ea typeface="微软雅黑" panose="020B0503020204020204" pitchFamily="34" charset="-122"/>
              </a:rPr>
              <a:t>MS3</a:t>
            </a:r>
            <a:r>
              <a:rPr kumimoji="1" lang="zh-CN" altLang="en-US" sz="1050" dirty="0">
                <a:solidFill>
                  <a:srgbClr val="1D1D1A"/>
                </a:solidFill>
                <a:latin typeface="微软雅黑" panose="020B0503020204020204" pitchFamily="34" charset="-122"/>
                <a:ea typeface="微软雅黑" panose="020B0503020204020204" pitchFamily="34" charset="-122"/>
              </a:rPr>
              <a:t>交换机；</a:t>
            </a:r>
            <a:endParaRPr kumimoji="1" lang="en-US" altLang="zh-CN" sz="1050" dirty="0">
              <a:solidFill>
                <a:srgbClr val="1D1D1A"/>
              </a:solidFill>
              <a:latin typeface="微软雅黑" panose="020B0503020204020204" pitchFamily="34" charset="-122"/>
              <a:ea typeface="微软雅黑" panose="020B0503020204020204" pitchFamily="34" charset="-122"/>
            </a:endParaRPr>
          </a:p>
          <a:p>
            <a:pPr defTabSz="914400"/>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11</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CCAE/</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跳板机</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-BS0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：每服务器出</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1*GE</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MGT</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带外口），共</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5*GE</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口上联</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8</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个</a:t>
            </a:r>
            <a:r>
              <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rPr>
              <a:t>BS0</a:t>
            </a:r>
            <a:r>
              <a:rPr kumimoji="1" lang="zh-CN" altLang="en-US" sz="1050" dirty="0">
                <a:solidFill>
                  <a:srgbClr val="1D1D1A"/>
                </a:solidFill>
                <a:highlight>
                  <a:srgbClr val="FFFF00"/>
                </a:highlight>
                <a:latin typeface="微软雅黑" panose="020B0503020204020204" pitchFamily="34" charset="-122"/>
                <a:ea typeface="微软雅黑" panose="020B0503020204020204" pitchFamily="34" charset="-122"/>
              </a:rPr>
              <a:t>交换机；</a:t>
            </a:r>
            <a:endParaRPr kumimoji="1" lang="en-US" altLang="zh-CN" sz="1050" dirty="0">
              <a:solidFill>
                <a:srgbClr val="1D1D1A"/>
              </a:solidFill>
              <a:highlight>
                <a:srgbClr val="FFFF00"/>
              </a:highlight>
              <a:latin typeface="微软雅黑" panose="020B0503020204020204" pitchFamily="34" charset="-122"/>
              <a:ea typeface="微软雅黑" panose="020B0503020204020204" pitchFamily="34" charset="-122"/>
            </a:endParaRPr>
          </a:p>
          <a:p>
            <a:pPr defTabSz="914400"/>
            <a:endParaRPr kumimoji="1" lang="en-US" altLang="zh-CN" sz="1050" dirty="0">
              <a:solidFill>
                <a:srgbClr val="1D1D1A"/>
              </a:solidFill>
              <a:latin typeface="微软雅黑" panose="020B0503020204020204" pitchFamily="34" charset="-122"/>
              <a:ea typeface="微软雅黑" panose="020B0503020204020204" pitchFamily="34" charset="-122"/>
            </a:endParaRPr>
          </a:p>
        </p:txBody>
      </p:sp>
      <p:cxnSp>
        <p:nvCxnSpPr>
          <p:cNvPr id="79" name="直接连接符 78"/>
          <p:cNvCxnSpPr>
            <a:endCxn id="4" idx="2"/>
          </p:cNvCxnSpPr>
          <p:nvPr/>
        </p:nvCxnSpPr>
        <p:spPr>
          <a:xfrm flipH="1" flipV="1">
            <a:off x="4506693" y="5347222"/>
            <a:ext cx="780743" cy="71282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a:stCxn id="104" idx="0"/>
            <a:endCxn id="3" idx="2"/>
          </p:cNvCxnSpPr>
          <p:nvPr/>
        </p:nvCxnSpPr>
        <p:spPr>
          <a:xfrm flipH="1" flipV="1">
            <a:off x="3720237" y="5352935"/>
            <a:ext cx="2411105" cy="72742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00" name="矩形 199"/>
          <p:cNvSpPr/>
          <p:nvPr/>
        </p:nvSpPr>
        <p:spPr>
          <a:xfrm>
            <a:off x="8120340" y="5820097"/>
            <a:ext cx="1657337" cy="681753"/>
          </a:xfrm>
          <a:prstGeom prst="rect">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7" tIns="45703" rIns="91407" bIns="45703" numCol="1" spcCol="0" rtlCol="0" fromWordArt="0" anchor="ctr" anchorCtr="0" forceAA="0" compatLnSpc="1">
            <a:noAutofit/>
          </a:bodyPr>
          <a:lstStyle/>
          <a:p>
            <a:pPr algn="ctr" defTabSz="914400"/>
            <a:endParaRPr lang="zh-CN" altLang="en-US">
              <a:solidFill>
                <a:prstClr val="white"/>
              </a:solidFill>
              <a:latin typeface="等线"/>
              <a:ea typeface="等线" panose="02010600030101010101" pitchFamily="2" charset="-122"/>
            </a:endParaRPr>
          </a:p>
        </p:txBody>
      </p:sp>
      <p:pic>
        <p:nvPicPr>
          <p:cNvPr id="201" name="图片 200" descr="通用服务器-蓝.png"/>
          <p:cNvPicPr>
            <a:picLocks noChangeAspect="1"/>
          </p:cNvPicPr>
          <p:nvPr>
            <p:custDataLst>
              <p:tags r:id="rId154"/>
            </p:custDataLst>
          </p:nvPr>
        </p:nvPicPr>
        <p:blipFill>
          <a:blip r:embed="rId92" cstate="print"/>
          <a:stretch>
            <a:fillRect/>
          </a:stretch>
        </p:blipFill>
        <p:spPr>
          <a:xfrm>
            <a:off x="8339804" y="5940166"/>
            <a:ext cx="367521" cy="264692"/>
          </a:xfrm>
          <a:prstGeom prst="rect">
            <a:avLst/>
          </a:prstGeom>
        </p:spPr>
      </p:pic>
      <p:sp>
        <p:nvSpPr>
          <p:cNvPr id="202" name="文本框 201"/>
          <p:cNvSpPr txBox="1"/>
          <p:nvPr>
            <p:custDataLst>
              <p:tags r:id="rId155"/>
            </p:custDataLst>
          </p:nvPr>
        </p:nvSpPr>
        <p:spPr>
          <a:xfrm>
            <a:off x="8248197" y="6179713"/>
            <a:ext cx="610458" cy="275482"/>
          </a:xfrm>
          <a:prstGeom prst="rect">
            <a:avLst/>
          </a:prstGeom>
          <a:noFill/>
        </p:spPr>
        <p:txBody>
          <a:bodyPr wrap="square" rtlCol="0">
            <a:spAutoFit/>
          </a:bodyPr>
          <a:lstStyle/>
          <a:p>
            <a:pPr algn="ctr" defTabSz="913765">
              <a:defRPr/>
            </a:pPr>
            <a:r>
              <a:rPr lang="en-US" altLang="zh-CN" sz="1200" dirty="0">
                <a:solidFill>
                  <a:prstClr val="black"/>
                </a:solidFill>
                <a:latin typeface="微软雅黑" panose="020B0503020204020204" pitchFamily="34" charset="-122"/>
                <a:ea typeface="微软雅黑" panose="020B0503020204020204" pitchFamily="34" charset="-122"/>
              </a:rPr>
              <a:t>CCAE</a:t>
            </a:r>
            <a:endParaRPr lang="en-US" altLang="zh-CN" sz="1200" dirty="0">
              <a:solidFill>
                <a:prstClr val="black"/>
              </a:solidFill>
              <a:latin typeface="微软雅黑" panose="020B0503020204020204" pitchFamily="34" charset="-122"/>
              <a:ea typeface="微软雅黑" panose="020B0503020204020204" pitchFamily="34" charset="-122"/>
            </a:endParaRPr>
          </a:p>
        </p:txBody>
      </p:sp>
      <p:pic>
        <p:nvPicPr>
          <p:cNvPr id="203" name="图片 202" descr="通用服务器-蓝.png"/>
          <p:cNvPicPr>
            <a:picLocks noChangeAspect="1"/>
          </p:cNvPicPr>
          <p:nvPr>
            <p:custDataLst>
              <p:tags r:id="rId156"/>
            </p:custDataLst>
          </p:nvPr>
        </p:nvPicPr>
        <p:blipFill>
          <a:blip r:embed="rId92" cstate="print"/>
          <a:stretch>
            <a:fillRect/>
          </a:stretch>
        </p:blipFill>
        <p:spPr>
          <a:xfrm>
            <a:off x="9125149" y="5940166"/>
            <a:ext cx="367521" cy="264692"/>
          </a:xfrm>
          <a:prstGeom prst="rect">
            <a:avLst/>
          </a:prstGeom>
        </p:spPr>
      </p:pic>
      <p:sp>
        <p:nvSpPr>
          <p:cNvPr id="204" name="文本框 203"/>
          <p:cNvSpPr txBox="1"/>
          <p:nvPr>
            <p:custDataLst>
              <p:tags r:id="rId157"/>
            </p:custDataLst>
          </p:nvPr>
        </p:nvSpPr>
        <p:spPr>
          <a:xfrm>
            <a:off x="8964918" y="6179714"/>
            <a:ext cx="747706" cy="276899"/>
          </a:xfrm>
          <a:prstGeom prst="rect">
            <a:avLst/>
          </a:prstGeom>
          <a:noFill/>
        </p:spPr>
        <p:txBody>
          <a:bodyPr wrap="square" rtlCol="0">
            <a:spAutoFit/>
          </a:bodyPr>
          <a:lstStyle>
            <a:defPPr>
              <a:defRPr lang="en-US"/>
            </a:defPPr>
            <a:lvl1pPr marR="0" lvl="0" indent="0" algn="ctr" defTabSz="914400" fontAlgn="auto">
              <a:lnSpc>
                <a:spcPct val="10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Calibri"/>
                <a:ea typeface="宋体"/>
              </a:defRPr>
            </a:lvl1pPr>
          </a:lstStyle>
          <a:p>
            <a:pPr defTabSz="913765"/>
            <a:r>
              <a:rPr lang="zh-CN" altLang="en-US" dirty="0"/>
              <a:t>跳板机</a:t>
            </a:r>
            <a:endParaRPr lang="en-US" altLang="zh-CN" dirty="0"/>
          </a:p>
        </p:txBody>
      </p:sp>
      <p:cxnSp>
        <p:nvCxnSpPr>
          <p:cNvPr id="205" name="直接连接符 204"/>
          <p:cNvCxnSpPr>
            <a:stCxn id="201" idx="0"/>
            <a:endCxn id="48" idx="2"/>
          </p:cNvCxnSpPr>
          <p:nvPr/>
        </p:nvCxnSpPr>
        <p:spPr>
          <a:xfrm flipH="1" flipV="1">
            <a:off x="7708384" y="5347220"/>
            <a:ext cx="815182" cy="592946"/>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a:stCxn id="203" idx="0"/>
            <a:endCxn id="48" idx="2"/>
          </p:cNvCxnSpPr>
          <p:nvPr/>
        </p:nvCxnSpPr>
        <p:spPr>
          <a:xfrm flipH="1" flipV="1">
            <a:off x="7708382" y="5347220"/>
            <a:ext cx="1600528" cy="592946"/>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655841" y="841878"/>
            <a:ext cx="3089903" cy="1139810"/>
          </a:xfrm>
          <a:prstGeom prst="rect">
            <a:avLst/>
          </a:prstGeom>
          <a:solidFill>
            <a:schemeClr val="tx2"/>
          </a:solidFill>
          <a:ln w="9525" cap="flat" cmpd="sng" algn="ctr">
            <a:solidFill>
              <a:srgbClr val="00B0F0"/>
            </a:solidFill>
            <a:prstDash val="solid"/>
          </a:ln>
          <a:effectLst/>
        </p:spPr>
        <p:txBody>
          <a:bodyPr rot="0" spcFirstLastPara="0" vertOverflow="overflow" horzOverflow="overflow" vert="horz" wrap="square" lIns="91350" tIns="45674" rIns="91350" bIns="45674" numCol="1" spcCol="0" rtlCol="0" fromWordArt="0" anchor="ctr" anchorCtr="0" forceAA="0" compatLnSpc="1">
            <a:noAutofit/>
          </a:bodyPr>
          <a:lstStyle/>
          <a:p>
            <a:pPr algn="ctr" defTabSz="913130"/>
            <a:endParaRPr lang="zh-CN" altLang="en-US" sz="2400" kern="0" dirty="0">
              <a:solidFill>
                <a:srgbClr val="666666"/>
              </a:solidFill>
              <a:latin typeface="微软雅黑"/>
              <a:ea typeface="微软雅黑"/>
              <a:cs typeface="+mn-ea"/>
              <a:sym typeface="+mn-lt"/>
            </a:endParaRPr>
          </a:p>
        </p:txBody>
      </p:sp>
      <p:sp>
        <p:nvSpPr>
          <p:cNvPr id="3" name="标题 2"/>
          <p:cNvSpPr>
            <a:spLocks noGrp="1"/>
          </p:cNvSpPr>
          <p:nvPr>
            <p:ph type="title"/>
          </p:nvPr>
        </p:nvSpPr>
        <p:spPr>
          <a:xfrm>
            <a:off x="551737" y="253204"/>
            <a:ext cx="11266027" cy="504592"/>
          </a:xfrm>
        </p:spPr>
        <p:txBody>
          <a:bodyPr/>
          <a:lstStyle/>
          <a:p>
            <a:r>
              <a:rPr lang="en-US" altLang="zh-CN" dirty="0"/>
              <a:t>MGT</a:t>
            </a:r>
            <a:r>
              <a:rPr lang="zh-CN" altLang="en-US" dirty="0"/>
              <a:t>网络</a:t>
            </a:r>
            <a:r>
              <a:rPr lang="zh-CN" altLang="en-US" sz="1600" dirty="0"/>
              <a:t>：</a:t>
            </a:r>
            <a:r>
              <a:rPr kumimoji="1" lang="en-US" altLang="zh-CN" sz="1800" dirty="0"/>
              <a:t> </a:t>
            </a:r>
            <a:r>
              <a:rPr kumimoji="1" lang="en-US" altLang="zh-CN" sz="1600" dirty="0"/>
              <a:t>ZJ</a:t>
            </a:r>
            <a:r>
              <a:rPr kumimoji="1" lang="zh-CN" altLang="en-US" sz="1600" dirty="0"/>
              <a:t>规划组网</a:t>
            </a:r>
            <a:r>
              <a:rPr kumimoji="1" lang="en-US" altLang="zh-CN" sz="1600" dirty="0"/>
              <a:t>&amp;</a:t>
            </a:r>
            <a:r>
              <a:rPr kumimoji="1" lang="zh-CN" altLang="en-US" sz="1600" dirty="0"/>
              <a:t>水平布线端接，</a:t>
            </a:r>
            <a:r>
              <a:rPr kumimoji="1" lang="en-US" altLang="zh-CN" sz="1600" dirty="0"/>
              <a:t>KT </a:t>
            </a:r>
            <a:r>
              <a:rPr kumimoji="1" lang="zh-CN" altLang="en-US" sz="1600" dirty="0"/>
              <a:t>负责</a:t>
            </a:r>
            <a:r>
              <a:rPr kumimoji="1" lang="en-US" altLang="zh-CN" sz="1600" dirty="0"/>
              <a:t>MS0/BS0-Server</a:t>
            </a:r>
            <a:r>
              <a:rPr kumimoji="1" lang="zh-CN" altLang="en-US" sz="1600" dirty="0"/>
              <a:t>布线端接，</a:t>
            </a:r>
            <a:r>
              <a:rPr kumimoji="1" lang="en-US" altLang="zh-CN" sz="1600" dirty="0"/>
              <a:t>HW</a:t>
            </a:r>
            <a:r>
              <a:rPr kumimoji="1" lang="zh-CN" altLang="en-US" sz="1600" dirty="0"/>
              <a:t> 负责</a:t>
            </a:r>
            <a:r>
              <a:rPr kumimoji="1" lang="en-US" altLang="zh-CN" sz="1600" dirty="0"/>
              <a:t>Server</a:t>
            </a:r>
            <a:r>
              <a:rPr kumimoji="1" lang="zh-CN" altLang="en-US" sz="1600" dirty="0"/>
              <a:t>网卡基础配置</a:t>
            </a:r>
            <a:endParaRPr kumimoji="1" lang="zh-CN" altLang="en-US" sz="1800" dirty="0">
              <a:cs typeface="+mn-cs"/>
            </a:endParaRPr>
          </a:p>
        </p:txBody>
      </p:sp>
      <p:sp>
        <p:nvSpPr>
          <p:cNvPr id="6" name="文本框 5"/>
          <p:cNvSpPr txBox="1"/>
          <p:nvPr>
            <p:custDataLst>
              <p:tags r:id="rId1"/>
            </p:custDataLst>
          </p:nvPr>
        </p:nvSpPr>
        <p:spPr>
          <a:xfrm>
            <a:off x="551738" y="773541"/>
            <a:ext cx="1104105" cy="646079"/>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MS0</a:t>
            </a:r>
            <a:r>
              <a:rPr lang="en-US" altLang="zh-CN" sz="1200" dirty="0">
                <a:solidFill>
                  <a:prstClr val="black"/>
                </a:solidFill>
                <a:latin typeface="Calibri"/>
                <a:ea typeface="宋体"/>
              </a:rPr>
              <a:t>:LS-5590-48T4XC-EI-H3*8</a:t>
            </a:r>
            <a:endParaRPr lang="en-US" altLang="zh-CN" sz="1200" dirty="0">
              <a:solidFill>
                <a:prstClr val="black"/>
              </a:solidFill>
              <a:latin typeface="Calibri"/>
              <a:ea typeface="宋体"/>
            </a:endParaRPr>
          </a:p>
        </p:txBody>
      </p:sp>
      <p:sp>
        <p:nvSpPr>
          <p:cNvPr id="7" name="文本框 6"/>
          <p:cNvSpPr txBox="1"/>
          <p:nvPr/>
        </p:nvSpPr>
        <p:spPr>
          <a:xfrm>
            <a:off x="551736" y="1381896"/>
            <a:ext cx="1516522" cy="599791"/>
          </a:xfrm>
          <a:prstGeom prst="rect">
            <a:avLst/>
          </a:prstGeom>
          <a:noFill/>
        </p:spPr>
        <p:txBody>
          <a:bodyPr wrap="square" rtlCol="0">
            <a:spAutoFit/>
          </a:bodyPr>
          <a:lstStyle/>
          <a:p>
            <a:pPr defTabSz="914400"/>
            <a:r>
              <a:rPr lang="en-US" altLang="zh-CN" sz="1100" dirty="0">
                <a:solidFill>
                  <a:prstClr val="black"/>
                </a:solidFill>
                <a:latin typeface="微软雅黑" panose="020B0503020204020204" pitchFamily="34" charset="-122"/>
                <a:ea typeface="微软雅黑" panose="020B0503020204020204" pitchFamily="34" charset="-122"/>
              </a:rPr>
              <a:t>2*10GE</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a:t>
            </a:r>
            <a:endParaRPr lang="en-US" altLang="zh-CN" sz="1100" dirty="0">
              <a:solidFill>
                <a:prstClr val="black"/>
              </a:solidFill>
              <a:latin typeface="微软雅黑" panose="020B0503020204020204" pitchFamily="34" charset="-122"/>
              <a:ea typeface="微软雅黑" panose="020B0503020204020204" pitchFamily="34" charset="-122"/>
            </a:endParaRPr>
          </a:p>
          <a:p>
            <a:pPr defTabSz="914400"/>
            <a:r>
              <a:rPr lang="en-US" altLang="zh-CN" sz="1100" dirty="0">
                <a:solidFill>
                  <a:prstClr val="black"/>
                </a:solidFill>
                <a:latin typeface="微软雅黑" panose="020B0503020204020204" pitchFamily="34" charset="-122"/>
                <a:ea typeface="微软雅黑" panose="020B0503020204020204" pitchFamily="34" charset="-122"/>
              </a:rPr>
              <a:t>40*GE</a:t>
            </a:r>
            <a:endParaRPr lang="en-US" altLang="zh-CN" sz="1100" dirty="0">
              <a:solidFill>
                <a:prstClr val="black"/>
              </a:solidFill>
              <a:latin typeface="微软雅黑" panose="020B0503020204020204" pitchFamily="34" charset="-122"/>
              <a:ea typeface="微软雅黑" panose="020B0503020204020204" pitchFamily="34" charset="-122"/>
            </a:endParaRPr>
          </a:p>
        </p:txBody>
      </p:sp>
      <p:pic>
        <p:nvPicPr>
          <p:cNvPr id="8" name="图片 7" descr="TOR交换机-蓝.png"/>
          <p:cNvPicPr>
            <a:picLocks noChangeAspect="1"/>
          </p:cNvPicPr>
          <p:nvPr>
            <p:custDataLst>
              <p:tags r:id="rId2"/>
            </p:custDataLst>
          </p:nvPr>
        </p:nvPicPr>
        <p:blipFill>
          <a:blip r:embed="rId3" cstate="print"/>
          <a:stretch>
            <a:fillRect/>
          </a:stretch>
        </p:blipFill>
        <p:spPr>
          <a:xfrm>
            <a:off x="2056006" y="1273945"/>
            <a:ext cx="368156" cy="291351"/>
          </a:xfrm>
          <a:prstGeom prst="rect">
            <a:avLst/>
          </a:prstGeom>
        </p:spPr>
      </p:pic>
      <p:pic>
        <p:nvPicPr>
          <p:cNvPr id="12" name="图片 11" descr="TOR交换机-蓝.png"/>
          <p:cNvPicPr>
            <a:picLocks noChangeAspect="1"/>
          </p:cNvPicPr>
          <p:nvPr>
            <p:custDataLst>
              <p:tags r:id="rId4"/>
            </p:custDataLst>
          </p:nvPr>
        </p:nvPicPr>
        <p:blipFill>
          <a:blip r:embed="rId3" cstate="print"/>
          <a:stretch>
            <a:fillRect/>
          </a:stretch>
        </p:blipFill>
        <p:spPr>
          <a:xfrm>
            <a:off x="2570290" y="1273945"/>
            <a:ext cx="368156" cy="291351"/>
          </a:xfrm>
          <a:prstGeom prst="rect">
            <a:avLst/>
          </a:prstGeom>
        </p:spPr>
      </p:pic>
      <p:pic>
        <p:nvPicPr>
          <p:cNvPr id="19" name="图片 18" descr="TOR交换机-蓝.png"/>
          <p:cNvPicPr>
            <a:picLocks noChangeAspect="1"/>
          </p:cNvPicPr>
          <p:nvPr>
            <p:custDataLst>
              <p:tags r:id="rId5"/>
            </p:custDataLst>
          </p:nvPr>
        </p:nvPicPr>
        <p:blipFill>
          <a:blip r:embed="rId3" cstate="print"/>
          <a:stretch>
            <a:fillRect/>
          </a:stretch>
        </p:blipFill>
        <p:spPr>
          <a:xfrm>
            <a:off x="3598223" y="1273945"/>
            <a:ext cx="368156" cy="291351"/>
          </a:xfrm>
          <a:prstGeom prst="rect">
            <a:avLst/>
          </a:prstGeom>
        </p:spPr>
      </p:pic>
      <p:pic>
        <p:nvPicPr>
          <p:cNvPr id="20" name="图片 19" descr="TOR交换机-蓝.png"/>
          <p:cNvPicPr>
            <a:picLocks noChangeAspect="1"/>
          </p:cNvPicPr>
          <p:nvPr>
            <p:custDataLst>
              <p:tags r:id="rId6"/>
            </p:custDataLst>
          </p:nvPr>
        </p:nvPicPr>
        <p:blipFill>
          <a:blip r:embed="rId3" cstate="print"/>
          <a:stretch>
            <a:fillRect/>
          </a:stretch>
        </p:blipFill>
        <p:spPr>
          <a:xfrm>
            <a:off x="4112508" y="1273945"/>
            <a:ext cx="368156" cy="291351"/>
          </a:xfrm>
          <a:prstGeom prst="rect">
            <a:avLst/>
          </a:prstGeom>
        </p:spPr>
      </p:pic>
      <p:sp>
        <p:nvSpPr>
          <p:cNvPr id="21" name="文本框 20"/>
          <p:cNvSpPr txBox="1"/>
          <p:nvPr>
            <p:custDataLst>
              <p:tags r:id="rId7"/>
            </p:custDataLst>
          </p:nvPr>
        </p:nvSpPr>
        <p:spPr>
          <a:xfrm>
            <a:off x="3084573" y="1253219"/>
            <a:ext cx="36752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a:t>
            </a:r>
            <a:endParaRPr lang="en-US" altLang="zh-CN" sz="1200" dirty="0">
              <a:solidFill>
                <a:prstClr val="black"/>
              </a:solidFill>
              <a:latin typeface="Calibri"/>
              <a:ea typeface="宋体"/>
            </a:endParaRPr>
          </a:p>
        </p:txBody>
      </p:sp>
      <p:sp>
        <p:nvSpPr>
          <p:cNvPr id="22" name="文本框 21"/>
          <p:cNvSpPr txBox="1"/>
          <p:nvPr>
            <p:custDataLst>
              <p:tags r:id="rId8"/>
            </p:custDataLst>
          </p:nvPr>
        </p:nvSpPr>
        <p:spPr>
          <a:xfrm>
            <a:off x="3782753" y="857552"/>
            <a:ext cx="1027664" cy="253817"/>
          </a:xfrm>
          <a:prstGeom prst="rect">
            <a:avLst/>
          </a:prstGeom>
          <a:noFill/>
        </p:spPr>
        <p:txBody>
          <a:bodyPr wrap="square" rtlCol="0">
            <a:spAutoFit/>
          </a:bodyPr>
          <a:lstStyle/>
          <a:p>
            <a:pPr defTabSz="913765">
              <a:defRPr/>
            </a:pPr>
            <a:r>
              <a:rPr lang="en-US" altLang="zh-CN" sz="1050" dirty="0">
                <a:solidFill>
                  <a:srgbClr val="00B0F0"/>
                </a:solidFill>
                <a:latin typeface="微软雅黑" panose="020B0503020204020204" pitchFamily="34" charset="-122"/>
                <a:ea typeface="微软雅黑" panose="020B0503020204020204" pitchFamily="34" charset="-122"/>
                <a:sym typeface="+mn-ea"/>
              </a:rPr>
              <a:t>mgt-</a:t>
            </a:r>
            <a:r>
              <a:rPr lang="en-US" altLang="zh-CN" sz="105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1050" b="1" dirty="0">
              <a:solidFill>
                <a:srgbClr val="00B0F0"/>
              </a:solidFill>
              <a:latin typeface="微软雅黑" panose="020B0503020204020204" pitchFamily="34" charset="-122"/>
              <a:ea typeface="微软雅黑" panose="020B0503020204020204" pitchFamily="34" charset="-122"/>
            </a:endParaRPr>
          </a:p>
        </p:txBody>
      </p:sp>
      <p:sp>
        <p:nvSpPr>
          <p:cNvPr id="23" name="矩形 22"/>
          <p:cNvSpPr/>
          <p:nvPr/>
        </p:nvSpPr>
        <p:spPr>
          <a:xfrm>
            <a:off x="5172462" y="841878"/>
            <a:ext cx="5368459" cy="1139810"/>
          </a:xfrm>
          <a:prstGeom prst="rect">
            <a:avLst/>
          </a:prstGeom>
          <a:solidFill>
            <a:schemeClr val="tx2"/>
          </a:solidFill>
          <a:ln w="9525" cap="flat" cmpd="sng" algn="ctr">
            <a:solidFill>
              <a:srgbClr val="00B0F0"/>
            </a:solidFill>
            <a:prstDash val="solid"/>
          </a:ln>
          <a:effectLst/>
        </p:spPr>
        <p:txBody>
          <a:bodyPr rot="0" spcFirstLastPara="0" vertOverflow="overflow" horzOverflow="overflow" vert="horz" wrap="square" lIns="91350" tIns="45674" rIns="91350" bIns="45674" numCol="1" spcCol="0" rtlCol="0" fromWordArt="0" anchor="ctr" anchorCtr="0" forceAA="0" compatLnSpc="1">
            <a:noAutofit/>
          </a:bodyPr>
          <a:lstStyle/>
          <a:p>
            <a:pPr algn="ctr" defTabSz="913130"/>
            <a:endParaRPr lang="zh-CN" altLang="en-US" sz="2400" kern="0" dirty="0">
              <a:solidFill>
                <a:srgbClr val="666666"/>
              </a:solidFill>
              <a:latin typeface="微软雅黑"/>
              <a:ea typeface="微软雅黑"/>
              <a:cs typeface="+mn-ea"/>
              <a:sym typeface="+mn-lt"/>
            </a:endParaRPr>
          </a:p>
        </p:txBody>
      </p:sp>
      <p:pic>
        <p:nvPicPr>
          <p:cNvPr id="24" name="图片 23" descr="TOR交换机-蓝.png"/>
          <p:cNvPicPr>
            <a:picLocks noChangeAspect="1"/>
          </p:cNvPicPr>
          <p:nvPr>
            <p:custDataLst>
              <p:tags r:id="rId9"/>
            </p:custDataLst>
          </p:nvPr>
        </p:nvPicPr>
        <p:blipFill>
          <a:blip r:embed="rId3" cstate="print"/>
          <a:stretch>
            <a:fillRect/>
          </a:stretch>
        </p:blipFill>
        <p:spPr>
          <a:xfrm>
            <a:off x="6602259" y="1273945"/>
            <a:ext cx="368156" cy="291351"/>
          </a:xfrm>
          <a:prstGeom prst="rect">
            <a:avLst/>
          </a:prstGeom>
        </p:spPr>
      </p:pic>
      <p:pic>
        <p:nvPicPr>
          <p:cNvPr id="25" name="图片 24" descr="TOR交换机-蓝.png"/>
          <p:cNvPicPr>
            <a:picLocks noChangeAspect="1"/>
          </p:cNvPicPr>
          <p:nvPr>
            <p:custDataLst>
              <p:tags r:id="rId10"/>
            </p:custDataLst>
          </p:nvPr>
        </p:nvPicPr>
        <p:blipFill>
          <a:blip r:embed="rId3" cstate="print"/>
          <a:stretch>
            <a:fillRect/>
          </a:stretch>
        </p:blipFill>
        <p:spPr>
          <a:xfrm>
            <a:off x="7132399" y="1273945"/>
            <a:ext cx="368156" cy="291351"/>
          </a:xfrm>
          <a:prstGeom prst="rect">
            <a:avLst/>
          </a:prstGeom>
        </p:spPr>
      </p:pic>
      <p:pic>
        <p:nvPicPr>
          <p:cNvPr id="26" name="图片 25" descr="TOR交换机-蓝.png"/>
          <p:cNvPicPr>
            <a:picLocks noChangeAspect="1"/>
          </p:cNvPicPr>
          <p:nvPr>
            <p:custDataLst>
              <p:tags r:id="rId11"/>
            </p:custDataLst>
          </p:nvPr>
        </p:nvPicPr>
        <p:blipFill>
          <a:blip r:embed="rId3" cstate="print"/>
          <a:stretch>
            <a:fillRect/>
          </a:stretch>
        </p:blipFill>
        <p:spPr>
          <a:xfrm>
            <a:off x="8192045" y="1273945"/>
            <a:ext cx="368156" cy="291351"/>
          </a:xfrm>
          <a:prstGeom prst="rect">
            <a:avLst/>
          </a:prstGeom>
        </p:spPr>
      </p:pic>
      <p:pic>
        <p:nvPicPr>
          <p:cNvPr id="27" name="图片 26" descr="TOR交换机-蓝.png"/>
          <p:cNvPicPr>
            <a:picLocks noChangeAspect="1"/>
          </p:cNvPicPr>
          <p:nvPr>
            <p:custDataLst>
              <p:tags r:id="rId12"/>
            </p:custDataLst>
          </p:nvPr>
        </p:nvPicPr>
        <p:blipFill>
          <a:blip r:embed="rId3" cstate="print"/>
          <a:stretch>
            <a:fillRect/>
          </a:stretch>
        </p:blipFill>
        <p:spPr>
          <a:xfrm>
            <a:off x="8722185" y="1273945"/>
            <a:ext cx="368156" cy="291351"/>
          </a:xfrm>
          <a:prstGeom prst="rect">
            <a:avLst/>
          </a:prstGeom>
        </p:spPr>
      </p:pic>
      <p:sp>
        <p:nvSpPr>
          <p:cNvPr id="28" name="文本框 27"/>
          <p:cNvSpPr txBox="1"/>
          <p:nvPr>
            <p:custDataLst>
              <p:tags r:id="rId13"/>
            </p:custDataLst>
          </p:nvPr>
        </p:nvSpPr>
        <p:spPr>
          <a:xfrm>
            <a:off x="7662538" y="1253219"/>
            <a:ext cx="367521" cy="275482"/>
          </a:xfrm>
          <a:prstGeom prst="rect">
            <a:avLst/>
          </a:prstGeom>
          <a:noFill/>
        </p:spPr>
        <p:txBody>
          <a:bodyPr wrap="square" rtlCol="0">
            <a:spAutoFit/>
          </a:bodyPr>
          <a:lstStyle/>
          <a:p>
            <a:pPr defTabSz="913765">
              <a:defRPr/>
            </a:pPr>
            <a:r>
              <a:rPr lang="en-US" altLang="zh-CN" sz="1200" dirty="0">
                <a:solidFill>
                  <a:prstClr val="black"/>
                </a:solidFill>
                <a:latin typeface="Calibri"/>
                <a:ea typeface="宋体"/>
              </a:rPr>
              <a:t>...</a:t>
            </a:r>
            <a:endParaRPr lang="en-US" altLang="zh-CN" sz="1200" dirty="0">
              <a:solidFill>
                <a:prstClr val="black"/>
              </a:solidFill>
              <a:latin typeface="Calibri"/>
              <a:ea typeface="宋体"/>
            </a:endParaRPr>
          </a:p>
        </p:txBody>
      </p:sp>
      <p:pic>
        <p:nvPicPr>
          <p:cNvPr id="29" name="图片 28" descr="TOR交换机-蓝.png"/>
          <p:cNvPicPr>
            <a:picLocks noChangeAspect="1"/>
          </p:cNvPicPr>
          <p:nvPr>
            <p:custDataLst>
              <p:tags r:id="rId14"/>
            </p:custDataLst>
          </p:nvPr>
        </p:nvPicPr>
        <p:blipFill>
          <a:blip r:embed="rId3" cstate="print"/>
          <a:stretch>
            <a:fillRect/>
          </a:stretch>
        </p:blipFill>
        <p:spPr>
          <a:xfrm>
            <a:off x="5541978" y="1273945"/>
            <a:ext cx="368156" cy="291351"/>
          </a:xfrm>
          <a:prstGeom prst="rect">
            <a:avLst/>
          </a:prstGeom>
        </p:spPr>
      </p:pic>
      <p:pic>
        <p:nvPicPr>
          <p:cNvPr id="30" name="图片 29" descr="TOR交换机-蓝.png"/>
          <p:cNvPicPr>
            <a:picLocks noChangeAspect="1"/>
          </p:cNvPicPr>
          <p:nvPr>
            <p:custDataLst>
              <p:tags r:id="rId15"/>
            </p:custDataLst>
          </p:nvPr>
        </p:nvPicPr>
        <p:blipFill>
          <a:blip r:embed="rId3" cstate="print"/>
          <a:stretch>
            <a:fillRect/>
          </a:stretch>
        </p:blipFill>
        <p:spPr>
          <a:xfrm>
            <a:off x="6072118" y="1273945"/>
            <a:ext cx="368156" cy="291351"/>
          </a:xfrm>
          <a:prstGeom prst="rect">
            <a:avLst/>
          </a:prstGeom>
        </p:spPr>
      </p:pic>
      <p:pic>
        <p:nvPicPr>
          <p:cNvPr id="31" name="图片 30" descr="TOR交换机-蓝.png"/>
          <p:cNvPicPr>
            <a:picLocks noChangeAspect="1"/>
          </p:cNvPicPr>
          <p:nvPr>
            <p:custDataLst>
              <p:tags r:id="rId16"/>
            </p:custDataLst>
          </p:nvPr>
        </p:nvPicPr>
        <p:blipFill>
          <a:blip r:embed="rId3" cstate="print"/>
          <a:stretch>
            <a:fillRect/>
          </a:stretch>
        </p:blipFill>
        <p:spPr>
          <a:xfrm>
            <a:off x="9252325" y="1273945"/>
            <a:ext cx="368156" cy="291351"/>
          </a:xfrm>
          <a:prstGeom prst="rect">
            <a:avLst/>
          </a:prstGeom>
        </p:spPr>
      </p:pic>
      <p:pic>
        <p:nvPicPr>
          <p:cNvPr id="32" name="图片 31" descr="TOR交换机-蓝.png"/>
          <p:cNvPicPr>
            <a:picLocks noChangeAspect="1"/>
          </p:cNvPicPr>
          <p:nvPr>
            <p:custDataLst>
              <p:tags r:id="rId17"/>
            </p:custDataLst>
          </p:nvPr>
        </p:nvPicPr>
        <p:blipFill>
          <a:blip r:embed="rId3" cstate="print"/>
          <a:stretch>
            <a:fillRect/>
          </a:stretch>
        </p:blipFill>
        <p:spPr>
          <a:xfrm>
            <a:off x="9782468" y="1273945"/>
            <a:ext cx="368156" cy="291351"/>
          </a:xfrm>
          <a:prstGeom prst="rect">
            <a:avLst/>
          </a:prstGeom>
        </p:spPr>
      </p:pic>
      <p:sp>
        <p:nvSpPr>
          <p:cNvPr id="33" name="文本框 32"/>
          <p:cNvSpPr txBox="1"/>
          <p:nvPr>
            <p:custDataLst>
              <p:tags r:id="rId18"/>
            </p:custDataLst>
          </p:nvPr>
        </p:nvSpPr>
        <p:spPr>
          <a:xfrm>
            <a:off x="9480704" y="876910"/>
            <a:ext cx="1027664" cy="253817"/>
          </a:xfrm>
          <a:prstGeom prst="rect">
            <a:avLst/>
          </a:prstGeom>
          <a:noFill/>
        </p:spPr>
        <p:txBody>
          <a:bodyPr wrap="square" rtlCol="0">
            <a:spAutoFit/>
          </a:bodyPr>
          <a:lstStyle/>
          <a:p>
            <a:pPr defTabSz="913765">
              <a:defRPr/>
            </a:pPr>
            <a:r>
              <a:rPr lang="en-US" altLang="zh-CN" sz="1050" dirty="0">
                <a:solidFill>
                  <a:srgbClr val="00B0F0"/>
                </a:solidFill>
                <a:latin typeface="微软雅黑" panose="020B0503020204020204" pitchFamily="34" charset="-122"/>
                <a:ea typeface="微软雅黑" panose="020B0503020204020204" pitchFamily="34" charset="-122"/>
                <a:sym typeface="+mn-ea"/>
              </a:rPr>
              <a:t>BMC-</a:t>
            </a:r>
            <a:r>
              <a:rPr lang="en-US" altLang="zh-CN" sz="1050" dirty="0" err="1">
                <a:solidFill>
                  <a:srgbClr val="00B0F0"/>
                </a:solidFill>
                <a:latin typeface="微软雅黑" panose="020B0503020204020204" pitchFamily="34" charset="-122"/>
                <a:ea typeface="微软雅黑" panose="020B0503020204020204" pitchFamily="34" charset="-122"/>
                <a:sym typeface="+mn-ea"/>
              </a:rPr>
              <a:t>bigpod</a:t>
            </a:r>
            <a:endParaRPr lang="zh-CN" altLang="en-US" sz="1050" b="1" dirty="0">
              <a:solidFill>
                <a:srgbClr val="00B0F0"/>
              </a:solidFill>
              <a:latin typeface="微软雅黑" panose="020B0503020204020204" pitchFamily="34" charset="-122"/>
              <a:ea typeface="微软雅黑" panose="020B0503020204020204" pitchFamily="34" charset="-122"/>
            </a:endParaRPr>
          </a:p>
        </p:txBody>
      </p:sp>
      <p:sp>
        <p:nvSpPr>
          <p:cNvPr id="34" name="文本框 33"/>
          <p:cNvSpPr txBox="1"/>
          <p:nvPr>
            <p:custDataLst>
              <p:tags r:id="rId19"/>
            </p:custDataLst>
          </p:nvPr>
        </p:nvSpPr>
        <p:spPr>
          <a:xfrm>
            <a:off x="10579792" y="768631"/>
            <a:ext cx="1157665" cy="646097"/>
          </a:xfrm>
          <a:prstGeom prst="rect">
            <a:avLst/>
          </a:prstGeom>
          <a:noFill/>
        </p:spPr>
        <p:txBody>
          <a:bodyPr wrap="square" rtlCol="0">
            <a:spAutoFit/>
          </a:bodyPr>
          <a:lstStyle/>
          <a:p>
            <a:pPr defTabSz="913765">
              <a:defRPr/>
            </a:pPr>
            <a:r>
              <a:rPr lang="en-US" altLang="zh-CN" sz="1200" b="1" dirty="0">
                <a:solidFill>
                  <a:prstClr val="black"/>
                </a:solidFill>
                <a:latin typeface="Calibri"/>
                <a:ea typeface="宋体"/>
              </a:rPr>
              <a:t>BS0</a:t>
            </a:r>
            <a:r>
              <a:rPr lang="en-US" altLang="zh-CN" sz="1200" dirty="0">
                <a:solidFill>
                  <a:prstClr val="black"/>
                </a:solidFill>
                <a:latin typeface="Calibri"/>
                <a:ea typeface="宋体"/>
              </a:rPr>
              <a:t>:LS-5590-48T4XC-EI-H3*16</a:t>
            </a:r>
            <a:endParaRPr lang="en-US" altLang="zh-CN" sz="1200" dirty="0">
              <a:solidFill>
                <a:prstClr val="black"/>
              </a:solidFill>
              <a:latin typeface="Calibri"/>
              <a:ea typeface="宋体"/>
            </a:endParaRPr>
          </a:p>
        </p:txBody>
      </p:sp>
      <p:sp>
        <p:nvSpPr>
          <p:cNvPr id="35" name="文本框 34"/>
          <p:cNvSpPr txBox="1"/>
          <p:nvPr/>
        </p:nvSpPr>
        <p:spPr>
          <a:xfrm>
            <a:off x="10623914" y="1390960"/>
            <a:ext cx="1096122" cy="59979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defRPr kumimoji="0" sz="110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defTabSz="914400"/>
            <a:r>
              <a:rPr lang="en-US" altLang="zh-CN" dirty="0"/>
              <a:t>2*10GE</a:t>
            </a:r>
            <a:endParaRPr lang="en-US" altLang="zh-CN" dirty="0"/>
          </a:p>
          <a:p>
            <a:pPr defTabSz="914400"/>
            <a:r>
              <a:rPr lang="en-US" altLang="zh-CN" dirty="0"/>
              <a:t>----</a:t>
            </a:r>
            <a:endParaRPr lang="en-US" altLang="zh-CN" dirty="0"/>
          </a:p>
          <a:p>
            <a:pPr defTabSz="914400"/>
            <a:r>
              <a:rPr lang="en-US" altLang="zh-CN"/>
              <a:t>48*GE</a:t>
            </a:r>
            <a:endParaRPr lang="en-US" altLang="zh-CN" dirty="0"/>
          </a:p>
        </p:txBody>
      </p:sp>
      <p:pic>
        <p:nvPicPr>
          <p:cNvPr id="5122" name="Picture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42608" y="2916641"/>
            <a:ext cx="4889227" cy="13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 name="表格 41"/>
          <p:cNvGraphicFramePr>
            <a:graphicFrameLocks noGrp="1"/>
          </p:cNvGraphicFramePr>
          <p:nvPr/>
        </p:nvGraphicFramePr>
        <p:xfrm>
          <a:off x="4801279" y="4286129"/>
          <a:ext cx="6633685" cy="2227176"/>
        </p:xfrm>
        <a:graphic>
          <a:graphicData uri="http://schemas.openxmlformats.org/drawingml/2006/table">
            <a:tbl>
              <a:tblPr firstRow="1" bandRow="1"/>
              <a:tblGrid>
                <a:gridCol w="945893"/>
                <a:gridCol w="892715"/>
                <a:gridCol w="4795077"/>
              </a:tblGrid>
              <a:tr h="382128">
                <a:tc>
                  <a:txBody>
                    <a:bodyPr/>
                    <a:lstStyle>
                      <a:lvl1pPr marL="0" algn="l" defTabSz="1187450" rtl="0" eaLnBrk="1" latinLnBrk="0" hangingPunct="1">
                        <a:defRPr sz="2340" b="1" kern="1200">
                          <a:solidFill>
                            <a:schemeClr val="bg1"/>
                          </a:solidFill>
                          <a:latin typeface="Calibri"/>
                        </a:defRPr>
                      </a:lvl1pPr>
                      <a:lvl2pPr marL="593090" algn="l" defTabSz="1187450" rtl="0" eaLnBrk="1" latinLnBrk="0" hangingPunct="1">
                        <a:defRPr sz="2340" b="1" kern="1200">
                          <a:solidFill>
                            <a:schemeClr val="bg1"/>
                          </a:solidFill>
                          <a:latin typeface="Calibri"/>
                        </a:defRPr>
                      </a:lvl2pPr>
                      <a:lvl3pPr marL="1187450" algn="l" defTabSz="1187450" rtl="0" eaLnBrk="1" latinLnBrk="0" hangingPunct="1">
                        <a:defRPr sz="2340" b="1" kern="1200">
                          <a:solidFill>
                            <a:schemeClr val="bg1"/>
                          </a:solidFill>
                          <a:latin typeface="Calibri"/>
                        </a:defRPr>
                      </a:lvl3pPr>
                      <a:lvl4pPr marL="1780540" algn="l" defTabSz="1187450" rtl="0" eaLnBrk="1" latinLnBrk="0" hangingPunct="1">
                        <a:defRPr sz="2340" b="1" kern="1200">
                          <a:solidFill>
                            <a:schemeClr val="bg1"/>
                          </a:solidFill>
                          <a:latin typeface="Calibri"/>
                        </a:defRPr>
                      </a:lvl4pPr>
                      <a:lvl5pPr marL="2373630" algn="l" defTabSz="1187450" rtl="0" eaLnBrk="1" latinLnBrk="0" hangingPunct="1">
                        <a:defRPr sz="2340" b="1" kern="1200">
                          <a:solidFill>
                            <a:schemeClr val="bg1"/>
                          </a:solidFill>
                          <a:latin typeface="Calibri"/>
                        </a:defRPr>
                      </a:lvl5pPr>
                      <a:lvl6pPr marL="2966720" algn="l" defTabSz="1187450" rtl="0" eaLnBrk="1" latinLnBrk="0" hangingPunct="1">
                        <a:defRPr sz="2340" b="1" kern="1200">
                          <a:solidFill>
                            <a:schemeClr val="bg1"/>
                          </a:solidFill>
                          <a:latin typeface="Calibri"/>
                        </a:defRPr>
                      </a:lvl6pPr>
                      <a:lvl7pPr marL="3561080" algn="l" defTabSz="1187450" rtl="0" eaLnBrk="1" latinLnBrk="0" hangingPunct="1">
                        <a:defRPr sz="2340" b="1" kern="1200">
                          <a:solidFill>
                            <a:schemeClr val="bg1"/>
                          </a:solidFill>
                          <a:latin typeface="Calibri"/>
                        </a:defRPr>
                      </a:lvl7pPr>
                      <a:lvl8pPr marL="4154170" algn="l" defTabSz="1187450" rtl="0" eaLnBrk="1" latinLnBrk="0" hangingPunct="1">
                        <a:defRPr sz="2340" b="1" kern="1200">
                          <a:solidFill>
                            <a:schemeClr val="bg1"/>
                          </a:solidFill>
                          <a:latin typeface="Calibri"/>
                        </a:defRPr>
                      </a:lvl8pPr>
                      <a:lvl9pPr marL="4747260" algn="l" defTabSz="1187450" rtl="0" eaLnBrk="1" latinLnBrk="0" hangingPunct="1">
                        <a:defRPr sz="2340" b="1" kern="1200">
                          <a:solidFill>
                            <a:schemeClr val="bg1"/>
                          </a:solidFill>
                          <a:latin typeface="Calibri"/>
                        </a:defRPr>
                      </a:lvl9pPr>
                    </a:lstStyle>
                    <a:p>
                      <a:pPr algn="ctr"/>
                      <a:r>
                        <a:rPr lang="zh-CN" altLang="en-US" sz="1000" dirty="0">
                          <a:solidFill>
                            <a:schemeClr val="tx1"/>
                          </a:solidFill>
                          <a:latin typeface="微软雅黑" panose="020B0503020204020204" pitchFamily="34" charset="-122"/>
                          <a:ea typeface="微软雅黑" panose="020B0503020204020204" pitchFamily="34" charset="-122"/>
                        </a:rPr>
                        <a:t>名称</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b="1" kern="1200">
                          <a:solidFill>
                            <a:schemeClr val="bg1"/>
                          </a:solidFill>
                          <a:latin typeface="Calibri"/>
                        </a:defRPr>
                      </a:lvl1pPr>
                      <a:lvl2pPr marL="593090" algn="l" defTabSz="1187450" rtl="0" eaLnBrk="1" latinLnBrk="0" hangingPunct="1">
                        <a:defRPr sz="2340" b="1" kern="1200">
                          <a:solidFill>
                            <a:schemeClr val="bg1"/>
                          </a:solidFill>
                          <a:latin typeface="Calibri"/>
                        </a:defRPr>
                      </a:lvl2pPr>
                      <a:lvl3pPr marL="1187450" algn="l" defTabSz="1187450" rtl="0" eaLnBrk="1" latinLnBrk="0" hangingPunct="1">
                        <a:defRPr sz="2340" b="1" kern="1200">
                          <a:solidFill>
                            <a:schemeClr val="bg1"/>
                          </a:solidFill>
                          <a:latin typeface="Calibri"/>
                        </a:defRPr>
                      </a:lvl3pPr>
                      <a:lvl4pPr marL="1780540" algn="l" defTabSz="1187450" rtl="0" eaLnBrk="1" latinLnBrk="0" hangingPunct="1">
                        <a:defRPr sz="2340" b="1" kern="1200">
                          <a:solidFill>
                            <a:schemeClr val="bg1"/>
                          </a:solidFill>
                          <a:latin typeface="Calibri"/>
                        </a:defRPr>
                      </a:lvl4pPr>
                      <a:lvl5pPr marL="2373630" algn="l" defTabSz="1187450" rtl="0" eaLnBrk="1" latinLnBrk="0" hangingPunct="1">
                        <a:defRPr sz="2340" b="1" kern="1200">
                          <a:solidFill>
                            <a:schemeClr val="bg1"/>
                          </a:solidFill>
                          <a:latin typeface="Calibri"/>
                        </a:defRPr>
                      </a:lvl5pPr>
                      <a:lvl6pPr marL="2966720" algn="l" defTabSz="1187450" rtl="0" eaLnBrk="1" latinLnBrk="0" hangingPunct="1">
                        <a:defRPr sz="2340" b="1" kern="1200">
                          <a:solidFill>
                            <a:schemeClr val="bg1"/>
                          </a:solidFill>
                          <a:latin typeface="Calibri"/>
                        </a:defRPr>
                      </a:lvl6pPr>
                      <a:lvl7pPr marL="3561080" algn="l" defTabSz="1187450" rtl="0" eaLnBrk="1" latinLnBrk="0" hangingPunct="1">
                        <a:defRPr sz="2340" b="1" kern="1200">
                          <a:solidFill>
                            <a:schemeClr val="bg1"/>
                          </a:solidFill>
                          <a:latin typeface="Calibri"/>
                        </a:defRPr>
                      </a:lvl7pPr>
                      <a:lvl8pPr marL="4154170" algn="l" defTabSz="1187450" rtl="0" eaLnBrk="1" latinLnBrk="0" hangingPunct="1">
                        <a:defRPr sz="2340" b="1" kern="1200">
                          <a:solidFill>
                            <a:schemeClr val="bg1"/>
                          </a:solidFill>
                          <a:latin typeface="Calibri"/>
                        </a:defRPr>
                      </a:lvl8pPr>
                      <a:lvl9pPr marL="4747260" algn="l" defTabSz="1187450" rtl="0" eaLnBrk="1" latinLnBrk="0" hangingPunct="1">
                        <a:defRPr sz="2340" b="1" kern="1200">
                          <a:solidFill>
                            <a:schemeClr val="bg1"/>
                          </a:solidFill>
                          <a:latin typeface="Calibri"/>
                        </a:defRPr>
                      </a:lvl9pPr>
                    </a:lstStyle>
                    <a:p>
                      <a:pPr algn="ctr"/>
                      <a:r>
                        <a:rPr lang="zh-CN" altLang="en-US" sz="1000" dirty="0">
                          <a:solidFill>
                            <a:schemeClr val="tx1"/>
                          </a:solidFill>
                          <a:latin typeface="微软雅黑" panose="020B0503020204020204" pitchFamily="34" charset="-122"/>
                          <a:ea typeface="微软雅黑" panose="020B0503020204020204" pitchFamily="34" charset="-122"/>
                        </a:rPr>
                        <a:t>规格</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b="1" kern="1200">
                          <a:solidFill>
                            <a:schemeClr val="bg1"/>
                          </a:solidFill>
                          <a:latin typeface="Calibri"/>
                        </a:defRPr>
                      </a:lvl1pPr>
                      <a:lvl2pPr marL="593090" algn="l" defTabSz="1187450" rtl="0" eaLnBrk="1" latinLnBrk="0" hangingPunct="1">
                        <a:defRPr sz="2340" b="1" kern="1200">
                          <a:solidFill>
                            <a:schemeClr val="bg1"/>
                          </a:solidFill>
                          <a:latin typeface="Calibri"/>
                        </a:defRPr>
                      </a:lvl2pPr>
                      <a:lvl3pPr marL="1187450" algn="l" defTabSz="1187450" rtl="0" eaLnBrk="1" latinLnBrk="0" hangingPunct="1">
                        <a:defRPr sz="2340" b="1" kern="1200">
                          <a:solidFill>
                            <a:schemeClr val="bg1"/>
                          </a:solidFill>
                          <a:latin typeface="Calibri"/>
                        </a:defRPr>
                      </a:lvl3pPr>
                      <a:lvl4pPr marL="1780540" algn="l" defTabSz="1187450" rtl="0" eaLnBrk="1" latinLnBrk="0" hangingPunct="1">
                        <a:defRPr sz="2340" b="1" kern="1200">
                          <a:solidFill>
                            <a:schemeClr val="bg1"/>
                          </a:solidFill>
                          <a:latin typeface="Calibri"/>
                        </a:defRPr>
                      </a:lvl4pPr>
                      <a:lvl5pPr marL="2373630" algn="l" defTabSz="1187450" rtl="0" eaLnBrk="1" latinLnBrk="0" hangingPunct="1">
                        <a:defRPr sz="2340" b="1" kern="1200">
                          <a:solidFill>
                            <a:schemeClr val="bg1"/>
                          </a:solidFill>
                          <a:latin typeface="Calibri"/>
                        </a:defRPr>
                      </a:lvl5pPr>
                      <a:lvl6pPr marL="2966720" algn="l" defTabSz="1187450" rtl="0" eaLnBrk="1" latinLnBrk="0" hangingPunct="1">
                        <a:defRPr sz="2340" b="1" kern="1200">
                          <a:solidFill>
                            <a:schemeClr val="bg1"/>
                          </a:solidFill>
                          <a:latin typeface="Calibri"/>
                        </a:defRPr>
                      </a:lvl6pPr>
                      <a:lvl7pPr marL="3561080" algn="l" defTabSz="1187450" rtl="0" eaLnBrk="1" latinLnBrk="0" hangingPunct="1">
                        <a:defRPr sz="2340" b="1" kern="1200">
                          <a:solidFill>
                            <a:schemeClr val="bg1"/>
                          </a:solidFill>
                          <a:latin typeface="Calibri"/>
                        </a:defRPr>
                      </a:lvl7pPr>
                      <a:lvl8pPr marL="4154170" algn="l" defTabSz="1187450" rtl="0" eaLnBrk="1" latinLnBrk="0" hangingPunct="1">
                        <a:defRPr sz="2340" b="1" kern="1200">
                          <a:solidFill>
                            <a:schemeClr val="bg1"/>
                          </a:solidFill>
                          <a:latin typeface="Calibri"/>
                        </a:defRPr>
                      </a:lvl8pPr>
                      <a:lvl9pPr marL="4747260" algn="l" defTabSz="1187450" rtl="0" eaLnBrk="1" latinLnBrk="0" hangingPunct="1">
                        <a:defRPr sz="2340" b="1" kern="1200">
                          <a:solidFill>
                            <a:schemeClr val="bg1"/>
                          </a:solidFill>
                          <a:latin typeface="Calibri"/>
                        </a:defRPr>
                      </a:lvl9pPr>
                    </a:lstStyle>
                    <a:p>
                      <a:pPr algn="ctr"/>
                      <a:r>
                        <a:rPr lang="zh-CN" altLang="en-US" sz="1000" dirty="0">
                          <a:solidFill>
                            <a:schemeClr val="tx1"/>
                          </a:solidFill>
                          <a:latin typeface="微软雅黑" panose="020B0503020204020204" pitchFamily="34" charset="-122"/>
                          <a:ea typeface="微软雅黑" panose="020B0503020204020204" pitchFamily="34" charset="-122"/>
                        </a:rPr>
                        <a:t>配置说明</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437602">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en-US" altLang="zh-CN" sz="1000" dirty="0">
                          <a:solidFill>
                            <a:schemeClr val="tx1"/>
                          </a:solidFill>
                          <a:latin typeface="微软雅黑" panose="020B0503020204020204" pitchFamily="34" charset="-122"/>
                          <a:ea typeface="微软雅黑" panose="020B0503020204020204" pitchFamily="34" charset="-122"/>
                        </a:rPr>
                        <a:t>SMN</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zh-CN" altLang="en-US" sz="1000" dirty="0">
                          <a:solidFill>
                            <a:schemeClr val="tx1"/>
                          </a:solidFill>
                          <a:latin typeface="微软雅黑" panose="020B0503020204020204" pitchFamily="34" charset="-122"/>
                          <a:ea typeface="微软雅黑" panose="020B0503020204020204" pitchFamily="34" charset="-122"/>
                        </a:rPr>
                        <a:t>每柜</a:t>
                      </a:r>
                      <a:r>
                        <a:rPr lang="en-US" altLang="zh-CN" sz="1000" dirty="0">
                          <a:solidFill>
                            <a:schemeClr val="tx1"/>
                          </a:solidFill>
                          <a:latin typeface="微软雅黑" panose="020B0503020204020204" pitchFamily="34" charset="-122"/>
                          <a:ea typeface="微软雅黑" panose="020B0503020204020204" pitchFamily="34" charset="-122"/>
                        </a:rPr>
                        <a:t>1</a:t>
                      </a:r>
                      <a:r>
                        <a:rPr lang="zh-CN" altLang="en-US" sz="1000" dirty="0">
                          <a:solidFill>
                            <a:schemeClr val="tx1"/>
                          </a:solidFill>
                          <a:latin typeface="微软雅黑" panose="020B0503020204020204" pitchFamily="34" charset="-122"/>
                          <a:ea typeface="微软雅黑" panose="020B0503020204020204" pitchFamily="34" charset="-122"/>
                        </a:rPr>
                        <a:t>个</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l"/>
                      <a:r>
                        <a:rPr lang="zh-CN" altLang="en-US" sz="1000" dirty="0">
                          <a:solidFill>
                            <a:schemeClr val="tx1"/>
                          </a:solidFill>
                          <a:latin typeface="微软雅黑" panose="020B0503020204020204" pitchFamily="34" charset="-122"/>
                          <a:ea typeface="微软雅黑" panose="020B0503020204020204" pitchFamily="34" charset="-122"/>
                        </a:rPr>
                        <a:t>灵衢管理刀片通过</a:t>
                      </a:r>
                      <a:r>
                        <a:rPr lang="en-US" altLang="zh-CN" sz="1000" dirty="0" err="1">
                          <a:solidFill>
                            <a:schemeClr val="tx1"/>
                          </a:solidFill>
                          <a:latin typeface="微软雅黑" panose="020B0503020204020204" pitchFamily="34" charset="-122"/>
                          <a:ea typeface="微软雅黑" panose="020B0503020204020204" pitchFamily="34" charset="-122"/>
                        </a:rPr>
                        <a:t>PoDManager</a:t>
                      </a:r>
                      <a:r>
                        <a:rPr lang="zh-CN" altLang="en-US" sz="1000" dirty="0">
                          <a:solidFill>
                            <a:schemeClr val="tx1"/>
                          </a:solidFill>
                          <a:latin typeface="微软雅黑" panose="020B0503020204020204" pitchFamily="34" charset="-122"/>
                          <a:ea typeface="微软雅黑" panose="020B0503020204020204" pitchFamily="34" charset="-122"/>
                        </a:rPr>
                        <a:t>管理实现对灵衢互联刀片、</a:t>
                      </a:r>
                      <a:r>
                        <a:rPr lang="en-US" altLang="zh-CN" sz="1000" dirty="0">
                          <a:solidFill>
                            <a:schemeClr val="tx1"/>
                          </a:solidFill>
                          <a:latin typeface="微软雅黑" panose="020B0503020204020204" pitchFamily="34" charset="-122"/>
                          <a:ea typeface="微软雅黑" panose="020B0503020204020204" pitchFamily="34" charset="-122"/>
                        </a:rPr>
                        <a:t>CPU</a:t>
                      </a:r>
                      <a:r>
                        <a:rPr lang="zh-CN" altLang="en-US" sz="1000" dirty="0">
                          <a:solidFill>
                            <a:schemeClr val="tx1"/>
                          </a:solidFill>
                          <a:latin typeface="微软雅黑" panose="020B0503020204020204" pitchFamily="34" charset="-122"/>
                          <a:ea typeface="微软雅黑" panose="020B0503020204020204" pitchFamily="34" charset="-122"/>
                        </a:rPr>
                        <a:t>计算刀片、</a:t>
                      </a:r>
                      <a:r>
                        <a:rPr lang="en-US" altLang="zh-CN" sz="1000" dirty="0">
                          <a:solidFill>
                            <a:schemeClr val="tx1"/>
                          </a:solidFill>
                          <a:latin typeface="微软雅黑" panose="020B0503020204020204" pitchFamily="34" charset="-122"/>
                          <a:ea typeface="微软雅黑" panose="020B0503020204020204" pitchFamily="34" charset="-122"/>
                        </a:rPr>
                        <a:t>NPU</a:t>
                      </a:r>
                      <a:r>
                        <a:rPr lang="zh-CN" altLang="en-US" sz="1000" dirty="0">
                          <a:solidFill>
                            <a:schemeClr val="tx1"/>
                          </a:solidFill>
                          <a:latin typeface="微软雅黑" panose="020B0503020204020204" pitchFamily="34" charset="-122"/>
                          <a:ea typeface="微软雅黑" panose="020B0503020204020204" pitchFamily="34" charset="-122"/>
                        </a:rPr>
                        <a:t>计算刀片及灵衢</a:t>
                      </a:r>
                      <a:r>
                        <a:rPr lang="en-US" altLang="zh-CN" sz="1000" dirty="0">
                          <a:solidFill>
                            <a:schemeClr val="tx1"/>
                          </a:solidFill>
                          <a:latin typeface="微软雅黑" panose="020B0503020204020204" pitchFamily="34" charset="-122"/>
                          <a:ea typeface="微软雅黑" panose="020B0503020204020204" pitchFamily="34" charset="-122"/>
                        </a:rPr>
                        <a:t>IO</a:t>
                      </a:r>
                      <a:r>
                        <a:rPr lang="zh-CN" altLang="en-US" sz="1000" dirty="0">
                          <a:solidFill>
                            <a:schemeClr val="tx1"/>
                          </a:solidFill>
                          <a:latin typeface="微软雅黑" panose="020B0503020204020204" pitchFamily="34" charset="-122"/>
                          <a:ea typeface="微软雅黑" panose="020B0503020204020204" pitchFamily="34" charset="-122"/>
                        </a:rPr>
                        <a:t>转换刀片的带外统一汇聚管理。</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484922">
                <a:tc>
                  <a:txBody>
                    <a:bodyPr/>
                    <a:lstStyle/>
                    <a:p>
                      <a:pPr algn="ctr"/>
                      <a:r>
                        <a:rPr lang="en-US" altLang="zh-CN" sz="1000" dirty="0">
                          <a:solidFill>
                            <a:schemeClr val="tx1"/>
                          </a:solidFill>
                          <a:latin typeface="微软雅黑" panose="020B0503020204020204" pitchFamily="34" charset="-122"/>
                          <a:ea typeface="微软雅黑" panose="020B0503020204020204" pitchFamily="34" charset="-122"/>
                        </a:rPr>
                        <a:t>RM310</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r>
                        <a:rPr lang="zh-CN" altLang="en-US" sz="1000" dirty="0">
                          <a:solidFill>
                            <a:schemeClr val="tx1"/>
                          </a:solidFill>
                          <a:latin typeface="微软雅黑" panose="020B0503020204020204" pitchFamily="34" charset="-122"/>
                          <a:ea typeface="微软雅黑" panose="020B0503020204020204" pitchFamily="34" charset="-122"/>
                        </a:rPr>
                        <a:t>②</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lang="en-US" altLang="zh-CN" sz="1000" dirty="0">
                          <a:solidFill>
                            <a:schemeClr val="tx1"/>
                          </a:solidFill>
                          <a:latin typeface="微软雅黑" panose="020B0503020204020204" pitchFamily="34" charset="-122"/>
                          <a:ea typeface="微软雅黑" panose="020B0503020204020204" pitchFamily="34" charset="-122"/>
                        </a:rPr>
                        <a:t>10GEx2</a:t>
                      </a:r>
                      <a:endParaRPr lang="en-US" altLang="zh-CN"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l"/>
                      <a:r>
                        <a:rPr lang="zh-CN" altLang="en-US" sz="1000" dirty="0">
                          <a:solidFill>
                            <a:prstClr val="black"/>
                          </a:solidFill>
                          <a:latin typeface="微软雅黑" panose="020B0503020204020204" pitchFamily="34" charset="-122"/>
                          <a:ea typeface="微软雅黑" panose="020B0503020204020204" pitchFamily="34" charset="-122"/>
                          <a:sym typeface="+mn-ea"/>
                        </a:rPr>
                        <a:t>可通过此接口直通机柜管理主模块</a:t>
                      </a:r>
                      <a:r>
                        <a:rPr lang="en-US" altLang="zh-CN" sz="1000" dirty="0">
                          <a:solidFill>
                            <a:prstClr val="black"/>
                          </a:solidFill>
                          <a:latin typeface="微软雅黑" panose="020B0503020204020204" pitchFamily="34" charset="-122"/>
                          <a:ea typeface="微软雅黑" panose="020B0503020204020204" pitchFamily="34" charset="-122"/>
                          <a:sym typeface="+mn-ea"/>
                        </a:rPr>
                        <a:t>RM310</a:t>
                      </a:r>
                      <a:r>
                        <a:rPr lang="zh-CN" altLang="en-US" sz="1000" dirty="0">
                          <a:solidFill>
                            <a:prstClr val="black"/>
                          </a:solidFill>
                          <a:latin typeface="微软雅黑" panose="020B0503020204020204" pitchFamily="34" charset="-122"/>
                          <a:ea typeface="微软雅黑" panose="020B0503020204020204" pitchFamily="34" charset="-122"/>
                          <a:sym typeface="+mn-ea"/>
                        </a:rPr>
                        <a:t>对计算柜进行资产管理和功率封顶等操作。</a:t>
                      </a:r>
                      <a:endParaRPr lang="en-US" altLang="zh-CN" sz="1000" dirty="0">
                        <a:solidFill>
                          <a:prstClr val="black"/>
                        </a:solidFill>
                        <a:latin typeface="微软雅黑" panose="020B0503020204020204" pitchFamily="34" charset="-122"/>
                        <a:ea typeface="微软雅黑" panose="020B0503020204020204" pitchFamily="34" charset="-122"/>
                        <a:sym typeface="+mn-ea"/>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484922">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zh-CN" altLang="en-US" sz="1000" dirty="0">
                          <a:solidFill>
                            <a:schemeClr val="tx1"/>
                          </a:solidFill>
                          <a:latin typeface="微软雅黑" panose="020B0503020204020204" pitchFamily="34" charset="-122"/>
                          <a:ea typeface="微软雅黑" panose="020B0503020204020204" pitchFamily="34" charset="-122"/>
                        </a:rPr>
                        <a:t>管理接口</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r>
                        <a:rPr lang="zh-CN" altLang="en-US" sz="1000" dirty="0">
                          <a:solidFill>
                            <a:schemeClr val="tx1"/>
                          </a:solidFill>
                          <a:latin typeface="微软雅黑" panose="020B0503020204020204" pitchFamily="34" charset="-122"/>
                          <a:ea typeface="微软雅黑" panose="020B0503020204020204" pitchFamily="34" charset="-122"/>
                        </a:rPr>
                        <a:t>③</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en-US" altLang="zh-CN" sz="1000" dirty="0">
                          <a:solidFill>
                            <a:schemeClr val="tx1"/>
                          </a:solidFill>
                          <a:latin typeface="微软雅黑" panose="020B0503020204020204" pitchFamily="34" charset="-122"/>
                          <a:ea typeface="微软雅黑" panose="020B0503020204020204" pitchFamily="34" charset="-122"/>
                        </a:rPr>
                        <a:t>10GE x 2</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l"/>
                      <a:r>
                        <a:rPr lang="zh-CN" altLang="en-US" sz="1000" dirty="0">
                          <a:solidFill>
                            <a:prstClr val="black"/>
                          </a:solidFill>
                          <a:latin typeface="微软雅黑" panose="020B0503020204020204" pitchFamily="34" charset="-122"/>
                          <a:ea typeface="微软雅黑" panose="020B0503020204020204" pitchFamily="34" charset="-122"/>
                          <a:sym typeface="+mn-ea"/>
                        </a:rPr>
                        <a:t>可通过此接口登录</a:t>
                      </a:r>
                      <a:r>
                        <a:rPr lang="en-US" altLang="zh-CN" sz="1000" dirty="0" err="1">
                          <a:solidFill>
                            <a:prstClr val="black"/>
                          </a:solidFill>
                          <a:latin typeface="微软雅黑" panose="020B0503020204020204" pitchFamily="34" charset="-122"/>
                          <a:ea typeface="微软雅黑" panose="020B0503020204020204" pitchFamily="34" charset="-122"/>
                          <a:sym typeface="+mn-ea"/>
                        </a:rPr>
                        <a:t>PoDManager</a:t>
                      </a:r>
                      <a:r>
                        <a:rPr lang="zh-CN" altLang="en-US" sz="1000" dirty="0">
                          <a:solidFill>
                            <a:prstClr val="black"/>
                          </a:solidFill>
                          <a:latin typeface="微软雅黑" panose="020B0503020204020204" pitchFamily="34" charset="-122"/>
                          <a:ea typeface="微软雅黑" panose="020B0503020204020204" pitchFamily="34" charset="-122"/>
                          <a:sym typeface="+mn-ea"/>
                        </a:rPr>
                        <a:t>对计算柜进行带外管理。使用双口模式，</a:t>
                      </a:r>
                      <a:r>
                        <a:rPr lang="en-US" altLang="zh-CN" sz="1000" dirty="0">
                          <a:solidFill>
                            <a:prstClr val="black"/>
                          </a:solidFill>
                          <a:latin typeface="微软雅黑" panose="020B0503020204020204" pitchFamily="34" charset="-122"/>
                          <a:ea typeface="微软雅黑" panose="020B0503020204020204" pitchFamily="34" charset="-122"/>
                          <a:sym typeface="+mn-ea"/>
                        </a:rPr>
                        <a:t>3-1</a:t>
                      </a:r>
                      <a:r>
                        <a:rPr lang="zh-CN" altLang="en-US" sz="1000" dirty="0">
                          <a:solidFill>
                            <a:prstClr val="black"/>
                          </a:solidFill>
                          <a:latin typeface="微软雅黑" panose="020B0503020204020204" pitchFamily="34" charset="-122"/>
                          <a:ea typeface="微软雅黑" panose="020B0503020204020204" pitchFamily="34" charset="-122"/>
                          <a:sym typeface="+mn-ea"/>
                        </a:rPr>
                        <a:t>为网络侧使用，</a:t>
                      </a:r>
                      <a:r>
                        <a:rPr lang="en-US" altLang="zh-CN" sz="1000" dirty="0">
                          <a:solidFill>
                            <a:prstClr val="black"/>
                          </a:solidFill>
                          <a:latin typeface="微软雅黑" panose="020B0503020204020204" pitchFamily="34" charset="-122"/>
                          <a:ea typeface="微软雅黑" panose="020B0503020204020204" pitchFamily="34" charset="-122"/>
                          <a:sym typeface="+mn-ea"/>
                        </a:rPr>
                        <a:t>3-2</a:t>
                      </a:r>
                      <a:r>
                        <a:rPr lang="zh-CN" altLang="en-US" sz="1000" dirty="0">
                          <a:solidFill>
                            <a:prstClr val="black"/>
                          </a:solidFill>
                          <a:latin typeface="微软雅黑" panose="020B0503020204020204" pitchFamily="34" charset="-122"/>
                          <a:ea typeface="微软雅黑" panose="020B0503020204020204" pitchFamily="34" charset="-122"/>
                          <a:sym typeface="+mn-ea"/>
                        </a:rPr>
                        <a:t>计算侧使用</a:t>
                      </a:r>
                      <a:endParaRPr lang="en-US" altLang="zh-CN" sz="1000" dirty="0">
                        <a:solidFill>
                          <a:prstClr val="black"/>
                        </a:solidFill>
                        <a:latin typeface="微软雅黑" panose="020B0503020204020204" pitchFamily="34" charset="-122"/>
                        <a:ea typeface="微软雅黑" panose="020B0503020204020204" pitchFamily="34" charset="-122"/>
                        <a:sym typeface="+mn-ea"/>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437602">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en-US" altLang="zh-CN" sz="1000" dirty="0" err="1">
                          <a:solidFill>
                            <a:schemeClr val="tx1"/>
                          </a:solidFill>
                          <a:latin typeface="微软雅黑" panose="020B0503020204020204" pitchFamily="34" charset="-122"/>
                          <a:ea typeface="微软雅黑" panose="020B0503020204020204" pitchFamily="34" charset="-122"/>
                        </a:rPr>
                        <a:t>Mgmt</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r>
                        <a:rPr lang="zh-CN" altLang="en-US" sz="1000" dirty="0">
                          <a:solidFill>
                            <a:schemeClr val="tx1"/>
                          </a:solidFill>
                          <a:latin typeface="微软雅黑" panose="020B0503020204020204" pitchFamily="34" charset="-122"/>
                          <a:ea typeface="微软雅黑" panose="020B0503020204020204" pitchFamily="34" charset="-122"/>
                        </a:rPr>
                        <a:t>⑦</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ctr"/>
                      <a:r>
                        <a:rPr lang="en-US" altLang="zh-CN" sz="1000" dirty="0">
                          <a:solidFill>
                            <a:schemeClr val="tx1"/>
                          </a:solidFill>
                          <a:latin typeface="微软雅黑" panose="020B0503020204020204" pitchFamily="34" charset="-122"/>
                          <a:ea typeface="微软雅黑" panose="020B0503020204020204" pitchFamily="34" charset="-122"/>
                        </a:rPr>
                        <a:t>BMC x 1</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1187450" rtl="0" eaLnBrk="1" latinLnBrk="0" hangingPunct="1">
                        <a:defRPr sz="2340" kern="1200">
                          <a:solidFill>
                            <a:schemeClr val="tx1"/>
                          </a:solidFill>
                          <a:latin typeface="Calibri"/>
                        </a:defRPr>
                      </a:lvl1pPr>
                      <a:lvl2pPr marL="593090" algn="l" defTabSz="1187450" rtl="0" eaLnBrk="1" latinLnBrk="0" hangingPunct="1">
                        <a:defRPr sz="2340" kern="1200">
                          <a:solidFill>
                            <a:schemeClr val="tx1"/>
                          </a:solidFill>
                          <a:latin typeface="Calibri"/>
                        </a:defRPr>
                      </a:lvl2pPr>
                      <a:lvl3pPr marL="1187450" algn="l" defTabSz="1187450" rtl="0" eaLnBrk="1" latinLnBrk="0" hangingPunct="1">
                        <a:defRPr sz="2340" kern="1200">
                          <a:solidFill>
                            <a:schemeClr val="tx1"/>
                          </a:solidFill>
                          <a:latin typeface="Calibri"/>
                        </a:defRPr>
                      </a:lvl3pPr>
                      <a:lvl4pPr marL="1780540" algn="l" defTabSz="1187450" rtl="0" eaLnBrk="1" latinLnBrk="0" hangingPunct="1">
                        <a:defRPr sz="2340" kern="1200">
                          <a:solidFill>
                            <a:schemeClr val="tx1"/>
                          </a:solidFill>
                          <a:latin typeface="Calibri"/>
                        </a:defRPr>
                      </a:lvl4pPr>
                      <a:lvl5pPr marL="2373630" algn="l" defTabSz="1187450" rtl="0" eaLnBrk="1" latinLnBrk="0" hangingPunct="1">
                        <a:defRPr sz="2340" kern="1200">
                          <a:solidFill>
                            <a:schemeClr val="tx1"/>
                          </a:solidFill>
                          <a:latin typeface="Calibri"/>
                        </a:defRPr>
                      </a:lvl5pPr>
                      <a:lvl6pPr marL="2966720" algn="l" defTabSz="1187450" rtl="0" eaLnBrk="1" latinLnBrk="0" hangingPunct="1">
                        <a:defRPr sz="2340" kern="1200">
                          <a:solidFill>
                            <a:schemeClr val="tx1"/>
                          </a:solidFill>
                          <a:latin typeface="Calibri"/>
                        </a:defRPr>
                      </a:lvl6pPr>
                      <a:lvl7pPr marL="3561080" algn="l" defTabSz="1187450" rtl="0" eaLnBrk="1" latinLnBrk="0" hangingPunct="1">
                        <a:defRPr sz="2340" kern="1200">
                          <a:solidFill>
                            <a:schemeClr val="tx1"/>
                          </a:solidFill>
                          <a:latin typeface="Calibri"/>
                        </a:defRPr>
                      </a:lvl7pPr>
                      <a:lvl8pPr marL="4154170" algn="l" defTabSz="1187450" rtl="0" eaLnBrk="1" latinLnBrk="0" hangingPunct="1">
                        <a:defRPr sz="2340" kern="1200">
                          <a:solidFill>
                            <a:schemeClr val="tx1"/>
                          </a:solidFill>
                          <a:latin typeface="Calibri"/>
                        </a:defRPr>
                      </a:lvl8pPr>
                      <a:lvl9pPr marL="4747260" algn="l" defTabSz="1187450" rtl="0" eaLnBrk="1" latinLnBrk="0" hangingPunct="1">
                        <a:defRPr sz="2340" kern="1200">
                          <a:solidFill>
                            <a:schemeClr val="tx1"/>
                          </a:solidFill>
                          <a:latin typeface="Calibri"/>
                        </a:defRPr>
                      </a:lvl9pPr>
                    </a:lstStyle>
                    <a:p>
                      <a:pPr algn="l"/>
                      <a:r>
                        <a:rPr lang="zh-CN" altLang="en-US" sz="1000" dirty="0">
                          <a:solidFill>
                            <a:schemeClr val="tx1"/>
                          </a:solidFill>
                          <a:latin typeface="微软雅黑" panose="020B0503020204020204" pitchFamily="34" charset="-122"/>
                          <a:ea typeface="微软雅黑" panose="020B0503020204020204" pitchFamily="34" charset="-122"/>
                        </a:rPr>
                        <a:t>作为</a:t>
                      </a:r>
                      <a:r>
                        <a:rPr lang="en-US" altLang="zh-CN" sz="1000" dirty="0">
                          <a:solidFill>
                            <a:schemeClr val="tx1"/>
                          </a:solidFill>
                          <a:latin typeface="微软雅黑" panose="020B0503020204020204" pitchFamily="34" charset="-122"/>
                          <a:ea typeface="微软雅黑" panose="020B0503020204020204" pitchFamily="34" charset="-122"/>
                        </a:rPr>
                        <a:t>BMC</a:t>
                      </a:r>
                      <a:r>
                        <a:rPr lang="zh-CN" altLang="en-US" sz="1000" dirty="0">
                          <a:solidFill>
                            <a:schemeClr val="tx1"/>
                          </a:solidFill>
                          <a:latin typeface="微软雅黑" panose="020B0503020204020204" pitchFamily="34" charset="-122"/>
                          <a:ea typeface="微软雅黑" panose="020B0503020204020204" pitchFamily="34" charset="-122"/>
                        </a:rPr>
                        <a:t>管理口，实现对灵衢管理刀片的远程管理、监控和维护。</a:t>
                      </a:r>
                      <a:endParaRPr lang="zh-CN" altLang="en-US" sz="1000" dirty="0">
                        <a:solidFill>
                          <a:schemeClr val="tx1"/>
                        </a:solidFill>
                        <a:latin typeface="微软雅黑" panose="020B0503020204020204" pitchFamily="34" charset="-122"/>
                        <a:ea typeface="微软雅黑" panose="020B0503020204020204" pitchFamily="34" charset="-122"/>
                      </a:endParaRPr>
                    </a:p>
                  </a:txBody>
                  <a:tcPr marL="0" marR="0" marT="71974" marB="45703"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bl>
          </a:graphicData>
        </a:graphic>
      </p:graphicFrame>
      <p:cxnSp>
        <p:nvCxnSpPr>
          <p:cNvPr id="43" name="直接连接符 42"/>
          <p:cNvCxnSpPr>
            <a:endCxn id="32" idx="2"/>
          </p:cNvCxnSpPr>
          <p:nvPr/>
        </p:nvCxnSpPr>
        <p:spPr>
          <a:xfrm flipH="1" flipV="1">
            <a:off x="9966545" y="1565295"/>
            <a:ext cx="26922" cy="2147071"/>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0098453" y="3454367"/>
            <a:ext cx="1336510" cy="415076"/>
          </a:xfrm>
          <a:prstGeom prst="rect">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zh-CN" altLang="en-US" sz="1050" b="1" dirty="0">
                <a:solidFill>
                  <a:srgbClr val="1D1D1A"/>
                </a:solidFill>
                <a:latin typeface="微软雅黑" panose="020B0503020204020204" pitchFamily="34" charset="-122"/>
                <a:ea typeface="微软雅黑" panose="020B0503020204020204" pitchFamily="34" charset="-122"/>
              </a:rPr>
              <a:t>⑦ </a:t>
            </a:r>
            <a:r>
              <a:rPr lang="en-US" altLang="zh-CN" sz="1050" b="1" dirty="0">
                <a:solidFill>
                  <a:srgbClr val="1D1D1A"/>
                </a:solidFill>
                <a:latin typeface="微软雅黑" panose="020B0503020204020204" pitchFamily="34" charset="-122"/>
                <a:ea typeface="微软雅黑" panose="020B0503020204020204" pitchFamily="34" charset="-122"/>
              </a:rPr>
              <a:t>-&gt; BS0</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zh-CN" altLang="en-US" sz="1050" b="1" dirty="0">
                <a:solidFill>
                  <a:srgbClr val="1D1D1A"/>
                </a:solidFill>
                <a:latin typeface="微软雅黑" panose="020B0503020204020204" pitchFamily="34" charset="-122"/>
                <a:ea typeface="微软雅黑" panose="020B0503020204020204" pitchFamily="34" charset="-122"/>
              </a:rPr>
              <a:t>每柜出</a:t>
            </a:r>
            <a:r>
              <a:rPr lang="en-US" altLang="zh-CN" sz="1050" b="1" dirty="0">
                <a:solidFill>
                  <a:srgbClr val="1D1D1A"/>
                </a:solidFill>
                <a:latin typeface="微软雅黑" panose="020B0503020204020204" pitchFamily="34" charset="-122"/>
                <a:ea typeface="微软雅黑" panose="020B0503020204020204" pitchFamily="34" charset="-122"/>
              </a:rPr>
              <a:t>1</a:t>
            </a:r>
            <a:r>
              <a:rPr lang="zh-CN" altLang="en-US" sz="1050" b="1" dirty="0">
                <a:solidFill>
                  <a:srgbClr val="1D1D1A"/>
                </a:solidFill>
                <a:latin typeface="微软雅黑" panose="020B0503020204020204" pitchFamily="34" charset="-122"/>
                <a:ea typeface="微软雅黑" panose="020B0503020204020204" pitchFamily="34" charset="-122"/>
              </a:rPr>
              <a:t>根</a:t>
            </a:r>
            <a:r>
              <a:rPr lang="en-US" altLang="zh-CN" sz="1050" b="1" dirty="0">
                <a:solidFill>
                  <a:srgbClr val="1D1D1A"/>
                </a:solidFill>
                <a:latin typeface="微软雅黑" panose="020B0503020204020204" pitchFamily="34" charset="-122"/>
                <a:ea typeface="微软雅黑" panose="020B0503020204020204" pitchFamily="34" charset="-122"/>
              </a:rPr>
              <a:t>RJ45</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cxnSp>
        <p:nvCxnSpPr>
          <p:cNvPr id="47" name="直接连接符 46"/>
          <p:cNvCxnSpPr>
            <a:endCxn id="31" idx="2"/>
          </p:cNvCxnSpPr>
          <p:nvPr/>
        </p:nvCxnSpPr>
        <p:spPr>
          <a:xfrm flipV="1">
            <a:off x="8535759" y="1565295"/>
            <a:ext cx="900645" cy="2147071"/>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236803" y="3001593"/>
            <a:ext cx="1336510" cy="415076"/>
          </a:xfrm>
          <a:prstGeom prst="rect">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zh-CN" altLang="en-US" sz="1050" b="1" dirty="0">
                <a:solidFill>
                  <a:srgbClr val="1D1D1A"/>
                </a:solidFill>
                <a:latin typeface="微软雅黑" panose="020B0503020204020204" pitchFamily="34" charset="-122"/>
                <a:ea typeface="微软雅黑" panose="020B0503020204020204" pitchFamily="34" charset="-122"/>
              </a:rPr>
              <a:t>② </a:t>
            </a:r>
            <a:r>
              <a:rPr lang="en-US" altLang="zh-CN" sz="1050" b="1" dirty="0">
                <a:solidFill>
                  <a:srgbClr val="1D1D1A"/>
                </a:solidFill>
                <a:latin typeface="微软雅黑" panose="020B0503020204020204" pitchFamily="34" charset="-122"/>
                <a:ea typeface="微软雅黑" panose="020B0503020204020204" pitchFamily="34" charset="-122"/>
              </a:rPr>
              <a:t>-&gt; MS0</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zh-CN" altLang="en-US" sz="1050" b="1" dirty="0">
                <a:solidFill>
                  <a:srgbClr val="1D1D1A"/>
                </a:solidFill>
                <a:latin typeface="微软雅黑" panose="020B0503020204020204" pitchFamily="34" charset="-122"/>
                <a:ea typeface="微软雅黑" panose="020B0503020204020204" pitchFamily="34" charset="-122"/>
              </a:rPr>
              <a:t>每柜出</a:t>
            </a:r>
            <a:r>
              <a:rPr lang="en-US" altLang="zh-CN" sz="1050" b="1" dirty="0">
                <a:solidFill>
                  <a:srgbClr val="1D1D1A"/>
                </a:solidFill>
                <a:latin typeface="微软雅黑" panose="020B0503020204020204" pitchFamily="34" charset="-122"/>
                <a:ea typeface="微软雅黑" panose="020B0503020204020204" pitchFamily="34" charset="-122"/>
              </a:rPr>
              <a:t>1</a:t>
            </a:r>
            <a:r>
              <a:rPr lang="zh-CN" altLang="en-US" sz="1050" b="1" dirty="0">
                <a:solidFill>
                  <a:srgbClr val="1D1D1A"/>
                </a:solidFill>
                <a:latin typeface="微软雅黑" panose="020B0503020204020204" pitchFamily="34" charset="-122"/>
                <a:ea typeface="微软雅黑" panose="020B0503020204020204" pitchFamily="34" charset="-122"/>
              </a:rPr>
              <a:t>根</a:t>
            </a:r>
            <a:r>
              <a:rPr lang="en-US" altLang="zh-CN" sz="1050" b="1" dirty="0">
                <a:solidFill>
                  <a:srgbClr val="1D1D1A"/>
                </a:solidFill>
                <a:latin typeface="微软雅黑" panose="020B0503020204020204" pitchFamily="34" charset="-122"/>
                <a:ea typeface="微软雅黑" panose="020B0503020204020204" pitchFamily="34" charset="-122"/>
              </a:rPr>
              <a:t>10GE</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cxnSp>
        <p:nvCxnSpPr>
          <p:cNvPr id="53" name="直接连接符 52"/>
          <p:cNvCxnSpPr>
            <a:endCxn id="20" idx="2"/>
          </p:cNvCxnSpPr>
          <p:nvPr/>
        </p:nvCxnSpPr>
        <p:spPr>
          <a:xfrm flipH="1" flipV="1">
            <a:off x="4296587" y="1565295"/>
            <a:ext cx="3964947" cy="2147071"/>
          </a:xfrm>
          <a:prstGeom prst="line">
            <a:avLst/>
          </a:prstGeom>
          <a:ln w="635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6234730" y="3535519"/>
            <a:ext cx="1336510" cy="415076"/>
          </a:xfrm>
          <a:prstGeom prst="rect">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zh-CN" altLang="en-US" sz="1050" b="1">
                <a:solidFill>
                  <a:srgbClr val="1D1D1A"/>
                </a:solidFill>
                <a:latin typeface="微软雅黑" panose="020B0503020204020204" pitchFamily="34" charset="-122"/>
                <a:ea typeface="微软雅黑" panose="020B0503020204020204" pitchFamily="34" charset="-122"/>
              </a:rPr>
              <a:t>③ </a:t>
            </a:r>
            <a:r>
              <a:rPr lang="en-US" altLang="zh-CN" sz="1050" b="1" dirty="0">
                <a:solidFill>
                  <a:srgbClr val="1D1D1A"/>
                </a:solidFill>
                <a:latin typeface="微软雅黑" panose="020B0503020204020204" pitchFamily="34" charset="-122"/>
                <a:ea typeface="微软雅黑" panose="020B0503020204020204" pitchFamily="34" charset="-122"/>
              </a:rPr>
              <a:t>-&gt; BS0</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zh-CN" altLang="en-US" sz="1050" b="1" dirty="0">
                <a:solidFill>
                  <a:srgbClr val="1D1D1A"/>
                </a:solidFill>
                <a:latin typeface="微软雅黑" panose="020B0503020204020204" pitchFamily="34" charset="-122"/>
                <a:ea typeface="微软雅黑" panose="020B0503020204020204" pitchFamily="34" charset="-122"/>
              </a:rPr>
              <a:t>每</a:t>
            </a:r>
            <a:r>
              <a:rPr lang="zh-CN" altLang="en-US" sz="1050" b="1">
                <a:solidFill>
                  <a:srgbClr val="1D1D1A"/>
                </a:solidFill>
                <a:latin typeface="微软雅黑" panose="020B0503020204020204" pitchFamily="34" charset="-122"/>
                <a:ea typeface="微软雅黑" panose="020B0503020204020204" pitchFamily="34" charset="-122"/>
              </a:rPr>
              <a:t>柜出</a:t>
            </a:r>
            <a:r>
              <a:rPr lang="en-US" altLang="zh-CN" sz="1050" b="1">
                <a:solidFill>
                  <a:srgbClr val="1D1D1A"/>
                </a:solidFill>
                <a:latin typeface="微软雅黑" panose="020B0503020204020204" pitchFamily="34" charset="-122"/>
                <a:ea typeface="微软雅黑" panose="020B0503020204020204" pitchFamily="34" charset="-122"/>
              </a:rPr>
              <a:t>2</a:t>
            </a:r>
            <a:r>
              <a:rPr lang="zh-CN" altLang="en-US" sz="1050" b="1">
                <a:solidFill>
                  <a:srgbClr val="1D1D1A"/>
                </a:solidFill>
                <a:latin typeface="微软雅黑" panose="020B0503020204020204" pitchFamily="34" charset="-122"/>
                <a:ea typeface="微软雅黑" panose="020B0503020204020204" pitchFamily="34" charset="-122"/>
              </a:rPr>
              <a:t>根</a:t>
            </a:r>
            <a:r>
              <a:rPr lang="en-US" altLang="zh-CN" sz="1050" b="1" dirty="0">
                <a:solidFill>
                  <a:srgbClr val="1D1D1A"/>
                </a:solidFill>
                <a:latin typeface="微软雅黑" panose="020B0503020204020204" pitchFamily="34" charset="-122"/>
                <a:ea typeface="微软雅黑" panose="020B0503020204020204" pitchFamily="34" charset="-122"/>
              </a:rPr>
              <a:t>10GE</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cxnSp>
        <p:nvCxnSpPr>
          <p:cNvPr id="59" name="直接连接符 58"/>
          <p:cNvCxnSpPr>
            <a:endCxn id="27" idx="2"/>
          </p:cNvCxnSpPr>
          <p:nvPr/>
        </p:nvCxnSpPr>
        <p:spPr>
          <a:xfrm flipV="1">
            <a:off x="8325222" y="1565295"/>
            <a:ext cx="581040" cy="1889073"/>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5490629" y="2413753"/>
            <a:ext cx="1777646" cy="395494"/>
          </a:xfrm>
          <a:prstGeom prst="rect">
            <a:avLst/>
          </a:prstGeom>
          <a:solidFill>
            <a:srgbClr val="92D05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err="1">
                <a:solidFill>
                  <a:srgbClr val="1D1D1A"/>
                </a:solidFill>
                <a:latin typeface="微软雅黑" panose="020B0503020204020204" pitchFamily="34" charset="-122"/>
                <a:ea typeface="微软雅黑" panose="020B0503020204020204" pitchFamily="34" charset="-122"/>
              </a:rPr>
              <a:t>iCONEC_LC</a:t>
            </a:r>
            <a:r>
              <a:rPr lang="en-US" altLang="zh-CN" sz="1050" b="1" dirty="0">
                <a:solidFill>
                  <a:srgbClr val="1D1D1A"/>
                </a:solidFill>
                <a:latin typeface="微软雅黑" panose="020B0503020204020204" pitchFamily="34" charset="-122"/>
                <a:ea typeface="微软雅黑" panose="020B0503020204020204" pitchFamily="34" charset="-122"/>
              </a:rPr>
              <a:t>-LC-SM-</a:t>
            </a:r>
            <a:r>
              <a:rPr lang="en-US" altLang="zh-CN" sz="1050" b="1" dirty="0" err="1">
                <a:solidFill>
                  <a:srgbClr val="1D1D1A"/>
                </a:solidFill>
                <a:latin typeface="微软雅黑" panose="020B0503020204020204" pitchFamily="34" charset="-122"/>
                <a:ea typeface="微软雅黑" panose="020B0503020204020204" pitchFamily="34" charset="-122"/>
              </a:rPr>
              <a:t>xxM</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16 x 1/</a:t>
            </a:r>
            <a:r>
              <a:rPr lang="zh-CN" altLang="en-US" sz="1050" b="1" dirty="0">
                <a:solidFill>
                  <a:srgbClr val="1D1D1A"/>
                </a:solidFill>
                <a:latin typeface="微软雅黑" panose="020B0503020204020204" pitchFamily="34" charset="-122"/>
                <a:ea typeface="微软雅黑" panose="020B0503020204020204" pitchFamily="34" charset="-122"/>
              </a:rPr>
              <a:t>柜</a:t>
            </a:r>
            <a:r>
              <a:rPr lang="en-US" altLang="zh-CN" sz="1050" b="1" dirty="0">
                <a:solidFill>
                  <a:srgbClr val="1D1D1A"/>
                </a:solidFill>
                <a:latin typeface="微软雅黑" panose="020B0503020204020204" pitchFamily="34" charset="-122"/>
                <a:ea typeface="微软雅黑" panose="020B0503020204020204" pitchFamily="34" charset="-122"/>
              </a:rPr>
              <a:t> = 16</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sp>
        <p:nvSpPr>
          <p:cNvPr id="64" name="矩形 63"/>
          <p:cNvSpPr/>
          <p:nvPr/>
        </p:nvSpPr>
        <p:spPr>
          <a:xfrm>
            <a:off x="7828274" y="2124906"/>
            <a:ext cx="1652430" cy="599935"/>
          </a:xfrm>
          <a:prstGeom prst="rect">
            <a:avLst/>
          </a:prstGeom>
          <a:solidFill>
            <a:srgbClr val="92D05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err="1">
                <a:solidFill>
                  <a:srgbClr val="1D1D1A"/>
                </a:solidFill>
                <a:latin typeface="微软雅黑" panose="020B0503020204020204" pitchFamily="34" charset="-122"/>
                <a:ea typeface="微软雅黑" panose="020B0503020204020204" pitchFamily="34" charset="-122"/>
              </a:rPr>
              <a:t>iCONEC_LC</a:t>
            </a:r>
            <a:r>
              <a:rPr lang="en-US" altLang="zh-CN" sz="1050" b="1" dirty="0">
                <a:solidFill>
                  <a:srgbClr val="1D1D1A"/>
                </a:solidFill>
                <a:latin typeface="微软雅黑" panose="020B0503020204020204" pitchFamily="34" charset="-122"/>
                <a:ea typeface="微软雅黑" panose="020B0503020204020204" pitchFamily="34" charset="-122"/>
              </a:rPr>
              <a:t>-LC-SM-</a:t>
            </a:r>
            <a:r>
              <a:rPr lang="en-US" altLang="zh-CN" sz="1050" b="1" dirty="0" err="1">
                <a:solidFill>
                  <a:srgbClr val="1D1D1A"/>
                </a:solidFill>
                <a:latin typeface="微软雅黑" panose="020B0503020204020204" pitchFamily="34" charset="-122"/>
                <a:ea typeface="微软雅黑" panose="020B0503020204020204" pitchFamily="34" charset="-122"/>
              </a:rPr>
              <a:t>xxM</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16 x 2/</a:t>
            </a:r>
            <a:r>
              <a:rPr lang="zh-CN" altLang="en-US" sz="1050" b="1" dirty="0">
                <a:solidFill>
                  <a:srgbClr val="1D1D1A"/>
                </a:solidFill>
                <a:latin typeface="微软雅黑" panose="020B0503020204020204" pitchFamily="34" charset="-122"/>
                <a:ea typeface="微软雅黑" panose="020B0503020204020204" pitchFamily="34" charset="-122"/>
              </a:rPr>
              <a:t>柜</a:t>
            </a:r>
            <a:r>
              <a:rPr lang="en-US" altLang="zh-CN" sz="1050" b="1" dirty="0">
                <a:solidFill>
                  <a:srgbClr val="1D1D1A"/>
                </a:solidFill>
                <a:latin typeface="微软雅黑" panose="020B0503020204020204" pitchFamily="34" charset="-122"/>
                <a:ea typeface="微软雅黑" panose="020B0503020204020204" pitchFamily="34" charset="-122"/>
              </a:rPr>
              <a:t> = 32</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sp>
        <p:nvSpPr>
          <p:cNvPr id="65" name="矩形 64"/>
          <p:cNvSpPr/>
          <p:nvPr/>
        </p:nvSpPr>
        <p:spPr>
          <a:xfrm>
            <a:off x="9724255" y="2320290"/>
            <a:ext cx="1096121" cy="575545"/>
          </a:xfrm>
          <a:prstGeom prst="rect">
            <a:avLst/>
          </a:prstGeom>
          <a:solidFill>
            <a:srgbClr val="00B0F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CAT5E</a:t>
            </a:r>
            <a:r>
              <a:rPr lang="zh-CN" altLang="en-US" sz="1050" b="1" dirty="0">
                <a:solidFill>
                  <a:srgbClr val="1D1D1A"/>
                </a:solidFill>
                <a:latin typeface="微软雅黑" panose="020B0503020204020204" pitchFamily="34" charset="-122"/>
                <a:ea typeface="微软雅黑" panose="020B0503020204020204" pitchFamily="34" charset="-122"/>
              </a:rPr>
              <a:t>网线</a:t>
            </a:r>
            <a:r>
              <a:rPr lang="en-US" altLang="zh-CN" sz="1050" b="1" dirty="0">
                <a:solidFill>
                  <a:srgbClr val="1D1D1A"/>
                </a:solidFill>
                <a:latin typeface="微软雅黑" panose="020B0503020204020204" pitchFamily="34" charset="-122"/>
                <a:ea typeface="微软雅黑" panose="020B0503020204020204" pitchFamily="34" charset="-122"/>
              </a:rPr>
              <a:t>-50M </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16 x 1/</a:t>
            </a:r>
            <a:r>
              <a:rPr lang="zh-CN" altLang="en-US" sz="1050" b="1" dirty="0">
                <a:solidFill>
                  <a:srgbClr val="1D1D1A"/>
                </a:solidFill>
                <a:latin typeface="微软雅黑" panose="020B0503020204020204" pitchFamily="34" charset="-122"/>
                <a:ea typeface="微软雅黑" panose="020B0503020204020204" pitchFamily="34" charset="-122"/>
              </a:rPr>
              <a:t>柜</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sp>
        <p:nvSpPr>
          <p:cNvPr id="66" name="文本框 65"/>
          <p:cNvSpPr txBox="1"/>
          <p:nvPr/>
        </p:nvSpPr>
        <p:spPr>
          <a:xfrm flipH="1">
            <a:off x="4739480" y="3209131"/>
            <a:ext cx="942635" cy="738397"/>
          </a:xfrm>
          <a:prstGeom prst="rect">
            <a:avLst/>
          </a:prstGeom>
          <a:noFill/>
        </p:spPr>
        <p:txBody>
          <a:bodyPr wrap="square" lIns="0" tIns="0" rIns="0" bIns="0" rtlCol="0">
            <a:spAutoFit/>
          </a:bodyPr>
          <a:lstStyle/>
          <a:p>
            <a:pPr algn="ctr" defTabSz="913130">
              <a:defRPr/>
            </a:pPr>
            <a:r>
              <a:rPr kumimoji="1" lang="zh-CN" altLang="en-US" sz="1200" b="1" dirty="0">
                <a:solidFill>
                  <a:srgbClr val="000000"/>
                </a:solidFill>
                <a:latin typeface="微软雅黑" panose="020B0503020204020204" pitchFamily="34" charset="-122"/>
                <a:ea typeface="微软雅黑" panose="020B0503020204020204" pitchFamily="34" charset="-122"/>
              </a:rPr>
              <a:t>计算柜</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SMN</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x</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16</a:t>
            </a:r>
            <a:endParaRPr kumimoji="1" lang="en-US" altLang="zh-CN" sz="1200" b="1" dirty="0">
              <a:solidFill>
                <a:srgbClr val="000000"/>
              </a:solidFill>
              <a:latin typeface="微软雅黑" panose="020B0503020204020204" pitchFamily="34" charset="-122"/>
              <a:ea typeface="微软雅黑" panose="020B0503020204020204" pitchFamily="34" charset="-122"/>
            </a:endParaRPr>
          </a:p>
        </p:txBody>
      </p:sp>
      <p:pic>
        <p:nvPicPr>
          <p:cNvPr id="5125" name="Picture 5"/>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802788" y="3328423"/>
            <a:ext cx="909032" cy="114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383967" y="4405619"/>
            <a:ext cx="2714099" cy="1678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p:cNvSpPr txBox="1"/>
          <p:nvPr/>
        </p:nvSpPr>
        <p:spPr>
          <a:xfrm flipH="1">
            <a:off x="2693221" y="3989225"/>
            <a:ext cx="1217240" cy="369199"/>
          </a:xfrm>
          <a:prstGeom prst="rect">
            <a:avLst/>
          </a:prstGeom>
          <a:noFill/>
        </p:spPr>
        <p:txBody>
          <a:bodyPr wrap="square" lIns="0" tIns="0" rIns="0" bIns="0" rtlCol="0">
            <a:spAutoFit/>
          </a:bodyPr>
          <a:lstStyle/>
          <a:p>
            <a:pPr algn="ctr" defTabSz="913130">
              <a:defRPr/>
            </a:pPr>
            <a:r>
              <a:rPr kumimoji="1" lang="zh-CN" altLang="en-US" sz="1200" b="1" dirty="0">
                <a:solidFill>
                  <a:srgbClr val="000000"/>
                </a:solidFill>
                <a:latin typeface="微软雅黑" panose="020B0503020204020204" pitchFamily="34" charset="-122"/>
                <a:ea typeface="微软雅黑" panose="020B0503020204020204" pitchFamily="34" charset="-122"/>
              </a:rPr>
              <a:t>灵衢</a:t>
            </a:r>
            <a:r>
              <a:rPr kumimoji="1" lang="en-US" altLang="zh-CN" sz="1200" b="1" dirty="0">
                <a:solidFill>
                  <a:srgbClr val="000000"/>
                </a:solidFill>
                <a:latin typeface="微软雅黑" panose="020B0503020204020204" pitchFamily="34" charset="-122"/>
                <a:ea typeface="微软雅黑" panose="020B0503020204020204" pitchFamily="34" charset="-122"/>
              </a:rPr>
              <a:t>RM310</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4x1=4</a:t>
            </a:r>
            <a:endParaRPr kumimoji="1"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72" name="文本框 71"/>
          <p:cNvSpPr txBox="1"/>
          <p:nvPr/>
        </p:nvSpPr>
        <p:spPr>
          <a:xfrm flipH="1">
            <a:off x="912036" y="4434547"/>
            <a:ext cx="1182592" cy="369199"/>
          </a:xfrm>
          <a:prstGeom prst="rect">
            <a:avLst/>
          </a:prstGeom>
          <a:noFill/>
        </p:spPr>
        <p:txBody>
          <a:bodyPr wrap="square" lIns="0" tIns="0" rIns="0" bIns="0" rtlCol="0">
            <a:spAutoFit/>
          </a:bodyPr>
          <a:lstStyle/>
          <a:p>
            <a:pPr algn="ctr" defTabSz="913130">
              <a:defRPr/>
            </a:pPr>
            <a:r>
              <a:rPr kumimoji="1" lang="zh-CN" altLang="en-US" sz="1200" b="1" dirty="0">
                <a:solidFill>
                  <a:srgbClr val="000000"/>
                </a:solidFill>
                <a:latin typeface="微软雅黑" panose="020B0503020204020204" pitchFamily="34" charset="-122"/>
                <a:ea typeface="微软雅黑" panose="020B0503020204020204" pitchFamily="34" charset="-122"/>
              </a:rPr>
              <a:t>灵衢</a:t>
            </a:r>
            <a:r>
              <a:rPr kumimoji="1" lang="en-US" altLang="zh-CN" sz="1200" b="1" dirty="0">
                <a:solidFill>
                  <a:srgbClr val="000000"/>
                </a:solidFill>
                <a:latin typeface="微软雅黑" panose="020B0503020204020204" pitchFamily="34" charset="-122"/>
                <a:ea typeface="微软雅黑" panose="020B0503020204020204" pitchFamily="34" charset="-122"/>
              </a:rPr>
              <a:t>5508</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4x4=16</a:t>
            </a:r>
            <a:endParaRPr kumimoji="1" lang="en-US" altLang="zh-CN" sz="1200" b="1" dirty="0">
              <a:solidFill>
                <a:srgbClr val="000000"/>
              </a:solidFill>
              <a:latin typeface="微软雅黑" panose="020B0503020204020204" pitchFamily="34" charset="-122"/>
              <a:ea typeface="微软雅黑" panose="020B0503020204020204" pitchFamily="34" charset="-122"/>
            </a:endParaRPr>
          </a:p>
        </p:txBody>
      </p:sp>
      <p:cxnSp>
        <p:nvCxnSpPr>
          <p:cNvPr id="85" name="直接连接符 84"/>
          <p:cNvCxnSpPr>
            <a:endCxn id="12" idx="2"/>
          </p:cNvCxnSpPr>
          <p:nvPr/>
        </p:nvCxnSpPr>
        <p:spPr>
          <a:xfrm flipV="1">
            <a:off x="2359147" y="1565296"/>
            <a:ext cx="395222" cy="2288222"/>
          </a:xfrm>
          <a:prstGeom prst="line">
            <a:avLst/>
          </a:prstGeom>
          <a:ln w="635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2510963" y="2970142"/>
            <a:ext cx="685478" cy="311087"/>
          </a:xfrm>
          <a:prstGeom prst="rect">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4x1/</a:t>
            </a:r>
            <a:r>
              <a:rPr lang="zh-CN" altLang="en-US" sz="1050" b="1" dirty="0">
                <a:solidFill>
                  <a:srgbClr val="1D1D1A"/>
                </a:solidFill>
                <a:latin typeface="微软雅黑" panose="020B0503020204020204" pitchFamily="34" charset="-122"/>
                <a:ea typeface="微软雅黑" panose="020B0503020204020204" pitchFamily="34" charset="-122"/>
              </a:rPr>
              <a:t>个</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cxnSp>
        <p:nvCxnSpPr>
          <p:cNvPr id="73" name="直接连接符 72"/>
          <p:cNvCxnSpPr>
            <a:endCxn id="8" idx="2"/>
          </p:cNvCxnSpPr>
          <p:nvPr/>
        </p:nvCxnSpPr>
        <p:spPr>
          <a:xfrm flipV="1">
            <a:off x="733129" y="1565295"/>
            <a:ext cx="1506956" cy="3182655"/>
          </a:xfrm>
          <a:prstGeom prst="line">
            <a:avLst/>
          </a:prstGeom>
          <a:ln w="635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a:xfrm>
            <a:off x="743158" y="3853518"/>
            <a:ext cx="685478" cy="311087"/>
          </a:xfrm>
          <a:prstGeom prst="rect">
            <a:avLst/>
          </a:prstGeom>
          <a:solidFill>
            <a:srgbClr val="FFFF0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4x4x1/</a:t>
            </a:r>
            <a:r>
              <a:rPr lang="zh-CN" altLang="en-US" sz="1050" b="1" dirty="0">
                <a:solidFill>
                  <a:srgbClr val="1D1D1A"/>
                </a:solidFill>
                <a:latin typeface="微软雅黑" panose="020B0503020204020204" pitchFamily="34" charset="-122"/>
                <a:ea typeface="微软雅黑" panose="020B0503020204020204" pitchFamily="34" charset="-122"/>
              </a:rPr>
              <a:t>台</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sp>
        <p:nvSpPr>
          <p:cNvPr id="104" name="矩形 103"/>
          <p:cNvSpPr/>
          <p:nvPr/>
        </p:nvSpPr>
        <p:spPr>
          <a:xfrm>
            <a:off x="797800" y="2561826"/>
            <a:ext cx="2567548" cy="311087"/>
          </a:xfrm>
          <a:prstGeom prst="rect">
            <a:avLst/>
          </a:prstGeom>
          <a:solidFill>
            <a:srgbClr val="00B0F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CAT5E</a:t>
            </a:r>
            <a:r>
              <a:rPr lang="zh-CN" altLang="en-US" sz="1050" b="1" dirty="0">
                <a:solidFill>
                  <a:srgbClr val="1D1D1A"/>
                </a:solidFill>
                <a:latin typeface="微软雅黑" panose="020B0503020204020204" pitchFamily="34" charset="-122"/>
                <a:ea typeface="微软雅黑" panose="020B0503020204020204" pitchFamily="34" charset="-122"/>
              </a:rPr>
              <a:t>网线</a:t>
            </a:r>
            <a:r>
              <a:rPr lang="en-US" altLang="zh-CN" sz="1050" b="1" dirty="0">
                <a:solidFill>
                  <a:srgbClr val="1D1D1A"/>
                </a:solidFill>
                <a:latin typeface="微软雅黑" panose="020B0503020204020204" pitchFamily="34" charset="-122"/>
                <a:ea typeface="微软雅黑" panose="020B0503020204020204" pitchFamily="34" charset="-122"/>
              </a:rPr>
              <a:t>-50M 20</a:t>
            </a:r>
            <a:r>
              <a:rPr lang="zh-CN" altLang="en-US" sz="1050" b="1" dirty="0">
                <a:solidFill>
                  <a:srgbClr val="1D1D1A"/>
                </a:solidFill>
                <a:latin typeface="微软雅黑" panose="020B0503020204020204" pitchFamily="34" charset="-122"/>
                <a:ea typeface="微软雅黑" panose="020B0503020204020204" pitchFamily="34" charset="-122"/>
              </a:rPr>
              <a:t>根</a:t>
            </a:r>
            <a:r>
              <a:rPr lang="en-US" altLang="zh-CN" sz="1050" b="1" dirty="0">
                <a:solidFill>
                  <a:srgbClr val="1D1D1A"/>
                </a:solidFill>
                <a:latin typeface="微软雅黑" panose="020B0503020204020204" pitchFamily="34" charset="-122"/>
                <a:ea typeface="微软雅黑" panose="020B0503020204020204" pitchFamily="34" charset="-122"/>
              </a:rPr>
              <a:t>  </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sp>
        <p:nvSpPr>
          <p:cNvPr id="74" name="矩形 73"/>
          <p:cNvSpPr/>
          <p:nvPr/>
        </p:nvSpPr>
        <p:spPr>
          <a:xfrm>
            <a:off x="3696473" y="2187945"/>
            <a:ext cx="1244448" cy="450491"/>
          </a:xfrm>
          <a:prstGeom prst="rect">
            <a:avLst/>
          </a:prstGeom>
          <a:solidFill>
            <a:srgbClr val="00B0F0"/>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CAT5E</a:t>
            </a:r>
            <a:r>
              <a:rPr lang="zh-CN" altLang="en-US" sz="1050" b="1" dirty="0">
                <a:solidFill>
                  <a:srgbClr val="1D1D1A"/>
                </a:solidFill>
                <a:latin typeface="微软雅黑" panose="020B0503020204020204" pitchFamily="34" charset="-122"/>
                <a:ea typeface="微软雅黑" panose="020B0503020204020204" pitchFamily="34" charset="-122"/>
              </a:rPr>
              <a:t>网线</a:t>
            </a:r>
            <a:r>
              <a:rPr lang="en-US" altLang="zh-CN" sz="1050" b="1" dirty="0">
                <a:solidFill>
                  <a:srgbClr val="1D1D1A"/>
                </a:solidFill>
                <a:latin typeface="微软雅黑" panose="020B0503020204020204" pitchFamily="34" charset="-122"/>
                <a:ea typeface="微软雅黑" panose="020B0503020204020204" pitchFamily="34" charset="-122"/>
              </a:rPr>
              <a:t>-50M </a:t>
            </a:r>
            <a:endParaRPr lang="en-US" altLang="zh-CN" sz="1050" b="1" dirty="0">
              <a:solidFill>
                <a:srgbClr val="1D1D1A"/>
              </a:solidFill>
              <a:latin typeface="微软雅黑" panose="020B0503020204020204" pitchFamily="34" charset="-122"/>
              <a:ea typeface="微软雅黑" panose="020B0503020204020204" pitchFamily="34" charset="-122"/>
            </a:endParaRPr>
          </a:p>
          <a:p>
            <a:pPr algn="ctr" defTabSz="1218565"/>
            <a:r>
              <a:rPr lang="en-US" altLang="zh-CN" sz="1050" b="1" dirty="0">
                <a:solidFill>
                  <a:srgbClr val="1D1D1A"/>
                </a:solidFill>
                <a:latin typeface="微软雅黑" panose="020B0503020204020204" pitchFamily="34" charset="-122"/>
                <a:ea typeface="微软雅黑" panose="020B0503020204020204" pitchFamily="34" charset="-122"/>
              </a:rPr>
              <a:t>5</a:t>
            </a:r>
            <a:r>
              <a:rPr lang="zh-CN" altLang="en-US" sz="1050" b="1" dirty="0">
                <a:solidFill>
                  <a:srgbClr val="1D1D1A"/>
                </a:solidFill>
                <a:latin typeface="微软雅黑" panose="020B0503020204020204" pitchFamily="34" charset="-122"/>
                <a:ea typeface="微软雅黑" panose="020B0503020204020204" pitchFamily="34" charset="-122"/>
              </a:rPr>
              <a:t>根</a:t>
            </a:r>
            <a:r>
              <a:rPr lang="en-US" altLang="zh-CN" sz="1050" b="1" dirty="0">
                <a:solidFill>
                  <a:srgbClr val="1D1D1A"/>
                </a:solidFill>
                <a:latin typeface="微软雅黑" panose="020B0503020204020204" pitchFamily="34" charset="-122"/>
                <a:ea typeface="微软雅黑" panose="020B0503020204020204" pitchFamily="34" charset="-122"/>
              </a:rPr>
              <a:t>  </a:t>
            </a:r>
            <a:endParaRPr lang="zh-CN" altLang="en-US" sz="1050" b="1" dirty="0">
              <a:solidFill>
                <a:srgbClr val="1D1D1A"/>
              </a:solidFill>
              <a:latin typeface="微软雅黑" panose="020B0503020204020204" pitchFamily="34" charset="-122"/>
              <a:ea typeface="微软雅黑" panose="020B0503020204020204" pitchFamily="34" charset="-122"/>
            </a:endParaRPr>
          </a:p>
        </p:txBody>
      </p:sp>
      <p:pic>
        <p:nvPicPr>
          <p:cNvPr id="75" name="图片 74" descr="通用服务器-蓝.png"/>
          <p:cNvPicPr>
            <a:picLocks noChangeAspect="1"/>
          </p:cNvPicPr>
          <p:nvPr>
            <p:custDataLst>
              <p:tags r:id="rId23"/>
            </p:custDataLst>
          </p:nvPr>
        </p:nvPicPr>
        <p:blipFill>
          <a:blip r:embed="rId24" cstate="print"/>
          <a:stretch>
            <a:fillRect/>
          </a:stretch>
        </p:blipFill>
        <p:spPr>
          <a:xfrm>
            <a:off x="4134936" y="2738183"/>
            <a:ext cx="367521" cy="264692"/>
          </a:xfrm>
          <a:prstGeom prst="rect">
            <a:avLst/>
          </a:prstGeom>
        </p:spPr>
      </p:pic>
      <p:cxnSp>
        <p:nvCxnSpPr>
          <p:cNvPr id="76" name="直接连接符 75"/>
          <p:cNvCxnSpPr>
            <a:stCxn id="75" idx="0"/>
            <a:endCxn id="29" idx="2"/>
          </p:cNvCxnSpPr>
          <p:nvPr/>
        </p:nvCxnSpPr>
        <p:spPr>
          <a:xfrm flipV="1">
            <a:off x="4318698" y="1565296"/>
            <a:ext cx="1407359" cy="1172887"/>
          </a:xfrm>
          <a:prstGeom prst="line">
            <a:avLst/>
          </a:prstGeom>
          <a:ln w="63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flipH="1">
            <a:off x="3691533" y="3092402"/>
            <a:ext cx="1217240" cy="369199"/>
          </a:xfrm>
          <a:prstGeom prst="rect">
            <a:avLst/>
          </a:prstGeom>
          <a:noFill/>
        </p:spPr>
        <p:txBody>
          <a:bodyPr wrap="square" lIns="0" tIns="0" rIns="0" bIns="0" rtlCol="0">
            <a:spAutoFit/>
          </a:bodyPr>
          <a:lstStyle/>
          <a:p>
            <a:pPr algn="ctr" defTabSz="913130">
              <a:defRPr/>
            </a:pPr>
            <a:r>
              <a:rPr kumimoji="1" lang="en-US" altLang="zh-CN" sz="1200" b="1" dirty="0">
                <a:solidFill>
                  <a:srgbClr val="000000"/>
                </a:solidFill>
                <a:latin typeface="微软雅黑" panose="020B0503020204020204" pitchFamily="34" charset="-122"/>
                <a:ea typeface="微软雅黑" panose="020B0503020204020204" pitchFamily="34" charset="-122"/>
              </a:rPr>
              <a:t>CCAEx3</a:t>
            </a:r>
            <a:endParaRPr kumimoji="1" lang="en-US" altLang="zh-CN" sz="1200" b="1" dirty="0">
              <a:solidFill>
                <a:srgbClr val="000000"/>
              </a:solidFill>
              <a:latin typeface="微软雅黑" panose="020B0503020204020204" pitchFamily="34" charset="-122"/>
              <a:ea typeface="微软雅黑" panose="020B0503020204020204" pitchFamily="34" charset="-122"/>
            </a:endParaRPr>
          </a:p>
          <a:p>
            <a:pPr algn="ctr" defTabSz="913130">
              <a:defRPr/>
            </a:pPr>
            <a:r>
              <a:rPr kumimoji="1" lang="zh-CN" altLang="en-US" sz="1200" b="1" dirty="0">
                <a:solidFill>
                  <a:srgbClr val="000000"/>
                </a:solidFill>
                <a:latin typeface="微软雅黑" panose="020B0503020204020204" pitchFamily="34" charset="-122"/>
                <a:ea typeface="微软雅黑" panose="020B0503020204020204" pitchFamily="34" charset="-122"/>
              </a:rPr>
              <a:t>跳板机</a:t>
            </a:r>
            <a:r>
              <a:rPr kumimoji="1" lang="en-US" altLang="zh-CN" sz="1200" b="1" dirty="0">
                <a:solidFill>
                  <a:srgbClr val="000000"/>
                </a:solidFill>
                <a:latin typeface="微软雅黑" panose="020B0503020204020204" pitchFamily="34" charset="-122"/>
                <a:ea typeface="微软雅黑" panose="020B0503020204020204" pitchFamily="34" charset="-122"/>
              </a:rPr>
              <a:t>x2</a:t>
            </a:r>
            <a:endParaRPr kumimoji="1"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4" name="矩形 53"/>
          <p:cNvSpPr/>
          <p:nvPr/>
        </p:nvSpPr>
        <p:spPr>
          <a:xfrm>
            <a:off x="10038735" y="301226"/>
            <a:ext cx="1690560" cy="42907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dirty="0">
                <a:solidFill>
                  <a:srgbClr val="C00000"/>
                </a:solidFill>
              </a:rPr>
              <a:t>已刷新</a:t>
            </a:r>
            <a:endParaRPr lang="zh-CN" altLang="en-US" dirty="0">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55048" y="270550"/>
            <a:ext cx="10210362" cy="368850"/>
          </a:xfrm>
          <a:prstGeom prst="rect">
            <a:avLst/>
          </a:prstGeom>
          <a:noFill/>
        </p:spPr>
        <p:txBody>
          <a:bodyPr wrap="square" lIns="0" tIns="0" rIns="0" bIns="0" rtlCol="0">
            <a:spAutoFit/>
          </a:bodyPr>
          <a:lstStyle/>
          <a:p>
            <a:pPr defTabSz="914400">
              <a:defRPr/>
            </a:pPr>
            <a:r>
              <a:rPr kumimoji="1" lang="zh-CN" altLang="en-US" sz="2400" b="1" dirty="0">
                <a:solidFill>
                  <a:srgbClr val="C00000"/>
                </a:solidFill>
                <a:latin typeface="微软雅黑" panose="020B0503020204020204" pitchFamily="34" charset="-122"/>
                <a:ea typeface="微软雅黑" panose="020B0503020204020204" pitchFamily="34" charset="-122"/>
              </a:rPr>
              <a:t>运维方案设计</a:t>
            </a:r>
            <a:endParaRPr kumimoji="1" lang="zh-CN" altLang="en-US" sz="2400" b="1" dirty="0">
              <a:solidFill>
                <a:srgbClr val="C00000"/>
              </a:solidFill>
              <a:latin typeface="微软雅黑" panose="020B0503020204020204" pitchFamily="34" charset="-122"/>
              <a:ea typeface="微软雅黑" panose="020B0503020204020204" pitchFamily="34" charset="-122"/>
            </a:endParaRPr>
          </a:p>
        </p:txBody>
      </p:sp>
      <p:graphicFrame>
        <p:nvGraphicFramePr>
          <p:cNvPr id="128" name="表格 127"/>
          <p:cNvGraphicFramePr>
            <a:graphicFrameLocks noGrp="1"/>
          </p:cNvGraphicFramePr>
          <p:nvPr/>
        </p:nvGraphicFramePr>
        <p:xfrm>
          <a:off x="5743135" y="1112685"/>
          <a:ext cx="6042562" cy="2820257"/>
        </p:xfrm>
        <a:graphic>
          <a:graphicData uri="http://schemas.openxmlformats.org/drawingml/2006/table">
            <a:tbl>
              <a:tblPr firstRow="1" bandRow="1">
                <a:tableStyleId>{72833802-FEF1-4C79-8D5D-14CF1EAF98D9}</a:tableStyleId>
              </a:tblPr>
              <a:tblGrid>
                <a:gridCol w="584507"/>
                <a:gridCol w="2105779"/>
                <a:gridCol w="1087983"/>
                <a:gridCol w="2264293"/>
              </a:tblGrid>
              <a:tr h="583751">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No</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419" marR="91419" marT="45709" marB="4570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对接系统</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419" marR="91419" marT="45709" marB="4570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接口方向</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作用</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r>
              <a:tr h="684652">
                <a:tc>
                  <a:txBody>
                    <a:bodyPr/>
                    <a:lstStyle>
                      <a:lvl1pPr marL="0" algn="l" defTabSz="1188085" rtl="0" eaLnBrk="1" latinLnBrk="0" hangingPunct="1">
                        <a:defRPr sz="2340" kern="1200">
                          <a:solidFill>
                            <a:schemeClr val="tx1"/>
                          </a:solidFill>
                          <a:latin typeface="Arial" panose="020B0604020202020204"/>
                          <a:ea typeface="微软雅黑"/>
                        </a:defRPr>
                      </a:lvl1pPr>
                      <a:lvl2pPr marL="593725" algn="l" defTabSz="1188085" rtl="0" eaLnBrk="1" latinLnBrk="0" hangingPunct="1">
                        <a:defRPr sz="2340" kern="1200">
                          <a:solidFill>
                            <a:schemeClr val="tx1"/>
                          </a:solidFill>
                          <a:latin typeface="Arial" panose="020B0604020202020204"/>
                          <a:ea typeface="微软雅黑"/>
                        </a:defRPr>
                      </a:lvl2pPr>
                      <a:lvl3pPr marL="1188085" algn="l" defTabSz="1188085" rtl="0" eaLnBrk="1" latinLnBrk="0" hangingPunct="1">
                        <a:defRPr sz="2340" kern="1200">
                          <a:solidFill>
                            <a:schemeClr val="tx1"/>
                          </a:solidFill>
                          <a:latin typeface="Arial" panose="020B0604020202020204"/>
                          <a:ea typeface="微软雅黑"/>
                        </a:defRPr>
                      </a:lvl3pPr>
                      <a:lvl4pPr marL="1781810" algn="l" defTabSz="1188085" rtl="0" eaLnBrk="1" latinLnBrk="0" hangingPunct="1">
                        <a:defRPr sz="2340" kern="1200">
                          <a:solidFill>
                            <a:schemeClr val="tx1"/>
                          </a:solidFill>
                          <a:latin typeface="Arial" panose="020B0604020202020204"/>
                          <a:ea typeface="微软雅黑"/>
                        </a:defRPr>
                      </a:lvl4pPr>
                      <a:lvl5pPr marL="2375535" algn="l" defTabSz="1188085" rtl="0" eaLnBrk="1" latinLnBrk="0" hangingPunct="1">
                        <a:defRPr sz="2340" kern="1200">
                          <a:solidFill>
                            <a:schemeClr val="tx1"/>
                          </a:solidFill>
                          <a:latin typeface="Arial" panose="020B0604020202020204"/>
                          <a:ea typeface="微软雅黑"/>
                        </a:defRPr>
                      </a:lvl5pPr>
                      <a:lvl6pPr marL="2969260" algn="l" defTabSz="1188085" rtl="0" eaLnBrk="1" latinLnBrk="0" hangingPunct="1">
                        <a:defRPr sz="2340" kern="1200">
                          <a:solidFill>
                            <a:schemeClr val="tx1"/>
                          </a:solidFill>
                          <a:latin typeface="Arial" panose="020B0604020202020204"/>
                          <a:ea typeface="微软雅黑"/>
                        </a:defRPr>
                      </a:lvl6pPr>
                      <a:lvl7pPr marL="3563620" algn="l" defTabSz="1188085" rtl="0" eaLnBrk="1" latinLnBrk="0" hangingPunct="1">
                        <a:defRPr sz="2340" kern="1200">
                          <a:solidFill>
                            <a:schemeClr val="tx1"/>
                          </a:solidFill>
                          <a:latin typeface="Arial" panose="020B0604020202020204"/>
                          <a:ea typeface="微软雅黑"/>
                        </a:defRPr>
                      </a:lvl7pPr>
                      <a:lvl8pPr marL="4157345" algn="l" defTabSz="1188085" rtl="0" eaLnBrk="1" latinLnBrk="0" hangingPunct="1">
                        <a:defRPr sz="2340" kern="1200">
                          <a:solidFill>
                            <a:schemeClr val="tx1"/>
                          </a:solidFill>
                          <a:latin typeface="Arial" panose="020B0604020202020204"/>
                          <a:ea typeface="微软雅黑"/>
                        </a:defRPr>
                      </a:lvl8pPr>
                      <a:lvl9pPr marL="4751070" algn="l" defTabSz="1188085" rtl="0" eaLnBrk="1" latinLnBrk="0" hangingPunct="1">
                        <a:defRPr sz="2340" kern="1200">
                          <a:solidFill>
                            <a:schemeClr val="tx1"/>
                          </a:solidFill>
                          <a:latin typeface="Arial" panose="020B0604020202020204"/>
                          <a:ea typeface="微软雅黑"/>
                        </a:defRPr>
                      </a:lvl9pPr>
                    </a:lstStyle>
                    <a:p>
                      <a:pPr marL="0" algn="ctr" defTabSz="1188085" rtl="0" eaLnBrk="1" latinLnBrk="0" hangingPunct="1">
                        <a:lnSpc>
                          <a:spcPct val="150000"/>
                        </a:lnSpc>
                      </a:pPr>
                      <a:r>
                        <a:rPr lang="en-US" altLang="zh-CN" sz="12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47" marR="91347" marT="45673" marB="456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1188085" rtl="0" eaLnBrk="1" latinLnBrk="0" hangingPunct="1">
                        <a:defRPr sz="2340" kern="1200">
                          <a:solidFill>
                            <a:schemeClr val="tx1"/>
                          </a:solidFill>
                          <a:latin typeface="Arial" panose="020B0604020202020204"/>
                          <a:ea typeface="微软雅黑"/>
                        </a:defRPr>
                      </a:lvl1pPr>
                      <a:lvl2pPr marL="593725" algn="l" defTabSz="1188085" rtl="0" eaLnBrk="1" latinLnBrk="0" hangingPunct="1">
                        <a:defRPr sz="2340" kern="1200">
                          <a:solidFill>
                            <a:schemeClr val="tx1"/>
                          </a:solidFill>
                          <a:latin typeface="Arial" panose="020B0604020202020204"/>
                          <a:ea typeface="微软雅黑"/>
                        </a:defRPr>
                      </a:lvl2pPr>
                      <a:lvl3pPr marL="1188085" algn="l" defTabSz="1188085" rtl="0" eaLnBrk="1" latinLnBrk="0" hangingPunct="1">
                        <a:defRPr sz="2340" kern="1200">
                          <a:solidFill>
                            <a:schemeClr val="tx1"/>
                          </a:solidFill>
                          <a:latin typeface="Arial" panose="020B0604020202020204"/>
                          <a:ea typeface="微软雅黑"/>
                        </a:defRPr>
                      </a:lvl3pPr>
                      <a:lvl4pPr marL="1781810" algn="l" defTabSz="1188085" rtl="0" eaLnBrk="1" latinLnBrk="0" hangingPunct="1">
                        <a:defRPr sz="2340" kern="1200">
                          <a:solidFill>
                            <a:schemeClr val="tx1"/>
                          </a:solidFill>
                          <a:latin typeface="Arial" panose="020B0604020202020204"/>
                          <a:ea typeface="微软雅黑"/>
                        </a:defRPr>
                      </a:lvl4pPr>
                      <a:lvl5pPr marL="2375535" algn="l" defTabSz="1188085" rtl="0" eaLnBrk="1" latinLnBrk="0" hangingPunct="1">
                        <a:defRPr sz="2340" kern="1200">
                          <a:solidFill>
                            <a:schemeClr val="tx1"/>
                          </a:solidFill>
                          <a:latin typeface="Arial" panose="020B0604020202020204"/>
                          <a:ea typeface="微软雅黑"/>
                        </a:defRPr>
                      </a:lvl5pPr>
                      <a:lvl6pPr marL="2969260" algn="l" defTabSz="1188085" rtl="0" eaLnBrk="1" latinLnBrk="0" hangingPunct="1">
                        <a:defRPr sz="2340" kern="1200">
                          <a:solidFill>
                            <a:schemeClr val="tx1"/>
                          </a:solidFill>
                          <a:latin typeface="Arial" panose="020B0604020202020204"/>
                          <a:ea typeface="微软雅黑"/>
                        </a:defRPr>
                      </a:lvl6pPr>
                      <a:lvl7pPr marL="3563620" algn="l" defTabSz="1188085" rtl="0" eaLnBrk="1" latinLnBrk="0" hangingPunct="1">
                        <a:defRPr sz="2340" kern="1200">
                          <a:solidFill>
                            <a:schemeClr val="tx1"/>
                          </a:solidFill>
                          <a:latin typeface="Arial" panose="020B0604020202020204"/>
                          <a:ea typeface="微软雅黑"/>
                        </a:defRPr>
                      </a:lvl7pPr>
                      <a:lvl8pPr marL="4157345" algn="l" defTabSz="1188085" rtl="0" eaLnBrk="1" latinLnBrk="0" hangingPunct="1">
                        <a:defRPr sz="2340" kern="1200">
                          <a:solidFill>
                            <a:schemeClr val="tx1"/>
                          </a:solidFill>
                          <a:latin typeface="Arial" panose="020B0604020202020204"/>
                          <a:ea typeface="微软雅黑"/>
                        </a:defRPr>
                      </a:lvl8pPr>
                      <a:lvl9pPr marL="4751070" algn="l" defTabSz="1188085" rtl="0" eaLnBrk="1" latinLnBrk="0" hangingPunct="1">
                        <a:defRPr sz="2340" kern="1200">
                          <a:solidFill>
                            <a:schemeClr val="tx1"/>
                          </a:solidFill>
                          <a:latin typeface="Arial" panose="020B0604020202020204"/>
                          <a:ea typeface="微软雅黑"/>
                        </a:defRPr>
                      </a:lvl9pPr>
                    </a:lstStyle>
                    <a:p>
                      <a:pPr marL="0" algn="ctr" defTabSz="1188085" rtl="0" eaLnBrk="1" latinLnBrk="0" hangingPunct="1">
                        <a:lnSpc>
                          <a:spcPct val="100000"/>
                        </a:lnSpc>
                      </a:pPr>
                      <a:r>
                        <a:rPr lang="zh-CN" altLang="en-US" sz="1200" b="0" kern="1200" dirty="0">
                          <a:solidFill>
                            <a:schemeClr val="bg1">
                              <a:lumMod val="50000"/>
                            </a:schemeClr>
                          </a:solidFill>
                          <a:latin typeface="微软雅黑" panose="020B0503020204020204" pitchFamily="34" charset="-122"/>
                          <a:ea typeface="微软雅黑" panose="020B0503020204020204" pitchFamily="34" charset="-122"/>
                          <a:cs typeface="+mn-cs"/>
                        </a:rPr>
                        <a:t>灵衢网络（</a:t>
                      </a:r>
                      <a:r>
                        <a:rPr lang="en-US" altLang="zh-CN" sz="1200" b="0" kern="1200" dirty="0">
                          <a:solidFill>
                            <a:schemeClr val="bg1">
                              <a:lumMod val="50000"/>
                            </a:schemeClr>
                          </a:solidFill>
                          <a:latin typeface="微软雅黑" panose="020B0503020204020204" pitchFamily="34" charset="-122"/>
                          <a:ea typeface="微软雅黑" panose="020B0503020204020204" pitchFamily="34" charset="-122"/>
                          <a:cs typeface="+mn-cs"/>
                        </a:rPr>
                        <a:t>950</a:t>
                      </a:r>
                      <a:r>
                        <a:rPr lang="zh-CN" altLang="en-US" sz="1200" b="0" kern="1200" dirty="0">
                          <a:solidFill>
                            <a:schemeClr val="bg1">
                              <a:lumMod val="50000"/>
                            </a:schemeClr>
                          </a:solidFill>
                          <a:latin typeface="微软雅黑" panose="020B0503020204020204" pitchFamily="34" charset="-122"/>
                          <a:ea typeface="微软雅黑" panose="020B0503020204020204" pitchFamily="34" charset="-122"/>
                          <a:cs typeface="+mn-cs"/>
                        </a:rPr>
                        <a:t>）</a:t>
                      </a:r>
                      <a:endParaRPr lang="en-US" altLang="zh-CN" sz="1200" b="0" kern="1200" dirty="0">
                        <a:solidFill>
                          <a:schemeClr val="bg1">
                            <a:lumMod val="50000"/>
                          </a:schemeClr>
                        </a:solidFill>
                        <a:latin typeface="微软雅黑" panose="020B0503020204020204" pitchFamily="34" charset="-122"/>
                        <a:ea typeface="微软雅黑" panose="020B0503020204020204" pitchFamily="34" charset="-122"/>
                        <a:cs typeface="+mn-cs"/>
                      </a:endParaRPr>
                    </a:p>
                  </a:txBody>
                  <a:tcPr marL="91347" marR="91347" marT="45673" marB="456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1188085" rtl="0" eaLnBrk="1" latinLnBrk="0" hangingPunct="1">
                        <a:defRPr sz="2340" kern="1200">
                          <a:solidFill>
                            <a:schemeClr val="tx1"/>
                          </a:solidFill>
                          <a:latin typeface="Arial" panose="020B0604020202020204"/>
                          <a:ea typeface="微软雅黑"/>
                        </a:defRPr>
                      </a:lvl1pPr>
                      <a:lvl2pPr marL="593725" algn="l" defTabSz="1188085" rtl="0" eaLnBrk="1" latinLnBrk="0" hangingPunct="1">
                        <a:defRPr sz="2340" kern="1200">
                          <a:solidFill>
                            <a:schemeClr val="tx1"/>
                          </a:solidFill>
                          <a:latin typeface="Arial" panose="020B0604020202020204"/>
                          <a:ea typeface="微软雅黑"/>
                        </a:defRPr>
                      </a:lvl2pPr>
                      <a:lvl3pPr marL="1188085" algn="l" defTabSz="1188085" rtl="0" eaLnBrk="1" latinLnBrk="0" hangingPunct="1">
                        <a:defRPr sz="2340" kern="1200">
                          <a:solidFill>
                            <a:schemeClr val="tx1"/>
                          </a:solidFill>
                          <a:latin typeface="Arial" panose="020B0604020202020204"/>
                          <a:ea typeface="微软雅黑"/>
                        </a:defRPr>
                      </a:lvl3pPr>
                      <a:lvl4pPr marL="1781810" algn="l" defTabSz="1188085" rtl="0" eaLnBrk="1" latinLnBrk="0" hangingPunct="1">
                        <a:defRPr sz="2340" kern="1200">
                          <a:solidFill>
                            <a:schemeClr val="tx1"/>
                          </a:solidFill>
                          <a:latin typeface="Arial" panose="020B0604020202020204"/>
                          <a:ea typeface="微软雅黑"/>
                        </a:defRPr>
                      </a:lvl4pPr>
                      <a:lvl5pPr marL="2375535" algn="l" defTabSz="1188085" rtl="0" eaLnBrk="1" latinLnBrk="0" hangingPunct="1">
                        <a:defRPr sz="2340" kern="1200">
                          <a:solidFill>
                            <a:schemeClr val="tx1"/>
                          </a:solidFill>
                          <a:latin typeface="Arial" panose="020B0604020202020204"/>
                          <a:ea typeface="微软雅黑"/>
                        </a:defRPr>
                      </a:lvl5pPr>
                      <a:lvl6pPr marL="2969260" algn="l" defTabSz="1188085" rtl="0" eaLnBrk="1" latinLnBrk="0" hangingPunct="1">
                        <a:defRPr sz="2340" kern="1200">
                          <a:solidFill>
                            <a:schemeClr val="tx1"/>
                          </a:solidFill>
                          <a:latin typeface="Arial" panose="020B0604020202020204"/>
                          <a:ea typeface="微软雅黑"/>
                        </a:defRPr>
                      </a:lvl6pPr>
                      <a:lvl7pPr marL="3563620" algn="l" defTabSz="1188085" rtl="0" eaLnBrk="1" latinLnBrk="0" hangingPunct="1">
                        <a:defRPr sz="2340" kern="1200">
                          <a:solidFill>
                            <a:schemeClr val="tx1"/>
                          </a:solidFill>
                          <a:latin typeface="Arial" panose="020B0604020202020204"/>
                          <a:ea typeface="微软雅黑"/>
                        </a:defRPr>
                      </a:lvl7pPr>
                      <a:lvl8pPr marL="4157345" algn="l" defTabSz="1188085" rtl="0" eaLnBrk="1" latinLnBrk="0" hangingPunct="1">
                        <a:defRPr sz="2340" kern="1200">
                          <a:solidFill>
                            <a:schemeClr val="tx1"/>
                          </a:solidFill>
                          <a:latin typeface="Arial" panose="020B0604020202020204"/>
                          <a:ea typeface="微软雅黑"/>
                        </a:defRPr>
                      </a:lvl8pPr>
                      <a:lvl9pPr marL="4751070" algn="l" defTabSz="1188085" rtl="0" eaLnBrk="1" latinLnBrk="0" hangingPunct="1">
                        <a:defRPr sz="2340" kern="1200">
                          <a:solidFill>
                            <a:schemeClr val="tx1"/>
                          </a:solidFill>
                          <a:latin typeface="Arial" panose="020B0604020202020204"/>
                          <a:ea typeface="微软雅黑"/>
                        </a:defRPr>
                      </a:lvl9pPr>
                    </a:lstStyle>
                    <a:p>
                      <a:pPr marL="0" marR="0" lvl="0" indent="0" algn="ctr" defTabSz="1187450" rtl="0" eaLnBrk="1" fontAlgn="auto" latinLnBrk="0" hangingPunct="1">
                        <a:lnSpc>
                          <a:spcPct val="100000"/>
                        </a:lnSpc>
                        <a:spcBef>
                          <a:spcPts val="0"/>
                        </a:spcBef>
                        <a:spcAft>
                          <a:spcPts val="0"/>
                        </a:spcAft>
                        <a:buClrTx/>
                        <a:buSzTx/>
                        <a:buFontTx/>
                        <a:buNone/>
                        <a:defRPr/>
                      </a:pP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南向</a:t>
                      </a:r>
                      <a:endPar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1347" marR="91347" marT="45673" marB="456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1188085" rtl="0" eaLnBrk="1" latinLnBrk="0" hangingPunct="1">
                        <a:defRPr sz="2340" kern="1200">
                          <a:solidFill>
                            <a:schemeClr val="tx1"/>
                          </a:solidFill>
                          <a:latin typeface="Arial" panose="020B0604020202020204"/>
                          <a:ea typeface="微软雅黑"/>
                        </a:defRPr>
                      </a:lvl1pPr>
                      <a:lvl2pPr marL="593725" algn="l" defTabSz="1188085" rtl="0" eaLnBrk="1" latinLnBrk="0" hangingPunct="1">
                        <a:defRPr sz="2340" kern="1200">
                          <a:solidFill>
                            <a:schemeClr val="tx1"/>
                          </a:solidFill>
                          <a:latin typeface="Arial" panose="020B0604020202020204"/>
                          <a:ea typeface="微软雅黑"/>
                        </a:defRPr>
                      </a:lvl2pPr>
                      <a:lvl3pPr marL="1188085" algn="l" defTabSz="1188085" rtl="0" eaLnBrk="1" latinLnBrk="0" hangingPunct="1">
                        <a:defRPr sz="2340" kern="1200">
                          <a:solidFill>
                            <a:schemeClr val="tx1"/>
                          </a:solidFill>
                          <a:latin typeface="Arial" panose="020B0604020202020204"/>
                          <a:ea typeface="微软雅黑"/>
                        </a:defRPr>
                      </a:lvl3pPr>
                      <a:lvl4pPr marL="1781810" algn="l" defTabSz="1188085" rtl="0" eaLnBrk="1" latinLnBrk="0" hangingPunct="1">
                        <a:defRPr sz="2340" kern="1200">
                          <a:solidFill>
                            <a:schemeClr val="tx1"/>
                          </a:solidFill>
                          <a:latin typeface="Arial" panose="020B0604020202020204"/>
                          <a:ea typeface="微软雅黑"/>
                        </a:defRPr>
                      </a:lvl4pPr>
                      <a:lvl5pPr marL="2375535" algn="l" defTabSz="1188085" rtl="0" eaLnBrk="1" latinLnBrk="0" hangingPunct="1">
                        <a:defRPr sz="2340" kern="1200">
                          <a:solidFill>
                            <a:schemeClr val="tx1"/>
                          </a:solidFill>
                          <a:latin typeface="Arial" panose="020B0604020202020204"/>
                          <a:ea typeface="微软雅黑"/>
                        </a:defRPr>
                      </a:lvl5pPr>
                      <a:lvl6pPr marL="2969260" algn="l" defTabSz="1188085" rtl="0" eaLnBrk="1" latinLnBrk="0" hangingPunct="1">
                        <a:defRPr sz="2340" kern="1200">
                          <a:solidFill>
                            <a:schemeClr val="tx1"/>
                          </a:solidFill>
                          <a:latin typeface="Arial" panose="020B0604020202020204"/>
                          <a:ea typeface="微软雅黑"/>
                        </a:defRPr>
                      </a:lvl6pPr>
                      <a:lvl7pPr marL="3563620" algn="l" defTabSz="1188085" rtl="0" eaLnBrk="1" latinLnBrk="0" hangingPunct="1">
                        <a:defRPr sz="2340" kern="1200">
                          <a:solidFill>
                            <a:schemeClr val="tx1"/>
                          </a:solidFill>
                          <a:latin typeface="Arial" panose="020B0604020202020204"/>
                          <a:ea typeface="微软雅黑"/>
                        </a:defRPr>
                      </a:lvl7pPr>
                      <a:lvl8pPr marL="4157345" algn="l" defTabSz="1188085" rtl="0" eaLnBrk="1" latinLnBrk="0" hangingPunct="1">
                        <a:defRPr sz="2340" kern="1200">
                          <a:solidFill>
                            <a:schemeClr val="tx1"/>
                          </a:solidFill>
                          <a:latin typeface="Arial" panose="020B0604020202020204"/>
                          <a:ea typeface="微软雅黑"/>
                        </a:defRPr>
                      </a:lvl8pPr>
                      <a:lvl9pPr marL="4751070" algn="l" defTabSz="1188085" rtl="0" eaLnBrk="1" latinLnBrk="0" hangingPunct="1">
                        <a:defRPr sz="2340" kern="1200">
                          <a:solidFill>
                            <a:schemeClr val="tx1"/>
                          </a:solidFill>
                          <a:latin typeface="Arial" panose="020B0604020202020204"/>
                          <a:ea typeface="微软雅黑"/>
                        </a:defRPr>
                      </a:lvl9pPr>
                    </a:lstStyle>
                    <a:p>
                      <a:pPr marL="0" marR="0" lvl="0" indent="0" algn="just" defTabSz="1187450" rtl="0" eaLnBrk="1" fontAlgn="auto" latinLnBrk="0" hangingPunct="1">
                        <a:lnSpc>
                          <a:spcPct val="100000"/>
                        </a:lnSpc>
                        <a:spcBef>
                          <a:spcPts val="0"/>
                        </a:spcBef>
                        <a:spcAft>
                          <a:spcPts val="0"/>
                        </a:spcAft>
                        <a:buClrTx/>
                        <a:buSzTx/>
                        <a:buFontTx/>
                        <a:buNone/>
                        <a:defRPr/>
                      </a:pP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灵衢网络设备状态、端口流量、告警信息收集</a:t>
                      </a:r>
                      <a:endPar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txBody>
                  <a:tcPr marL="91347" marR="91347" marT="45673" marB="4567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95966">
                <a:tc>
                  <a:txBody>
                    <a:bodyPr/>
                    <a:lstStyle/>
                    <a:p>
                      <a:pPr marL="0" marR="0" lvl="0" indent="0" algn="ctr" defTabSz="1188085" rtl="0" eaLnBrk="1" fontAlgn="auto" latinLnBrk="0" hangingPunct="1">
                        <a:lnSpc>
                          <a:spcPct val="150000"/>
                        </a:lnSpc>
                        <a:spcBef>
                          <a:spcPts val="0"/>
                        </a:spcBef>
                        <a:spcAft>
                          <a:spcPts val="0"/>
                        </a:spcAft>
                        <a:buClrTx/>
                        <a:buSzTx/>
                        <a:buFontTx/>
                        <a:buNone/>
                        <a:defRPr/>
                      </a:pPr>
                      <a:r>
                        <a:rPr lang="en-US" altLang="zh-CN" sz="1200" b="0" kern="1200" dirty="0">
                          <a:solidFill>
                            <a:schemeClr val="tx1"/>
                          </a:solidFill>
                          <a:latin typeface="微软雅黑" panose="020B0503020204020204" pitchFamily="34" charset="-122"/>
                          <a:ea typeface="微软雅黑" panose="020B0503020204020204" pitchFamily="34" charset="-122"/>
                          <a:cs typeface="+mn-cs"/>
                        </a:rPr>
                        <a:t>2</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188085" rtl="0" eaLnBrk="1" fontAlgn="auto" latinLnBrk="0" hangingPunct="1">
                        <a:lnSpc>
                          <a:spcPct val="150000"/>
                        </a:lnSpc>
                        <a:spcBef>
                          <a:spcPts val="0"/>
                        </a:spcBef>
                        <a:spcAft>
                          <a:spcPts val="0"/>
                        </a:spcAft>
                        <a:buClrTx/>
                        <a:buSzTx/>
                        <a:buFontTx/>
                        <a:buNone/>
                        <a:defRPr/>
                      </a:pPr>
                      <a:r>
                        <a:rPr lang="en-US" altLang="zh-CN" sz="1200" b="0" kern="1200" dirty="0" err="1">
                          <a:solidFill>
                            <a:schemeClr val="tx1"/>
                          </a:solidFill>
                          <a:latin typeface="微软雅黑" panose="020B0503020204020204" pitchFamily="34" charset="-122"/>
                          <a:ea typeface="微软雅黑" panose="020B0503020204020204" pitchFamily="34" charset="-122"/>
                          <a:cs typeface="+mn-cs"/>
                        </a:rPr>
                        <a:t>PoDManager</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187450" rtl="0" eaLnBrk="1" fontAlgn="auto" latinLnBrk="0" hangingPunct="1">
                        <a:lnSpc>
                          <a:spcPct val="150000"/>
                        </a:lnSpc>
                        <a:spcBef>
                          <a:spcPts val="0"/>
                        </a:spcBef>
                        <a:spcAft>
                          <a:spcPts val="0"/>
                        </a:spcAft>
                        <a:buClrTx/>
                        <a:buSzTx/>
                        <a:buFontTx/>
                        <a:buNone/>
                        <a:defRPr/>
                      </a:pPr>
                      <a:r>
                        <a:rPr lang="zh-CN" altLang="en-US" sz="1200" b="0" dirty="0">
                          <a:solidFill>
                            <a:schemeClr val="tx1"/>
                          </a:solidFill>
                          <a:latin typeface="微软雅黑" panose="020B0503020204020204" pitchFamily="34" charset="-122"/>
                          <a:ea typeface="微软雅黑" panose="020B0503020204020204" pitchFamily="34" charset="-122"/>
                        </a:rPr>
                        <a:t>南向</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187450" rtl="0" eaLnBrk="1" fontAlgn="auto" latinLnBrk="0" hangingPunct="1">
                        <a:lnSpc>
                          <a:spcPct val="150000"/>
                        </a:lnSpc>
                        <a:spcBef>
                          <a:spcPts val="0"/>
                        </a:spcBef>
                        <a:spcAft>
                          <a:spcPts val="0"/>
                        </a:spcAft>
                        <a:buClrTx/>
                        <a:buSzTx/>
                        <a:buFontTx/>
                        <a:buNone/>
                        <a:defRPr/>
                      </a:pPr>
                      <a:r>
                        <a:rPr lang="en-US" altLang="zh-CN" sz="1200" b="0" dirty="0">
                          <a:solidFill>
                            <a:schemeClr val="tx1"/>
                          </a:solidFill>
                          <a:latin typeface="微软雅黑" panose="020B0503020204020204" pitchFamily="34" charset="-122"/>
                          <a:ea typeface="微软雅黑" panose="020B0503020204020204" pitchFamily="34" charset="-122"/>
                        </a:rPr>
                        <a:t>L0 UBM</a:t>
                      </a:r>
                      <a:r>
                        <a:rPr lang="zh-CN" altLang="en-US"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L1</a:t>
                      </a:r>
                      <a:r>
                        <a:rPr lang="zh-CN" altLang="en-US"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SFU</a:t>
                      </a:r>
                      <a:r>
                        <a:rPr lang="zh-CN" altLang="en-US"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UBM</a:t>
                      </a:r>
                      <a:r>
                        <a:rPr lang="zh-CN" altLang="en-US" sz="1200" b="0" dirty="0">
                          <a:solidFill>
                            <a:schemeClr val="tx1"/>
                          </a:solidFill>
                          <a:latin typeface="微软雅黑" panose="020B0503020204020204" pitchFamily="34" charset="-122"/>
                          <a:ea typeface="微软雅黑" panose="020B0503020204020204" pitchFamily="34" charset="-122"/>
                        </a:rPr>
                        <a:t>数据及告警</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5888">
                <a:tc>
                  <a:txBody>
                    <a:bodyPr/>
                    <a:lstStyle/>
                    <a:p>
                      <a:pPr marL="0" marR="0" lvl="0" indent="0" algn="ctr" defTabSz="1188085" rtl="0" eaLnBrk="1" fontAlgn="auto" latinLnBrk="0" hangingPunct="1">
                        <a:lnSpc>
                          <a:spcPct val="150000"/>
                        </a:lnSpc>
                        <a:spcBef>
                          <a:spcPts val="0"/>
                        </a:spcBef>
                        <a:spcAft>
                          <a:spcPts val="0"/>
                        </a:spcAft>
                        <a:buClrTx/>
                        <a:buSzTx/>
                        <a:buFontTx/>
                        <a:buNone/>
                        <a:defRPr/>
                      </a:pPr>
                      <a:r>
                        <a:rPr lang="en-US" altLang="zh-CN" sz="1200" b="0" kern="1200" dirty="0">
                          <a:solidFill>
                            <a:schemeClr val="tx1"/>
                          </a:solidFill>
                          <a:latin typeface="微软雅黑" panose="020B0503020204020204" pitchFamily="34" charset="-122"/>
                          <a:ea typeface="微软雅黑" panose="020B0503020204020204" pitchFamily="34" charset="-122"/>
                          <a:cs typeface="+mn-cs"/>
                        </a:rPr>
                        <a:t>3</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188085" rtl="0" eaLnBrk="1" fontAlgn="auto" latinLnBrk="0" hangingPunct="1">
                        <a:lnSpc>
                          <a:spcPct val="150000"/>
                        </a:lnSpc>
                        <a:spcBef>
                          <a:spcPts val="0"/>
                        </a:spcBef>
                        <a:spcAft>
                          <a:spcPts val="0"/>
                        </a:spcAft>
                        <a:buClrTx/>
                        <a:buSzTx/>
                        <a:buFontTx/>
                        <a:buNone/>
                        <a:defRPr/>
                      </a:pPr>
                      <a:r>
                        <a:rPr lang="zh-CN" altLang="en-US" sz="1200" b="0" kern="1200" dirty="0">
                          <a:solidFill>
                            <a:schemeClr val="tx1"/>
                          </a:solidFill>
                          <a:latin typeface="微软雅黑" panose="020B0503020204020204" pitchFamily="34" charset="-122"/>
                          <a:ea typeface="微软雅黑" panose="020B0503020204020204" pitchFamily="34" charset="-122"/>
                          <a:cs typeface="+mn-cs"/>
                        </a:rPr>
                        <a:t>ZJ网络运维管理平台</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187450" rtl="0" eaLnBrk="1" fontAlgn="auto" latinLnBrk="0" hangingPunct="1">
                        <a:lnSpc>
                          <a:spcPct val="150000"/>
                        </a:lnSpc>
                        <a:spcBef>
                          <a:spcPts val="0"/>
                        </a:spcBef>
                        <a:spcAft>
                          <a:spcPts val="0"/>
                        </a:spcAft>
                        <a:buClrTx/>
                        <a:buSzTx/>
                        <a:buFontTx/>
                        <a:buNone/>
                        <a:defRPr/>
                      </a:pPr>
                      <a:r>
                        <a:rPr lang="zh-CN" altLang="en-US" sz="1200" b="0" dirty="0">
                          <a:solidFill>
                            <a:schemeClr val="tx1"/>
                          </a:solidFill>
                          <a:latin typeface="微软雅黑" panose="020B0503020204020204" pitchFamily="34" charset="-122"/>
                          <a:ea typeface="微软雅黑" panose="020B0503020204020204" pitchFamily="34" charset="-122"/>
                        </a:rPr>
                        <a:t>北向</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1187450" rtl="0" eaLnBrk="1" fontAlgn="auto" latinLnBrk="0" hangingPunct="1">
                        <a:lnSpc>
                          <a:spcPct val="150000"/>
                        </a:lnSpc>
                        <a:spcBef>
                          <a:spcPts val="0"/>
                        </a:spcBef>
                        <a:spcAft>
                          <a:spcPts val="0"/>
                        </a:spcAft>
                        <a:buClrTx/>
                        <a:buSzTx/>
                        <a:buFontTx/>
                        <a:buNone/>
                        <a:defRPr/>
                      </a:pPr>
                      <a:r>
                        <a:rPr lang="en-US" altLang="zh-CN" sz="1200" b="0" dirty="0">
                          <a:solidFill>
                            <a:schemeClr val="tx1"/>
                          </a:solidFill>
                          <a:latin typeface="微软雅黑" panose="020B0503020204020204" pitchFamily="34" charset="-122"/>
                          <a:ea typeface="微软雅黑" panose="020B0503020204020204" pitchFamily="34" charset="-122"/>
                        </a:rPr>
                        <a:t>CCAE</a:t>
                      </a:r>
                      <a:r>
                        <a:rPr lang="zh-CN" altLang="en-US" sz="1200" b="0" dirty="0">
                          <a:solidFill>
                            <a:schemeClr val="tx1"/>
                          </a:solidFill>
                          <a:latin typeface="微软雅黑" panose="020B0503020204020204" pitchFamily="34" charset="-122"/>
                          <a:ea typeface="微软雅黑" panose="020B0503020204020204" pitchFamily="34" charset="-122"/>
                        </a:rPr>
                        <a:t>分析结果北向对接客户运维系统</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83" marR="91383" marT="45691" marB="456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pSp>
        <p:nvGrpSpPr>
          <p:cNvPr id="36" name="组合 35"/>
          <p:cNvGrpSpPr/>
          <p:nvPr/>
        </p:nvGrpSpPr>
        <p:grpSpPr>
          <a:xfrm>
            <a:off x="538756" y="1110419"/>
            <a:ext cx="4843390" cy="5150230"/>
            <a:chOff x="917824" y="1134556"/>
            <a:chExt cx="4844511" cy="5151422"/>
          </a:xfrm>
        </p:grpSpPr>
        <p:sp>
          <p:nvSpPr>
            <p:cNvPr id="60" name="矩形 59"/>
            <p:cNvSpPr/>
            <p:nvPr/>
          </p:nvSpPr>
          <p:spPr>
            <a:xfrm>
              <a:off x="917824" y="1827979"/>
              <a:ext cx="4805806" cy="386778"/>
            </a:xfrm>
            <a:prstGeom prst="rect">
              <a:avLst/>
            </a:prstGeom>
            <a:solidFill>
              <a:srgbClr val="666666">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4400">
                <a:defRPr/>
              </a:pPr>
              <a:r>
                <a:rPr lang="en-US" altLang="zh-CN" sz="900" kern="0" dirty="0" err="1">
                  <a:solidFill>
                    <a:srgbClr val="1D1D1A"/>
                  </a:solidFill>
                  <a:latin typeface="微软雅黑" panose="020B0503020204020204" pitchFamily="34" charset="-122"/>
                  <a:ea typeface="微软雅黑" panose="020B0503020204020204" pitchFamily="34" charset="-122"/>
                </a:rPr>
                <a:t>OneNet</a:t>
              </a:r>
              <a:r>
                <a:rPr lang="zh-CN" altLang="en-US" sz="900" kern="0" dirty="0">
                  <a:solidFill>
                    <a:srgbClr val="1D1D1A"/>
                  </a:solidFill>
                  <a:latin typeface="微软雅黑" panose="020B0503020204020204" pitchFamily="34" charset="-122"/>
                  <a:ea typeface="微软雅黑" panose="020B0503020204020204" pitchFamily="34" charset="-122"/>
                </a:rPr>
                <a:t>：观测系统</a:t>
              </a:r>
              <a:endParaRPr lang="zh-CN" altLang="en-US" sz="900" kern="0" dirty="0">
                <a:solidFill>
                  <a:srgbClr val="1D1D1A"/>
                </a:solidFill>
                <a:latin typeface="微软雅黑" panose="020B0503020204020204" pitchFamily="34" charset="-122"/>
                <a:ea typeface="微软雅黑" panose="020B0503020204020204" pitchFamily="34" charset="-122"/>
              </a:endParaRPr>
            </a:p>
          </p:txBody>
        </p:sp>
        <p:sp>
          <p:nvSpPr>
            <p:cNvPr id="62" name="矩形 61"/>
            <p:cNvSpPr/>
            <p:nvPr/>
          </p:nvSpPr>
          <p:spPr>
            <a:xfrm>
              <a:off x="4060142" y="5377383"/>
              <a:ext cx="743957" cy="908595"/>
            </a:xfrm>
            <a:prstGeom prst="rect">
              <a:avLst/>
            </a:prstGeom>
            <a:solidFill>
              <a:schemeClr val="accent6">
                <a:lumMod val="20000"/>
                <a:lumOff val="80000"/>
              </a:scheme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4400">
                <a:defRPr/>
              </a:pPr>
              <a:r>
                <a:rPr lang="zh-CN" altLang="en-US" sz="1050" kern="0" dirty="0">
                  <a:solidFill>
                    <a:srgbClr val="1D1D1A"/>
                  </a:solidFill>
                  <a:latin typeface="微软雅黑" panose="020B0503020204020204" pitchFamily="34" charset="-122"/>
                  <a:ea typeface="微软雅黑" panose="020B0503020204020204" pitchFamily="34" charset="-122"/>
                </a:rPr>
                <a:t>灵衢</a:t>
              </a:r>
              <a:r>
                <a:rPr lang="en-US" altLang="zh-CN" sz="1050" kern="0" dirty="0">
                  <a:solidFill>
                    <a:srgbClr val="1D1D1A"/>
                  </a:solidFill>
                  <a:latin typeface="微软雅黑" panose="020B0503020204020204" pitchFamily="34" charset="-122"/>
                  <a:ea typeface="微软雅黑" panose="020B0503020204020204" pitchFamily="34" charset="-122"/>
                </a:rPr>
                <a:t>L2 1</a:t>
              </a:r>
              <a:endParaRPr lang="en-US" altLang="zh-CN" sz="1050" kern="0" dirty="0">
                <a:solidFill>
                  <a:srgbClr val="1D1D1A"/>
                </a:solidFill>
                <a:latin typeface="微软雅黑" panose="020B0503020204020204" pitchFamily="34" charset="-122"/>
                <a:ea typeface="微软雅黑" panose="020B0503020204020204" pitchFamily="34" charset="-122"/>
              </a:endParaRPr>
            </a:p>
            <a:p>
              <a:pPr algn="ctr" defTabSz="914400">
                <a:defRPr/>
              </a:pPr>
              <a:r>
                <a:rPr lang="en-US" altLang="zh-CN" sz="1050" b="1" kern="0" dirty="0">
                  <a:solidFill>
                    <a:srgbClr val="1D1D1A"/>
                  </a:solidFill>
                  <a:latin typeface="微软雅黑" panose="020B0503020204020204" pitchFamily="34" charset="-122"/>
                  <a:ea typeface="微软雅黑" panose="020B0503020204020204" pitchFamily="34" charset="-122"/>
                </a:rPr>
                <a:t>UBM</a:t>
              </a:r>
              <a:endParaRPr lang="en-US" altLang="zh-CN" sz="1050" b="1" kern="0" dirty="0">
                <a:solidFill>
                  <a:srgbClr val="1D1D1A"/>
                </a:solidFill>
                <a:latin typeface="微软雅黑" panose="020B0503020204020204" pitchFamily="34" charset="-122"/>
                <a:ea typeface="微软雅黑" panose="020B0503020204020204" pitchFamily="34" charset="-122"/>
              </a:endParaRPr>
            </a:p>
          </p:txBody>
        </p:sp>
        <p:sp>
          <p:nvSpPr>
            <p:cNvPr id="65" name="矩形 64"/>
            <p:cNvSpPr/>
            <p:nvPr/>
          </p:nvSpPr>
          <p:spPr>
            <a:xfrm>
              <a:off x="2494763" y="3213770"/>
              <a:ext cx="3228867" cy="680017"/>
            </a:xfrm>
            <a:prstGeom prst="rect">
              <a:avLst/>
            </a:prstGeom>
            <a:solidFill>
              <a:srgbClr val="E2F0D9"/>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4400">
                <a:defRPr/>
              </a:pPr>
              <a:r>
                <a:rPr lang="en-US" altLang="zh-CN" sz="1400" b="1" kern="0" dirty="0">
                  <a:solidFill>
                    <a:srgbClr val="1D1D1A"/>
                  </a:solidFill>
                  <a:latin typeface="微软雅黑" panose="020B0503020204020204" pitchFamily="34" charset="-122"/>
                  <a:ea typeface="微软雅黑" panose="020B0503020204020204" pitchFamily="34" charset="-122"/>
                </a:rPr>
                <a:t>CCAE</a:t>
              </a:r>
              <a:r>
                <a:rPr lang="zh-CN" altLang="en-US" sz="1400" b="1" kern="0" dirty="0">
                  <a:solidFill>
                    <a:srgbClr val="1D1D1A"/>
                  </a:solidFill>
                  <a:latin typeface="微软雅黑" panose="020B0503020204020204" pitchFamily="34" charset="-122"/>
                  <a:ea typeface="微软雅黑" panose="020B0503020204020204" pitchFamily="34" charset="-122"/>
                </a:rPr>
                <a:t>标准版</a:t>
              </a:r>
              <a:endParaRPr lang="en-US" altLang="zh-CN" sz="1400" b="1" kern="0" dirty="0">
                <a:solidFill>
                  <a:srgbClr val="1D1D1A"/>
                </a:solidFill>
                <a:latin typeface="微软雅黑" panose="020B0503020204020204" pitchFamily="34" charset="-122"/>
                <a:ea typeface="微软雅黑" panose="020B0503020204020204" pitchFamily="34" charset="-122"/>
              </a:endParaRPr>
            </a:p>
            <a:p>
              <a:pPr algn="ctr" defTabSz="914400">
                <a:defRPr/>
              </a:pPr>
              <a:r>
                <a:rPr lang="zh-CN" altLang="en-US" sz="1200" kern="0" dirty="0">
                  <a:solidFill>
                    <a:srgbClr val="1D1D1A"/>
                  </a:solidFill>
                  <a:latin typeface="微软雅黑" panose="020B0503020204020204" pitchFamily="34" charset="-122"/>
                  <a:ea typeface="微软雅黑" panose="020B0503020204020204" pitchFamily="34" charset="-122"/>
                </a:rPr>
                <a:t>光路分析、光路巡检、</a:t>
              </a:r>
              <a:r>
                <a:rPr lang="en-US" altLang="zh-CN" sz="1200" kern="0" dirty="0" err="1">
                  <a:solidFill>
                    <a:srgbClr val="1D1D1A"/>
                  </a:solidFill>
                  <a:latin typeface="微软雅黑" panose="020B0503020204020204" pitchFamily="34" charset="-122"/>
                  <a:ea typeface="微软雅黑" panose="020B0503020204020204" pitchFamily="34" charset="-122"/>
                </a:rPr>
                <a:t>iSID</a:t>
              </a:r>
              <a:r>
                <a:rPr lang="zh-CN" altLang="en-US" sz="1200" kern="0" dirty="0">
                  <a:solidFill>
                    <a:srgbClr val="1D1D1A"/>
                  </a:solidFill>
                  <a:latin typeface="微软雅黑" panose="020B0503020204020204" pitchFamily="34" charset="-122"/>
                  <a:ea typeface="微软雅黑" panose="020B0503020204020204" pitchFamily="34" charset="-122"/>
                </a:rPr>
                <a:t>拨测等</a:t>
              </a:r>
              <a:endParaRPr lang="zh-CN" altLang="en-US" sz="1200" kern="0" dirty="0">
                <a:solidFill>
                  <a:srgbClr val="1D1D1A"/>
                </a:solidFill>
                <a:latin typeface="微软雅黑" panose="020B0503020204020204" pitchFamily="34" charset="-122"/>
                <a:ea typeface="微软雅黑" panose="020B0503020204020204" pitchFamily="34" charset="-122"/>
              </a:endParaRPr>
            </a:p>
          </p:txBody>
        </p:sp>
        <p:sp>
          <p:nvSpPr>
            <p:cNvPr id="89" name="矩形 88"/>
            <p:cNvSpPr/>
            <p:nvPr/>
          </p:nvSpPr>
          <p:spPr>
            <a:xfrm>
              <a:off x="917824" y="1134556"/>
              <a:ext cx="4805806" cy="423030"/>
            </a:xfrm>
            <a:prstGeom prst="rect">
              <a:avLst/>
            </a:prstGeom>
            <a:solidFill>
              <a:srgbClr val="666666">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4400">
                <a:defRPr/>
              </a:pPr>
              <a:r>
                <a:rPr lang="en-US" altLang="zh-CN" sz="900" kern="0" dirty="0" err="1">
                  <a:solidFill>
                    <a:srgbClr val="1D1D1A"/>
                  </a:solidFill>
                  <a:latin typeface="微软雅黑" panose="020B0503020204020204" pitchFamily="34" charset="-122"/>
                  <a:ea typeface="微软雅黑" panose="020B0503020204020204" pitchFamily="34" charset="-122"/>
                </a:rPr>
                <a:t>OneNet</a:t>
              </a:r>
              <a:r>
                <a:rPr lang="zh-CN" altLang="en-US" sz="900" kern="0" dirty="0">
                  <a:solidFill>
                    <a:srgbClr val="1D1D1A"/>
                  </a:solidFill>
                  <a:latin typeface="微软雅黑" panose="020B0503020204020204" pitchFamily="34" charset="-122"/>
                  <a:ea typeface="微软雅黑" panose="020B0503020204020204" pitchFamily="34" charset="-122"/>
                </a:rPr>
                <a:t>：工单系统</a:t>
              </a:r>
              <a:endParaRPr lang="en-US" altLang="zh-CN" sz="900" kern="0" dirty="0">
                <a:solidFill>
                  <a:srgbClr val="1D1D1A"/>
                </a:solidFill>
                <a:latin typeface="微软雅黑" panose="020B0503020204020204" pitchFamily="34" charset="-122"/>
                <a:ea typeface="微软雅黑" panose="020B0503020204020204" pitchFamily="34" charset="-122"/>
              </a:endParaRPr>
            </a:p>
            <a:p>
              <a:pPr algn="ctr" defTabSz="914400">
                <a:defRPr/>
              </a:pPr>
              <a:r>
                <a:rPr lang="zh-CN" altLang="en-US" sz="900" kern="0" dirty="0">
                  <a:solidFill>
                    <a:srgbClr val="1D1D1A"/>
                  </a:solidFill>
                  <a:latin typeface="微软雅黑" panose="020B0503020204020204" pitchFamily="34" charset="-122"/>
                  <a:ea typeface="微软雅黑" panose="020B0503020204020204" pitchFamily="34" charset="-122"/>
                </a:rPr>
                <a:t>故障汇聚</a:t>
              </a:r>
              <a:r>
                <a:rPr lang="en-US" altLang="zh-CN" sz="900" kern="0" dirty="0">
                  <a:solidFill>
                    <a:srgbClr val="1D1D1A"/>
                  </a:solidFill>
                  <a:latin typeface="微软雅黑" panose="020B0503020204020204" pitchFamily="34" charset="-122"/>
                  <a:ea typeface="微软雅黑" panose="020B0503020204020204" pitchFamily="34" charset="-122"/>
                </a:rPr>
                <a:t>--&gt;</a:t>
              </a:r>
              <a:r>
                <a:rPr lang="zh-CN" altLang="en-US" sz="900" kern="0" dirty="0">
                  <a:solidFill>
                    <a:srgbClr val="1D1D1A"/>
                  </a:solidFill>
                  <a:latin typeface="微软雅黑" panose="020B0503020204020204" pitchFamily="34" charset="-122"/>
                  <a:ea typeface="微软雅黑" panose="020B0503020204020204" pitchFamily="34" charset="-122"/>
                </a:rPr>
                <a:t>分析</a:t>
              </a:r>
              <a:r>
                <a:rPr lang="en-US" altLang="zh-CN" sz="900" kern="0" dirty="0">
                  <a:solidFill>
                    <a:srgbClr val="1D1D1A"/>
                  </a:solidFill>
                  <a:latin typeface="微软雅黑" panose="020B0503020204020204" pitchFamily="34" charset="-122"/>
                  <a:ea typeface="微软雅黑" panose="020B0503020204020204" pitchFamily="34" charset="-122"/>
                </a:rPr>
                <a:t>--&gt;</a:t>
              </a:r>
              <a:r>
                <a:rPr lang="zh-CN" altLang="en-US" sz="900" kern="0" dirty="0">
                  <a:solidFill>
                    <a:srgbClr val="1D1D1A"/>
                  </a:solidFill>
                  <a:latin typeface="微软雅黑" panose="020B0503020204020204" pitchFamily="34" charset="-122"/>
                  <a:ea typeface="微软雅黑" panose="020B0503020204020204" pitchFamily="34" charset="-122"/>
                </a:rPr>
                <a:t>派单</a:t>
              </a:r>
              <a:endParaRPr lang="zh-CN" altLang="en-US" sz="900" kern="0" dirty="0">
                <a:solidFill>
                  <a:srgbClr val="1D1D1A"/>
                </a:solidFill>
                <a:latin typeface="微软雅黑" panose="020B0503020204020204" pitchFamily="34" charset="-122"/>
                <a:ea typeface="微软雅黑" panose="020B0503020204020204" pitchFamily="34" charset="-122"/>
              </a:endParaRPr>
            </a:p>
          </p:txBody>
        </p:sp>
        <p:cxnSp>
          <p:nvCxnSpPr>
            <p:cNvPr id="91" name="直接箭头连接符 90"/>
            <p:cNvCxnSpPr>
              <a:stCxn id="60" idx="0"/>
              <a:endCxn id="89" idx="2"/>
            </p:cNvCxnSpPr>
            <p:nvPr/>
          </p:nvCxnSpPr>
          <p:spPr>
            <a:xfrm flipV="1">
              <a:off x="3320727" y="1557586"/>
              <a:ext cx="0" cy="270393"/>
            </a:xfrm>
            <a:prstGeom prst="straightConnector1">
              <a:avLst/>
            </a:prstGeom>
            <a:noFill/>
            <a:ln w="6350" cap="flat" cmpd="sng" algn="ctr">
              <a:solidFill>
                <a:srgbClr val="1D1D1A"/>
              </a:solidFill>
              <a:prstDash val="solid"/>
              <a:miter lim="800000"/>
              <a:tailEnd type="triangle"/>
            </a:ln>
            <a:effectLst/>
          </p:spPr>
        </p:cxnSp>
        <p:grpSp>
          <p:nvGrpSpPr>
            <p:cNvPr id="12" name="组合 11"/>
            <p:cNvGrpSpPr/>
            <p:nvPr/>
          </p:nvGrpSpPr>
          <p:grpSpPr>
            <a:xfrm>
              <a:off x="933973" y="5377383"/>
              <a:ext cx="1405668" cy="899690"/>
              <a:chOff x="2323347" y="5377383"/>
              <a:chExt cx="1568208" cy="899690"/>
            </a:xfrm>
            <a:solidFill>
              <a:schemeClr val="accent4">
                <a:lumMod val="20000"/>
                <a:lumOff val="80000"/>
              </a:schemeClr>
            </a:solidFill>
          </p:grpSpPr>
          <p:grpSp>
            <p:nvGrpSpPr>
              <p:cNvPr id="2" name="组合 1"/>
              <p:cNvGrpSpPr/>
              <p:nvPr/>
            </p:nvGrpSpPr>
            <p:grpSpPr>
              <a:xfrm>
                <a:off x="2323347" y="5377383"/>
                <a:ext cx="1568208" cy="899690"/>
                <a:chOff x="2323347" y="5377383"/>
                <a:chExt cx="1946193" cy="899690"/>
              </a:xfrm>
              <a:grpFill/>
            </p:grpSpPr>
            <p:sp>
              <p:nvSpPr>
                <p:cNvPr id="53" name="矩形 52"/>
                <p:cNvSpPr/>
                <p:nvPr/>
              </p:nvSpPr>
              <p:spPr>
                <a:xfrm>
                  <a:off x="2323347" y="5377383"/>
                  <a:ext cx="1946193" cy="899690"/>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t" anchorCtr="0" forceAA="0" compatLnSpc="1">
                  <a:noAutofit/>
                </a:bodyPr>
                <a:lstStyle/>
                <a:p>
                  <a:pPr algn="ctr" defTabSz="914400">
                    <a:defRPr/>
                  </a:pPr>
                  <a:r>
                    <a:rPr lang="zh-CN" altLang="en-US" sz="1050" kern="0" dirty="0">
                      <a:solidFill>
                        <a:srgbClr val="1D1D1A"/>
                      </a:solidFill>
                      <a:latin typeface="微软雅黑" panose="020B0503020204020204" pitchFamily="34" charset="-122"/>
                      <a:ea typeface="微软雅黑" panose="020B0503020204020204" pitchFamily="34" charset="-122"/>
                    </a:rPr>
                    <a:t>计算节点</a:t>
                  </a:r>
                  <a:r>
                    <a:rPr lang="en-US" altLang="zh-CN" sz="1050" kern="0" dirty="0">
                      <a:solidFill>
                        <a:srgbClr val="1D1D1A"/>
                      </a:solidFill>
                      <a:latin typeface="微软雅黑" panose="020B0503020204020204" pitchFamily="34" charset="-122"/>
                      <a:ea typeface="微软雅黑" panose="020B0503020204020204" pitchFamily="34" charset="-122"/>
                    </a:rPr>
                    <a:t>1</a:t>
                  </a:r>
                  <a:endParaRPr lang="en-US" altLang="zh-CN" sz="1050" kern="0" dirty="0">
                    <a:solidFill>
                      <a:srgbClr val="1D1D1A"/>
                    </a:solidFill>
                    <a:latin typeface="微软雅黑" panose="020B0503020204020204" pitchFamily="34" charset="-122"/>
                    <a:ea typeface="微软雅黑" panose="020B0503020204020204" pitchFamily="34" charset="-122"/>
                  </a:endParaRPr>
                </a:p>
              </p:txBody>
            </p:sp>
            <p:sp>
              <p:nvSpPr>
                <p:cNvPr id="104" name="矩形 103"/>
                <p:cNvSpPr/>
                <p:nvPr/>
              </p:nvSpPr>
              <p:spPr>
                <a:xfrm>
                  <a:off x="2367692" y="5623353"/>
                  <a:ext cx="1780596" cy="254714"/>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zh-CN" altLang="en-US" sz="900" b="1" kern="0" dirty="0">
                      <a:solidFill>
                        <a:prstClr val="black"/>
                      </a:solidFill>
                      <a:latin typeface=" 微软雅黑"/>
                      <a:ea typeface="等线" panose="02010600030101010101" pitchFamily="2" charset="-122"/>
                    </a:rPr>
                    <a:t>管理板</a:t>
                  </a:r>
                  <a:r>
                    <a:rPr lang="en-US" altLang="zh-CN" sz="900" b="1" kern="0" dirty="0" err="1">
                      <a:solidFill>
                        <a:prstClr val="black"/>
                      </a:solidFill>
                      <a:latin typeface=" 微软雅黑"/>
                      <a:ea typeface="等线" panose="02010600030101010101" pitchFamily="2" charset="-122"/>
                    </a:rPr>
                    <a:t>PoDManager</a:t>
                  </a:r>
                  <a:endParaRPr lang="zh-CN" altLang="en-US" sz="900" b="1" kern="0" dirty="0">
                    <a:solidFill>
                      <a:prstClr val="black"/>
                    </a:solidFill>
                    <a:latin typeface=" 微软雅黑"/>
                    <a:ea typeface="等线" panose="02010600030101010101" pitchFamily="2" charset="-122"/>
                  </a:endParaRPr>
                </a:p>
              </p:txBody>
            </p:sp>
          </p:grpSp>
          <p:sp>
            <p:nvSpPr>
              <p:cNvPr id="105" name="矩形 104"/>
              <p:cNvSpPr/>
              <p:nvPr/>
            </p:nvSpPr>
            <p:spPr>
              <a:xfrm>
                <a:off x="3159965" y="6013151"/>
                <a:ext cx="642903" cy="220845"/>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en-US" altLang="zh-CN" sz="900" b="1" kern="0" dirty="0">
                    <a:solidFill>
                      <a:prstClr val="black"/>
                    </a:solidFill>
                    <a:latin typeface=" 微软雅黑"/>
                    <a:ea typeface="等线" panose="02010600030101010101" pitchFamily="2" charset="-122"/>
                  </a:rPr>
                  <a:t>L1</a:t>
                </a:r>
                <a:endParaRPr lang="zh-CN" altLang="en-US" sz="900" b="1" kern="0" dirty="0">
                  <a:solidFill>
                    <a:prstClr val="black"/>
                  </a:solidFill>
                  <a:latin typeface=" 微软雅黑"/>
                  <a:ea typeface="等线" panose="02010600030101010101" pitchFamily="2" charset="-122"/>
                </a:endParaRPr>
              </a:p>
            </p:txBody>
          </p:sp>
          <p:sp>
            <p:nvSpPr>
              <p:cNvPr id="106" name="矩形 105"/>
              <p:cNvSpPr/>
              <p:nvPr/>
            </p:nvSpPr>
            <p:spPr>
              <a:xfrm>
                <a:off x="2356621" y="6013150"/>
                <a:ext cx="768992" cy="220845"/>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en-US" altLang="zh-CN" sz="900" b="1" kern="0" dirty="0">
                    <a:solidFill>
                      <a:srgbClr val="1D1D1A"/>
                    </a:solidFill>
                    <a:latin typeface=" 微软雅黑"/>
                    <a:ea typeface="等线" panose="02010600030101010101" pitchFamily="2" charset="-122"/>
                  </a:rPr>
                  <a:t>L0</a:t>
                </a:r>
                <a:endParaRPr lang="zh-CN" altLang="en-US" sz="900" b="1" kern="0" dirty="0">
                  <a:solidFill>
                    <a:srgbClr val="1D1D1A"/>
                  </a:solidFill>
                  <a:latin typeface=" 微软雅黑"/>
                  <a:ea typeface="等线" panose="02010600030101010101" pitchFamily="2" charset="-122"/>
                </a:endParaRPr>
              </a:p>
            </p:txBody>
          </p:sp>
        </p:grpSp>
        <p:grpSp>
          <p:nvGrpSpPr>
            <p:cNvPr id="107" name="组合 106"/>
            <p:cNvGrpSpPr/>
            <p:nvPr/>
          </p:nvGrpSpPr>
          <p:grpSpPr>
            <a:xfrm>
              <a:off x="2547974" y="5377383"/>
              <a:ext cx="1453300" cy="899690"/>
              <a:chOff x="2323347" y="5377383"/>
              <a:chExt cx="1803589" cy="899690"/>
            </a:xfrm>
            <a:solidFill>
              <a:schemeClr val="accent4">
                <a:lumMod val="20000"/>
                <a:lumOff val="80000"/>
              </a:schemeClr>
            </a:solidFill>
          </p:grpSpPr>
          <p:sp>
            <p:nvSpPr>
              <p:cNvPr id="108" name="矩形 107"/>
              <p:cNvSpPr/>
              <p:nvPr/>
            </p:nvSpPr>
            <p:spPr>
              <a:xfrm>
                <a:off x="2323347" y="5377383"/>
                <a:ext cx="1803589" cy="899690"/>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t" anchorCtr="0" forceAA="0" compatLnSpc="1">
                <a:noAutofit/>
              </a:bodyPr>
              <a:lstStyle/>
              <a:p>
                <a:pPr algn="ctr" defTabSz="914400">
                  <a:defRPr/>
                </a:pPr>
                <a:r>
                  <a:rPr lang="zh-CN" altLang="en-US" sz="1050" kern="0" dirty="0">
                    <a:solidFill>
                      <a:srgbClr val="1D1D1A"/>
                    </a:solidFill>
                    <a:latin typeface="微软雅黑" panose="020B0503020204020204" pitchFamily="34" charset="-122"/>
                    <a:ea typeface="微软雅黑" panose="020B0503020204020204" pitchFamily="34" charset="-122"/>
                  </a:rPr>
                  <a:t>计算节点</a:t>
                </a:r>
                <a:r>
                  <a:rPr lang="en-US" altLang="zh-CN" sz="1050" kern="0" dirty="0">
                    <a:solidFill>
                      <a:srgbClr val="1D1D1A"/>
                    </a:solidFill>
                    <a:latin typeface="微软雅黑" panose="020B0503020204020204" pitchFamily="34" charset="-122"/>
                    <a:ea typeface="微软雅黑" panose="020B0503020204020204" pitchFamily="34" charset="-122"/>
                  </a:rPr>
                  <a:t>8</a:t>
                </a:r>
                <a:endParaRPr lang="en-US" altLang="zh-CN" sz="1050" kern="0" dirty="0">
                  <a:solidFill>
                    <a:srgbClr val="1D1D1A"/>
                  </a:solidFill>
                  <a:latin typeface="微软雅黑" panose="020B0503020204020204" pitchFamily="34" charset="-122"/>
                  <a:ea typeface="微软雅黑" panose="020B0503020204020204" pitchFamily="34" charset="-122"/>
                </a:endParaRPr>
              </a:p>
            </p:txBody>
          </p:sp>
          <p:sp>
            <p:nvSpPr>
              <p:cNvPr id="109" name="矩形 108"/>
              <p:cNvSpPr/>
              <p:nvPr/>
            </p:nvSpPr>
            <p:spPr>
              <a:xfrm>
                <a:off x="2367693" y="5657221"/>
                <a:ext cx="1661561" cy="220845"/>
              </a:xfrm>
              <a:prstGeom prst="rect">
                <a:avLst/>
              </a:prstGeom>
              <a:grp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zh-CN" altLang="en-US" sz="900" b="1" kern="0" dirty="0">
                    <a:solidFill>
                      <a:prstClr val="black"/>
                    </a:solidFill>
                    <a:latin typeface=" 微软雅黑"/>
                    <a:ea typeface="等线" panose="02010600030101010101" pitchFamily="2" charset="-122"/>
                  </a:rPr>
                  <a:t>管理板</a:t>
                </a:r>
                <a:r>
                  <a:rPr lang="en-US" altLang="zh-CN" sz="900" b="1" kern="0" dirty="0" err="1">
                    <a:solidFill>
                      <a:prstClr val="black"/>
                    </a:solidFill>
                    <a:latin typeface=" 微软雅黑"/>
                    <a:ea typeface="等线" panose="02010600030101010101" pitchFamily="2" charset="-122"/>
                  </a:rPr>
                  <a:t>PoDManager</a:t>
                </a:r>
                <a:endParaRPr lang="zh-CN" altLang="en-US" sz="900" b="1" kern="0" dirty="0">
                  <a:solidFill>
                    <a:prstClr val="black"/>
                  </a:solidFill>
                  <a:latin typeface=" 微软雅黑"/>
                  <a:ea typeface="等线" panose="02010600030101010101" pitchFamily="2" charset="-122"/>
                </a:endParaRPr>
              </a:p>
            </p:txBody>
          </p:sp>
        </p:grpSp>
        <p:sp>
          <p:nvSpPr>
            <p:cNvPr id="110" name="矩形 109"/>
            <p:cNvSpPr/>
            <p:nvPr/>
          </p:nvSpPr>
          <p:spPr>
            <a:xfrm>
              <a:off x="3358370" y="6013151"/>
              <a:ext cx="564192" cy="220845"/>
            </a:xfrm>
            <a:prstGeom prst="rect">
              <a:avLst/>
            </a:prstGeom>
            <a:solidFill>
              <a:schemeClr val="accent4">
                <a:lumMod val="20000"/>
                <a:lumOff val="80000"/>
              </a:scheme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en-US" altLang="zh-CN" sz="900" b="1" kern="0" dirty="0">
                  <a:solidFill>
                    <a:prstClr val="black"/>
                  </a:solidFill>
                  <a:latin typeface=" 微软雅黑"/>
                  <a:ea typeface="等线" panose="02010600030101010101" pitchFamily="2" charset="-122"/>
                </a:rPr>
                <a:t>L1</a:t>
              </a:r>
              <a:endParaRPr lang="zh-CN" altLang="en-US" sz="900" b="1" kern="0" dirty="0">
                <a:solidFill>
                  <a:prstClr val="black"/>
                </a:solidFill>
                <a:latin typeface=" 微软雅黑"/>
                <a:ea typeface="等线" panose="02010600030101010101" pitchFamily="2" charset="-122"/>
              </a:endParaRPr>
            </a:p>
          </p:txBody>
        </p:sp>
        <p:sp>
          <p:nvSpPr>
            <p:cNvPr id="111" name="矩形 110"/>
            <p:cNvSpPr/>
            <p:nvPr/>
          </p:nvSpPr>
          <p:spPr>
            <a:xfrm>
              <a:off x="2608467" y="6013150"/>
              <a:ext cx="689410" cy="220845"/>
            </a:xfrm>
            <a:prstGeom prst="rect">
              <a:avLst/>
            </a:prstGeom>
            <a:solidFill>
              <a:schemeClr val="accent4">
                <a:lumMod val="20000"/>
                <a:lumOff val="80000"/>
              </a:scheme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3130">
                <a:defRPr/>
              </a:pPr>
              <a:r>
                <a:rPr lang="en-US" altLang="zh-CN" sz="900" b="1" kern="0" dirty="0">
                  <a:solidFill>
                    <a:srgbClr val="1D1D1A"/>
                  </a:solidFill>
                  <a:latin typeface=" 微软雅黑"/>
                  <a:ea typeface="等线" panose="02010600030101010101" pitchFamily="2" charset="-122"/>
                </a:rPr>
                <a:t>L0</a:t>
              </a:r>
              <a:endParaRPr lang="zh-CN" altLang="en-US" sz="900" b="1" kern="0" dirty="0">
                <a:solidFill>
                  <a:srgbClr val="1D1D1A"/>
                </a:solidFill>
                <a:latin typeface=" 微软雅黑"/>
                <a:ea typeface="等线" panose="02010600030101010101" pitchFamily="2" charset="-122"/>
              </a:endParaRPr>
            </a:p>
          </p:txBody>
        </p:sp>
        <p:sp>
          <p:nvSpPr>
            <p:cNvPr id="117" name="矩形 116"/>
            <p:cNvSpPr/>
            <p:nvPr/>
          </p:nvSpPr>
          <p:spPr>
            <a:xfrm>
              <a:off x="2297536" y="5728411"/>
              <a:ext cx="394454" cy="215444"/>
            </a:xfrm>
            <a:prstGeom prst="rect">
              <a:avLst/>
            </a:prstGeom>
          </p:spPr>
          <p:txBody>
            <a:bodyPr wrap="square">
              <a:spAutoFit/>
            </a:bodyPr>
            <a:lstStyle/>
            <a:p>
              <a:pPr defTabSz="914400">
                <a:defRPr/>
              </a:pPr>
              <a:r>
                <a:rPr lang="en-US" altLang="zh-CN" sz="800" kern="0" dirty="0">
                  <a:solidFill>
                    <a:srgbClr val="1D1D1A"/>
                  </a:solidFill>
                  <a:latin typeface="微软雅黑" panose="020B0503020204020204" pitchFamily="34" charset="-122"/>
                  <a:ea typeface="微软雅黑" panose="020B0503020204020204" pitchFamily="34" charset="-122"/>
                </a:rPr>
                <a:t>……</a:t>
              </a:r>
              <a:endParaRPr lang="zh-CN" altLang="en-US" sz="800" kern="0" dirty="0">
                <a:solidFill>
                  <a:srgbClr val="1D1D1A"/>
                </a:solidFill>
                <a:latin typeface="微软雅黑" panose="020B0503020204020204" pitchFamily="34" charset="-122"/>
                <a:ea typeface="微软雅黑" panose="020B0503020204020204" pitchFamily="34" charset="-122"/>
              </a:endParaRPr>
            </a:p>
          </p:txBody>
        </p:sp>
        <p:sp>
          <p:nvSpPr>
            <p:cNvPr id="119" name="矩形 118"/>
            <p:cNvSpPr/>
            <p:nvPr/>
          </p:nvSpPr>
          <p:spPr>
            <a:xfrm>
              <a:off x="4745808" y="5734050"/>
              <a:ext cx="394454" cy="215444"/>
            </a:xfrm>
            <a:prstGeom prst="rect">
              <a:avLst/>
            </a:prstGeom>
          </p:spPr>
          <p:txBody>
            <a:bodyPr wrap="square">
              <a:spAutoFit/>
            </a:bodyPr>
            <a:lstStyle/>
            <a:p>
              <a:pPr defTabSz="914400">
                <a:defRPr/>
              </a:pPr>
              <a:r>
                <a:rPr lang="en-US" altLang="zh-CN" sz="800" kern="0" dirty="0">
                  <a:solidFill>
                    <a:srgbClr val="1D1D1A"/>
                  </a:solidFill>
                  <a:latin typeface="微软雅黑" panose="020B0503020204020204" pitchFamily="34" charset="-122"/>
                  <a:ea typeface="微软雅黑" panose="020B0503020204020204" pitchFamily="34" charset="-122"/>
                </a:rPr>
                <a:t>……</a:t>
              </a:r>
              <a:endParaRPr lang="zh-CN" altLang="en-US" sz="800" kern="0" dirty="0">
                <a:solidFill>
                  <a:srgbClr val="1D1D1A"/>
                </a:solidFill>
                <a:latin typeface="微软雅黑" panose="020B0503020204020204" pitchFamily="34" charset="-122"/>
                <a:ea typeface="微软雅黑" panose="020B0503020204020204" pitchFamily="34" charset="-122"/>
              </a:endParaRPr>
            </a:p>
          </p:txBody>
        </p:sp>
        <p:sp>
          <p:nvSpPr>
            <p:cNvPr id="9" name="任意多边形: 形状 8"/>
            <p:cNvSpPr/>
            <p:nvPr/>
          </p:nvSpPr>
          <p:spPr>
            <a:xfrm>
              <a:off x="962851" y="2202199"/>
              <a:ext cx="2017706" cy="3458372"/>
            </a:xfrm>
            <a:custGeom>
              <a:avLst/>
              <a:gdLst>
                <a:gd name="connsiteX0" fmla="*/ 1975936 w 1975936"/>
                <a:gd name="connsiteY0" fmla="*/ 0 h 3422468"/>
                <a:gd name="connsiteX1" fmla="*/ 60050 w 1975936"/>
                <a:gd name="connsiteY1" fmla="*/ 1558834 h 3422468"/>
                <a:gd name="connsiteX2" fmla="*/ 669650 w 1975936"/>
                <a:gd name="connsiteY2" fmla="*/ 3422468 h 3422468"/>
              </a:gdLst>
              <a:ahLst/>
              <a:cxnLst>
                <a:cxn ang="0">
                  <a:pos x="connsiteX0" y="connsiteY0"/>
                </a:cxn>
                <a:cxn ang="0">
                  <a:pos x="connsiteX1" y="connsiteY1"/>
                </a:cxn>
                <a:cxn ang="0">
                  <a:pos x="connsiteX2" y="connsiteY2"/>
                </a:cxn>
              </a:cxnLst>
              <a:rect l="l" t="t" r="r" b="b"/>
              <a:pathLst>
                <a:path w="1975936" h="3422468">
                  <a:moveTo>
                    <a:pt x="1975936" y="0"/>
                  </a:moveTo>
                  <a:cubicBezTo>
                    <a:pt x="1126850" y="494211"/>
                    <a:pt x="277764" y="988423"/>
                    <a:pt x="60050" y="1558834"/>
                  </a:cubicBezTo>
                  <a:cubicBezTo>
                    <a:pt x="-157664" y="2129245"/>
                    <a:pt x="255993" y="2775856"/>
                    <a:pt x="669650" y="3422468"/>
                  </a:cubicBezTo>
                </a:path>
              </a:pathLst>
            </a:custGeom>
            <a:no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srgbClr val="666666"/>
                </a:solidFill>
                <a:latin typeface="Calibri"/>
                <a:ea typeface="等线" panose="02010600030101010101" pitchFamily="2" charset="-122"/>
              </a:endParaRPr>
            </a:p>
          </p:txBody>
        </p:sp>
        <p:sp>
          <p:nvSpPr>
            <p:cNvPr id="10" name="任意多边形: 形状 9"/>
            <p:cNvSpPr/>
            <p:nvPr/>
          </p:nvSpPr>
          <p:spPr>
            <a:xfrm>
              <a:off x="1341863" y="2220686"/>
              <a:ext cx="2093313" cy="3439885"/>
            </a:xfrm>
            <a:custGeom>
              <a:avLst/>
              <a:gdLst>
                <a:gd name="connsiteX0" fmla="*/ 1982435 w 1982435"/>
                <a:gd name="connsiteY0" fmla="*/ 3439885 h 3439885"/>
                <a:gd name="connsiteX1" fmla="*/ 5589 w 1982435"/>
                <a:gd name="connsiteY1" fmla="*/ 1767840 h 3439885"/>
                <a:gd name="connsiteX2" fmla="*/ 1503463 w 1982435"/>
                <a:gd name="connsiteY2" fmla="*/ 0 h 3439885"/>
              </a:gdLst>
              <a:ahLst/>
              <a:cxnLst>
                <a:cxn ang="0">
                  <a:pos x="connsiteX0" y="connsiteY0"/>
                </a:cxn>
                <a:cxn ang="0">
                  <a:pos x="connsiteX1" y="connsiteY1"/>
                </a:cxn>
                <a:cxn ang="0">
                  <a:pos x="connsiteX2" y="connsiteY2"/>
                </a:cxn>
              </a:cxnLst>
              <a:rect l="l" t="t" r="r" b="b"/>
              <a:pathLst>
                <a:path w="1982435" h="3439885">
                  <a:moveTo>
                    <a:pt x="1982435" y="3439885"/>
                  </a:moveTo>
                  <a:cubicBezTo>
                    <a:pt x="1033926" y="2890519"/>
                    <a:pt x="85418" y="2341154"/>
                    <a:pt x="5589" y="1767840"/>
                  </a:cubicBezTo>
                  <a:cubicBezTo>
                    <a:pt x="-74240" y="1194526"/>
                    <a:pt x="714611" y="597263"/>
                    <a:pt x="1503463" y="0"/>
                  </a:cubicBezTo>
                </a:path>
              </a:pathLst>
            </a:custGeom>
            <a:no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srgbClr val="666666"/>
                </a:solidFill>
                <a:latin typeface="Calibri"/>
                <a:ea typeface="等线" panose="02010600030101010101" pitchFamily="2" charset="-122"/>
              </a:endParaRPr>
            </a:p>
          </p:txBody>
        </p:sp>
        <p:sp>
          <p:nvSpPr>
            <p:cNvPr id="11" name="任意多边形: 形状 10"/>
            <p:cNvSpPr/>
            <p:nvPr/>
          </p:nvSpPr>
          <p:spPr>
            <a:xfrm>
              <a:off x="1677486" y="2220686"/>
              <a:ext cx="2976890" cy="3126377"/>
            </a:xfrm>
            <a:custGeom>
              <a:avLst/>
              <a:gdLst>
                <a:gd name="connsiteX0" fmla="*/ 2976890 w 2976890"/>
                <a:gd name="connsiteY0" fmla="*/ 3126377 h 3126377"/>
                <a:gd name="connsiteX1" fmla="*/ 59518 w 2976890"/>
                <a:gd name="connsiteY1" fmla="*/ 1637211 h 3126377"/>
                <a:gd name="connsiteX2" fmla="*/ 1296135 w 2976890"/>
                <a:gd name="connsiteY2" fmla="*/ 0 h 3126377"/>
              </a:gdLst>
              <a:ahLst/>
              <a:cxnLst>
                <a:cxn ang="0">
                  <a:pos x="connsiteX0" y="connsiteY0"/>
                </a:cxn>
                <a:cxn ang="0">
                  <a:pos x="connsiteX1" y="connsiteY1"/>
                </a:cxn>
                <a:cxn ang="0">
                  <a:pos x="connsiteX2" y="connsiteY2"/>
                </a:cxn>
              </a:cxnLst>
              <a:rect l="l" t="t" r="r" b="b"/>
              <a:pathLst>
                <a:path w="2976890" h="3126377">
                  <a:moveTo>
                    <a:pt x="2976890" y="3126377"/>
                  </a:moveTo>
                  <a:cubicBezTo>
                    <a:pt x="1658267" y="2642325"/>
                    <a:pt x="339644" y="2158274"/>
                    <a:pt x="59518" y="1637211"/>
                  </a:cubicBezTo>
                  <a:cubicBezTo>
                    <a:pt x="-220608" y="1116148"/>
                    <a:pt x="537763" y="558074"/>
                    <a:pt x="1296135" y="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srgbClr val="666666"/>
                </a:solidFill>
                <a:latin typeface="Calibri"/>
                <a:ea typeface="等线" panose="02010600030101010101" pitchFamily="2" charset="-122"/>
              </a:endParaRPr>
            </a:p>
          </p:txBody>
        </p:sp>
        <p:sp>
          <p:nvSpPr>
            <p:cNvPr id="122" name="矩形 121"/>
            <p:cNvSpPr/>
            <p:nvPr/>
          </p:nvSpPr>
          <p:spPr>
            <a:xfrm>
              <a:off x="5018378" y="5368478"/>
              <a:ext cx="743957" cy="908595"/>
            </a:xfrm>
            <a:prstGeom prst="rect">
              <a:avLst/>
            </a:prstGeom>
            <a:solidFill>
              <a:schemeClr val="accent6">
                <a:lumMod val="20000"/>
                <a:lumOff val="80000"/>
              </a:schemeClr>
            </a:solidFill>
            <a:ln w="12700" cap="flat" cmpd="sng" algn="ctr">
              <a:solidFill>
                <a:srgbClr val="1D1D1A"/>
              </a:solidFill>
              <a:prstDash val="solid"/>
              <a:miter lim="800000"/>
            </a:ln>
            <a:effectLst/>
          </p:spPr>
          <p:txBody>
            <a:bodyPr rot="0" spcFirstLastPara="0" vertOverflow="overflow" horzOverflow="overflow" vert="horz" wrap="square" lIns="91419" tIns="45709" rIns="91419" bIns="45709" numCol="1" spcCol="0" rtlCol="0" fromWordArt="0" anchor="ctr" anchorCtr="0" forceAA="0" compatLnSpc="1">
              <a:noAutofit/>
            </a:bodyPr>
            <a:lstStyle/>
            <a:p>
              <a:pPr algn="ctr" defTabSz="914400">
                <a:defRPr/>
              </a:pPr>
              <a:r>
                <a:rPr lang="zh-CN" altLang="en-US" sz="1050" kern="0" dirty="0">
                  <a:solidFill>
                    <a:srgbClr val="1D1D1A"/>
                  </a:solidFill>
                  <a:latin typeface="微软雅黑" panose="020B0503020204020204" pitchFamily="34" charset="-122"/>
                  <a:ea typeface="微软雅黑" panose="020B0503020204020204" pitchFamily="34" charset="-122"/>
                </a:rPr>
                <a:t>灵衢</a:t>
              </a:r>
              <a:r>
                <a:rPr lang="en-US" altLang="zh-CN" sz="1050" kern="0" dirty="0">
                  <a:solidFill>
                    <a:srgbClr val="1D1D1A"/>
                  </a:solidFill>
                  <a:latin typeface="微软雅黑" panose="020B0503020204020204" pitchFamily="34" charset="-122"/>
                  <a:ea typeface="微软雅黑" panose="020B0503020204020204" pitchFamily="34" charset="-122"/>
                </a:rPr>
                <a:t>L2 1</a:t>
              </a:r>
              <a:endParaRPr lang="en-US" altLang="zh-CN" sz="1050" kern="0" dirty="0">
                <a:solidFill>
                  <a:srgbClr val="1D1D1A"/>
                </a:solidFill>
                <a:latin typeface="微软雅黑" panose="020B0503020204020204" pitchFamily="34" charset="-122"/>
                <a:ea typeface="微软雅黑" panose="020B0503020204020204" pitchFamily="34" charset="-122"/>
              </a:endParaRPr>
            </a:p>
            <a:p>
              <a:pPr algn="ctr" defTabSz="914400">
                <a:defRPr/>
              </a:pPr>
              <a:r>
                <a:rPr lang="en-US" altLang="zh-CN" sz="1050" b="1" kern="0" dirty="0">
                  <a:solidFill>
                    <a:srgbClr val="1D1D1A"/>
                  </a:solidFill>
                  <a:latin typeface="微软雅黑" panose="020B0503020204020204" pitchFamily="34" charset="-122"/>
                  <a:ea typeface="微软雅黑" panose="020B0503020204020204" pitchFamily="34" charset="-122"/>
                </a:rPr>
                <a:t>UBM</a:t>
              </a:r>
              <a:endParaRPr lang="en-US" altLang="zh-CN" sz="1050" b="1" kern="0" dirty="0">
                <a:solidFill>
                  <a:srgbClr val="1D1D1A"/>
                </a:solidFill>
                <a:latin typeface="微软雅黑" panose="020B0503020204020204" pitchFamily="34" charset="-122"/>
                <a:ea typeface="微软雅黑" panose="020B0503020204020204" pitchFamily="34" charset="-122"/>
              </a:endParaRPr>
            </a:p>
          </p:txBody>
        </p:sp>
        <p:sp>
          <p:nvSpPr>
            <p:cNvPr id="13" name="任意多边形: 形状 12"/>
            <p:cNvSpPr/>
            <p:nvPr/>
          </p:nvSpPr>
          <p:spPr>
            <a:xfrm>
              <a:off x="1553171" y="2220686"/>
              <a:ext cx="2866073" cy="3152503"/>
            </a:xfrm>
            <a:custGeom>
              <a:avLst/>
              <a:gdLst>
                <a:gd name="connsiteX0" fmla="*/ 2866073 w 2866073"/>
                <a:gd name="connsiteY0" fmla="*/ 3152503 h 3152503"/>
                <a:gd name="connsiteX1" fmla="*/ 44496 w 2866073"/>
                <a:gd name="connsiteY1" fmla="*/ 1402080 h 3152503"/>
                <a:gd name="connsiteX2" fmla="*/ 1403033 w 2866073"/>
                <a:gd name="connsiteY2" fmla="*/ 0 h 3152503"/>
              </a:gdLst>
              <a:ahLst/>
              <a:cxnLst>
                <a:cxn ang="0">
                  <a:pos x="connsiteX0" y="connsiteY0"/>
                </a:cxn>
                <a:cxn ang="0">
                  <a:pos x="connsiteX1" y="connsiteY1"/>
                </a:cxn>
                <a:cxn ang="0">
                  <a:pos x="connsiteX2" y="connsiteY2"/>
                </a:cxn>
              </a:cxnLst>
              <a:rect l="l" t="t" r="r" b="b"/>
              <a:pathLst>
                <a:path w="2866073" h="3152503">
                  <a:moveTo>
                    <a:pt x="2866073" y="3152503"/>
                  </a:moveTo>
                  <a:cubicBezTo>
                    <a:pt x="1577204" y="2540000"/>
                    <a:pt x="288336" y="1927497"/>
                    <a:pt x="44496" y="1402080"/>
                  </a:cubicBezTo>
                  <a:cubicBezTo>
                    <a:pt x="-199344" y="876663"/>
                    <a:pt x="601844" y="438331"/>
                    <a:pt x="1403033" y="0"/>
                  </a:cubicBezTo>
                </a:path>
              </a:pathLst>
            </a:custGeom>
            <a:no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srgbClr val="666666"/>
                </a:solidFill>
                <a:latin typeface="Calibri"/>
                <a:ea typeface="等线" panose="02010600030101010101" pitchFamily="2" charset="-122"/>
              </a:endParaRPr>
            </a:p>
          </p:txBody>
        </p:sp>
        <p:sp>
          <p:nvSpPr>
            <p:cNvPr id="14" name="任意多边形: 形状 13"/>
            <p:cNvSpPr/>
            <p:nvPr/>
          </p:nvSpPr>
          <p:spPr>
            <a:xfrm>
              <a:off x="1541480" y="2229394"/>
              <a:ext cx="3792164" cy="3143795"/>
            </a:xfrm>
            <a:custGeom>
              <a:avLst/>
              <a:gdLst>
                <a:gd name="connsiteX0" fmla="*/ 3792164 w 3792164"/>
                <a:gd name="connsiteY0" fmla="*/ 3143795 h 3143795"/>
                <a:gd name="connsiteX1" fmla="*/ 99730 w 3792164"/>
                <a:gd name="connsiteY1" fmla="*/ 1280160 h 3143795"/>
                <a:gd name="connsiteX2" fmla="*/ 1414724 w 3792164"/>
                <a:gd name="connsiteY2" fmla="*/ 0 h 3143795"/>
              </a:gdLst>
              <a:ahLst/>
              <a:cxnLst>
                <a:cxn ang="0">
                  <a:pos x="connsiteX0" y="connsiteY0"/>
                </a:cxn>
                <a:cxn ang="0">
                  <a:pos x="connsiteX1" y="connsiteY1"/>
                </a:cxn>
                <a:cxn ang="0">
                  <a:pos x="connsiteX2" y="connsiteY2"/>
                </a:cxn>
              </a:cxnLst>
              <a:rect l="l" t="t" r="r" b="b"/>
              <a:pathLst>
                <a:path w="3792164" h="3143795">
                  <a:moveTo>
                    <a:pt x="3792164" y="3143795"/>
                  </a:moveTo>
                  <a:cubicBezTo>
                    <a:pt x="2144067" y="2473960"/>
                    <a:pt x="495970" y="1804126"/>
                    <a:pt x="99730" y="1280160"/>
                  </a:cubicBezTo>
                  <a:cubicBezTo>
                    <a:pt x="-296510" y="756194"/>
                    <a:pt x="559107" y="378097"/>
                    <a:pt x="1414724" y="0"/>
                  </a:cubicBezTo>
                </a:path>
              </a:pathLst>
            </a:custGeom>
            <a:no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srgbClr val="666666"/>
                </a:solidFill>
                <a:latin typeface="Calibri"/>
                <a:ea typeface="等线" panose="02010600030101010101" pitchFamily="2" charset="-122"/>
              </a:endParaRPr>
            </a:p>
          </p:txBody>
        </p:sp>
        <p:cxnSp>
          <p:nvCxnSpPr>
            <p:cNvPr id="19" name="直接箭头连接符 18"/>
            <p:cNvCxnSpPr>
              <a:stCxn id="9" idx="2"/>
              <a:endCxn id="65" idx="2"/>
            </p:cNvCxnSpPr>
            <p:nvPr/>
          </p:nvCxnSpPr>
          <p:spPr>
            <a:xfrm flipV="1">
              <a:off x="1646657" y="3893787"/>
              <a:ext cx="2462540" cy="1766784"/>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a:endCxn id="65" idx="2"/>
            </p:cNvCxnSpPr>
            <p:nvPr/>
          </p:nvCxnSpPr>
          <p:spPr>
            <a:xfrm flipV="1">
              <a:off x="3446867" y="3893787"/>
              <a:ext cx="662330" cy="1766784"/>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a:stCxn id="13" idx="0"/>
              <a:endCxn id="65" idx="2"/>
            </p:cNvCxnSpPr>
            <p:nvPr/>
          </p:nvCxnSpPr>
          <p:spPr>
            <a:xfrm flipH="1" flipV="1">
              <a:off x="4109197" y="3893787"/>
              <a:ext cx="310047" cy="1479402"/>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a:stCxn id="122" idx="0"/>
              <a:endCxn id="65" idx="2"/>
            </p:cNvCxnSpPr>
            <p:nvPr/>
          </p:nvCxnSpPr>
          <p:spPr>
            <a:xfrm flipH="1" flipV="1">
              <a:off x="4109197" y="3893787"/>
              <a:ext cx="1281160" cy="1474691"/>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stCxn id="65" idx="0"/>
            </p:cNvCxnSpPr>
            <p:nvPr/>
          </p:nvCxnSpPr>
          <p:spPr>
            <a:xfrm flipH="1" flipV="1">
              <a:off x="2980557" y="2194560"/>
              <a:ext cx="1128640" cy="101921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1640812" y="4974829"/>
              <a:ext cx="2462540" cy="215444"/>
            </a:xfrm>
            <a:prstGeom prst="rect">
              <a:avLst/>
            </a:prstGeom>
            <a:solidFill>
              <a:srgbClr val="FCC800">
                <a:lumMod val="20000"/>
                <a:lumOff val="80000"/>
              </a:srgbClr>
            </a:solidFill>
            <a:ln>
              <a:solidFill>
                <a:srgbClr val="FFFFFF"/>
              </a:solidFill>
            </a:ln>
          </p:spPr>
          <p:txBody>
            <a:bodyPr wrap="square">
              <a:spAutoFit/>
            </a:bodyPr>
            <a:lstStyle/>
            <a:p>
              <a:pPr algn="ctr" defTabSz="914400">
                <a:defRPr/>
              </a:pPr>
              <a:r>
                <a:rPr lang="en-US" altLang="zh-CN" sz="800" kern="0" dirty="0" err="1">
                  <a:solidFill>
                    <a:srgbClr val="1D1D1A"/>
                  </a:solidFill>
                  <a:latin typeface="微软雅黑" panose="020B0503020204020204" pitchFamily="34" charset="-122"/>
                  <a:ea typeface="微软雅黑" panose="020B0503020204020204" pitchFamily="34" charset="-122"/>
                </a:rPr>
                <a:t>PODManager</a:t>
              </a:r>
              <a:r>
                <a:rPr lang="en-US" altLang="zh-CN" sz="800" kern="0" dirty="0">
                  <a:solidFill>
                    <a:srgbClr val="1D1D1A"/>
                  </a:solidFill>
                  <a:latin typeface="微软雅黑" panose="020B0503020204020204" pitchFamily="34" charset="-122"/>
                  <a:ea typeface="微软雅黑" panose="020B0503020204020204" pitchFamily="34" charset="-122"/>
                </a:rPr>
                <a:t> telemetry</a:t>
              </a:r>
              <a:r>
                <a:rPr lang="zh-CN" altLang="en-US" sz="800" kern="0" dirty="0">
                  <a:solidFill>
                    <a:srgbClr val="1D1D1A"/>
                  </a:solidFill>
                  <a:latin typeface="微软雅黑" panose="020B0503020204020204" pitchFamily="34" charset="-122"/>
                  <a:ea typeface="微软雅黑" panose="020B0503020204020204" pitchFamily="34" charset="-122"/>
                </a:rPr>
                <a:t>上报、告警</a:t>
              </a:r>
              <a:r>
                <a:rPr lang="en-US" altLang="zh-CN" sz="800" kern="0" dirty="0">
                  <a:solidFill>
                    <a:srgbClr val="1D1D1A"/>
                  </a:solidFill>
                  <a:latin typeface="微软雅黑" panose="020B0503020204020204" pitchFamily="34" charset="-122"/>
                  <a:ea typeface="微软雅黑" panose="020B0503020204020204" pitchFamily="34" charset="-122"/>
                </a:rPr>
                <a:t>Trap</a:t>
              </a:r>
              <a:r>
                <a:rPr lang="zh-CN" altLang="en-US" sz="800" kern="0" dirty="0">
                  <a:solidFill>
                    <a:srgbClr val="1D1D1A"/>
                  </a:solidFill>
                  <a:latin typeface="微软雅黑" panose="020B0503020204020204" pitchFamily="34" charset="-122"/>
                  <a:ea typeface="微软雅黑" panose="020B0503020204020204" pitchFamily="34" charset="-122"/>
                </a:rPr>
                <a:t>上报</a:t>
              </a:r>
              <a:endParaRPr lang="zh-CN" altLang="en-US" sz="800" kern="0" dirty="0">
                <a:solidFill>
                  <a:srgbClr val="1D1D1A"/>
                </a:solidFill>
                <a:latin typeface="微软雅黑" panose="020B0503020204020204" pitchFamily="34" charset="-122"/>
                <a:ea typeface="微软雅黑" panose="020B0503020204020204" pitchFamily="34" charset="-122"/>
              </a:endParaRPr>
            </a:p>
          </p:txBody>
        </p:sp>
        <p:sp>
          <p:nvSpPr>
            <p:cNvPr id="127" name="矩形 126"/>
            <p:cNvSpPr/>
            <p:nvPr/>
          </p:nvSpPr>
          <p:spPr>
            <a:xfrm>
              <a:off x="2697607" y="2704633"/>
              <a:ext cx="2976890" cy="215444"/>
            </a:xfrm>
            <a:prstGeom prst="rect">
              <a:avLst/>
            </a:prstGeom>
            <a:solidFill>
              <a:schemeClr val="accent5">
                <a:lumMod val="20000"/>
                <a:lumOff val="80000"/>
              </a:schemeClr>
            </a:solidFill>
            <a:ln>
              <a:solidFill>
                <a:srgbClr val="FFFFFF"/>
              </a:solidFill>
            </a:ln>
          </p:spPr>
          <p:txBody>
            <a:bodyPr wrap="square">
              <a:spAutoFit/>
            </a:bodyPr>
            <a:lstStyle/>
            <a:p>
              <a:pPr algn="ctr" defTabSz="1219200">
                <a:defRPr/>
              </a:pPr>
              <a:r>
                <a:rPr kumimoji="1" lang="en-US" altLang="zh-CN" sz="800" dirty="0">
                  <a:solidFill>
                    <a:srgbClr val="000000"/>
                  </a:solidFill>
                  <a:latin typeface="微软雅黑" panose="020B0503020204020204" pitchFamily="34" charset="-122"/>
                  <a:ea typeface="微软雅黑" panose="020B0503020204020204" pitchFamily="34" charset="-122"/>
                </a:rPr>
                <a:t>CCAE</a:t>
              </a:r>
              <a:r>
                <a:rPr kumimoji="1" lang="zh-CN" altLang="en-US" sz="800" dirty="0">
                  <a:solidFill>
                    <a:srgbClr val="000000"/>
                  </a:solidFill>
                  <a:latin typeface="微软雅黑" panose="020B0503020204020204" pitchFamily="34" charset="-122"/>
                  <a:ea typeface="微软雅黑" panose="020B0503020204020204" pitchFamily="34" charset="-122"/>
                </a:rPr>
                <a:t>故障分析结果</a:t>
              </a:r>
              <a:r>
                <a:rPr kumimoji="1" lang="en-US" altLang="zh-CN" sz="800" dirty="0" err="1">
                  <a:solidFill>
                    <a:srgbClr val="000000"/>
                  </a:solidFill>
                  <a:latin typeface="微软雅黑" panose="020B0503020204020204" pitchFamily="34" charset="-122"/>
                  <a:ea typeface="微软雅黑" panose="020B0503020204020204" pitchFamily="34" charset="-122"/>
                </a:rPr>
                <a:t>iSSUE</a:t>
              </a:r>
              <a:r>
                <a:rPr kumimoji="1" lang="zh-CN" altLang="en-US" sz="800" dirty="0">
                  <a:solidFill>
                    <a:srgbClr val="000000"/>
                  </a:solidFill>
                  <a:latin typeface="微软雅黑" panose="020B0503020204020204" pitchFamily="34" charset="-122"/>
                  <a:ea typeface="微软雅黑" panose="020B0503020204020204" pitchFamily="34" charset="-122"/>
                </a:rPr>
                <a:t>：</a:t>
              </a:r>
              <a:r>
                <a:rPr kumimoji="1" lang="en-US" altLang="zh-CN" sz="800" dirty="0">
                  <a:solidFill>
                    <a:srgbClr val="000000"/>
                  </a:solidFill>
                  <a:latin typeface="微软雅黑" panose="020B0503020204020204" pitchFamily="34" charset="-122"/>
                  <a:ea typeface="微软雅黑" panose="020B0503020204020204" pitchFamily="34" charset="-122"/>
                </a:rPr>
                <a:t>Syslog</a:t>
              </a:r>
              <a:endParaRPr kumimoji="1" lang="en-US" altLang="zh-CN" sz="800" dirty="0">
                <a:solidFill>
                  <a:srgbClr val="000000"/>
                </a:solidFill>
                <a:latin typeface="微软雅黑" panose="020B0503020204020204" pitchFamily="34" charset="-122"/>
                <a:ea typeface="微软雅黑" panose="020B0503020204020204" pitchFamily="34" charset="-122"/>
              </a:endParaRPr>
            </a:p>
          </p:txBody>
        </p:sp>
        <p:sp>
          <p:nvSpPr>
            <p:cNvPr id="130" name="矩形 129"/>
            <p:cNvSpPr/>
            <p:nvPr/>
          </p:nvSpPr>
          <p:spPr>
            <a:xfrm>
              <a:off x="4214374" y="4944585"/>
              <a:ext cx="1460123" cy="338554"/>
            </a:xfrm>
            <a:prstGeom prst="rect">
              <a:avLst/>
            </a:prstGeom>
            <a:solidFill>
              <a:schemeClr val="accent6">
                <a:lumMod val="20000"/>
                <a:lumOff val="80000"/>
              </a:schemeClr>
            </a:solidFill>
            <a:ln>
              <a:solidFill>
                <a:srgbClr val="FFFFFF"/>
              </a:solidFill>
            </a:ln>
          </p:spPr>
          <p:txBody>
            <a:bodyPr wrap="square">
              <a:spAutoFit/>
            </a:bodyPr>
            <a:lstStyle/>
            <a:p>
              <a:pPr algn="ctr" defTabSz="914400">
                <a:defRPr/>
              </a:pPr>
              <a:r>
                <a:rPr lang="zh-CN" altLang="en-US" sz="800" kern="0" dirty="0">
                  <a:solidFill>
                    <a:srgbClr val="1D1D1A"/>
                  </a:solidFill>
                  <a:latin typeface="微软雅黑" panose="020B0503020204020204" pitchFamily="34" charset="-122"/>
                  <a:ea typeface="微软雅黑" panose="020B0503020204020204" pitchFamily="34" charset="-122"/>
                </a:rPr>
                <a:t>灵衢性能</a:t>
              </a:r>
              <a:r>
                <a:rPr lang="en-US" altLang="zh-CN" sz="800" kern="0" dirty="0">
                  <a:solidFill>
                    <a:srgbClr val="1D1D1A"/>
                  </a:solidFill>
                  <a:latin typeface="微软雅黑" panose="020B0503020204020204" pitchFamily="34" charset="-122"/>
                  <a:ea typeface="微软雅黑" panose="020B0503020204020204" pitchFamily="34" charset="-122"/>
                </a:rPr>
                <a:t>telemetry</a:t>
              </a:r>
              <a:r>
                <a:rPr lang="zh-CN" altLang="en-US" sz="800" kern="0" dirty="0">
                  <a:solidFill>
                    <a:srgbClr val="1D1D1A"/>
                  </a:solidFill>
                  <a:latin typeface="微软雅黑" panose="020B0503020204020204" pitchFamily="34" charset="-122"/>
                  <a:ea typeface="微软雅黑" panose="020B0503020204020204" pitchFamily="34" charset="-122"/>
                </a:rPr>
                <a:t>上报、告警</a:t>
              </a:r>
              <a:r>
                <a:rPr lang="en-US" altLang="zh-CN" sz="800" kern="0" dirty="0">
                  <a:solidFill>
                    <a:srgbClr val="1D1D1A"/>
                  </a:solidFill>
                  <a:latin typeface="微软雅黑" panose="020B0503020204020204" pitchFamily="34" charset="-122"/>
                  <a:ea typeface="微软雅黑" panose="020B0503020204020204" pitchFamily="34" charset="-122"/>
                </a:rPr>
                <a:t>Trap</a:t>
              </a:r>
              <a:r>
                <a:rPr lang="zh-CN" altLang="en-US" sz="800" kern="0" dirty="0">
                  <a:solidFill>
                    <a:srgbClr val="1D1D1A"/>
                  </a:solidFill>
                  <a:latin typeface="微软雅黑" panose="020B0503020204020204" pitchFamily="34" charset="-122"/>
                  <a:ea typeface="微软雅黑" panose="020B0503020204020204" pitchFamily="34" charset="-122"/>
                </a:rPr>
                <a:t>上报</a:t>
              </a:r>
              <a:endParaRPr lang="zh-CN" altLang="en-US" sz="800" kern="0" dirty="0">
                <a:solidFill>
                  <a:srgbClr val="1D1D1A"/>
                </a:solidFill>
                <a:latin typeface="微软雅黑" panose="020B0503020204020204" pitchFamily="34" charset="-122"/>
                <a:ea typeface="微软雅黑" panose="020B0503020204020204" pitchFamily="34" charset="-122"/>
              </a:endParaRPr>
            </a:p>
          </p:txBody>
        </p:sp>
        <p:sp>
          <p:nvSpPr>
            <p:cNvPr id="129" name="椭圆 128"/>
            <p:cNvSpPr/>
            <p:nvPr/>
          </p:nvSpPr>
          <p:spPr>
            <a:xfrm>
              <a:off x="4428218" y="4557906"/>
              <a:ext cx="287888" cy="287888"/>
            </a:xfrm>
            <a:prstGeom prst="ellipse">
              <a:avLst/>
            </a:prstGeom>
            <a:solidFill>
              <a:schemeClr val="accent6">
                <a:lumMod val="20000"/>
                <a:lumOff val="80000"/>
              </a:schemeClr>
            </a:solidFill>
            <a:ln w="12700" cap="flat" cmpd="sng" algn="ctr">
              <a:noFill/>
              <a:prstDash val="solid"/>
              <a:miter lim="800000"/>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r>
                <a:rPr lang="en-US" altLang="zh-CN" sz="1100" b="1" kern="0" dirty="0">
                  <a:solidFill>
                    <a:srgbClr val="1D1D1A"/>
                  </a:solidFill>
                  <a:latin typeface="微软雅黑"/>
                  <a:ea typeface="微软雅黑"/>
                </a:rPr>
                <a:t>1</a:t>
              </a:r>
              <a:endParaRPr lang="zh-CN" altLang="en-US" sz="1100" b="1" kern="0" dirty="0">
                <a:solidFill>
                  <a:srgbClr val="1D1D1A"/>
                </a:solidFill>
                <a:latin typeface="微软雅黑"/>
                <a:ea typeface="微软雅黑"/>
              </a:endParaRPr>
            </a:p>
          </p:txBody>
        </p:sp>
        <p:sp>
          <p:nvSpPr>
            <p:cNvPr id="131" name="椭圆 130"/>
            <p:cNvSpPr/>
            <p:nvPr/>
          </p:nvSpPr>
          <p:spPr>
            <a:xfrm>
              <a:off x="3227296" y="4538643"/>
              <a:ext cx="287888" cy="287888"/>
            </a:xfrm>
            <a:prstGeom prst="ellipse">
              <a:avLst/>
            </a:prstGeom>
            <a:solidFill>
              <a:schemeClr val="accent4">
                <a:lumMod val="60000"/>
                <a:lumOff val="40000"/>
              </a:schemeClr>
            </a:solidFill>
            <a:ln w="12700" cap="flat" cmpd="sng" algn="ctr">
              <a:noFill/>
              <a:prstDash val="solid"/>
              <a:miter lim="800000"/>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r>
                <a:rPr lang="en-US" altLang="zh-CN" sz="1100" b="1" kern="0" dirty="0">
                  <a:solidFill>
                    <a:srgbClr val="1D1D1A"/>
                  </a:solidFill>
                  <a:latin typeface="微软雅黑"/>
                  <a:ea typeface="微软雅黑"/>
                </a:rPr>
                <a:t>2</a:t>
              </a:r>
              <a:endParaRPr lang="zh-CN" altLang="en-US" sz="1100" b="1" kern="0" dirty="0">
                <a:solidFill>
                  <a:srgbClr val="1D1D1A"/>
                </a:solidFill>
                <a:latin typeface="微软雅黑"/>
                <a:ea typeface="微软雅黑"/>
              </a:endParaRPr>
            </a:p>
          </p:txBody>
        </p:sp>
        <p:sp>
          <p:nvSpPr>
            <p:cNvPr id="132" name="椭圆 131"/>
            <p:cNvSpPr/>
            <p:nvPr/>
          </p:nvSpPr>
          <p:spPr>
            <a:xfrm>
              <a:off x="3219317" y="2362326"/>
              <a:ext cx="287888" cy="287888"/>
            </a:xfrm>
            <a:prstGeom prst="ellipse">
              <a:avLst/>
            </a:prstGeom>
            <a:solidFill>
              <a:schemeClr val="accent5">
                <a:lumMod val="60000"/>
                <a:lumOff val="40000"/>
              </a:schemeClr>
            </a:solidFill>
            <a:ln w="12700" cap="flat" cmpd="sng" algn="ctr">
              <a:noFill/>
              <a:prstDash val="solid"/>
              <a:miter lim="800000"/>
            </a:ln>
            <a:effectLst/>
          </p:spPr>
          <p:txBody>
            <a:bodyPr rot="0" spcFirstLastPara="0" vertOverflow="overflow" horzOverflow="overflow" vert="horz" wrap="square" lIns="91383" tIns="45691" rIns="91383" bIns="45691" numCol="1" spcCol="0" rtlCol="0" fromWordArt="0" anchor="ctr" anchorCtr="0" forceAA="0" compatLnSpc="1">
              <a:noAutofit/>
            </a:bodyPr>
            <a:lstStyle/>
            <a:p>
              <a:pPr algn="ctr" defTabSz="913765">
                <a:defRPr/>
              </a:pPr>
              <a:r>
                <a:rPr lang="en-US" altLang="zh-CN" sz="1100" b="1" kern="0" dirty="0">
                  <a:solidFill>
                    <a:srgbClr val="1D1D1A"/>
                  </a:solidFill>
                  <a:latin typeface="微软雅黑"/>
                  <a:ea typeface="微软雅黑"/>
                </a:rPr>
                <a:t>3</a:t>
              </a:r>
              <a:endParaRPr lang="zh-CN" altLang="en-US" sz="1100" b="1" kern="0" dirty="0">
                <a:solidFill>
                  <a:srgbClr val="1D1D1A"/>
                </a:solidFill>
                <a:latin typeface="微软雅黑"/>
                <a:ea typeface="微软雅黑"/>
              </a:endParaRPr>
            </a:p>
          </p:txBody>
        </p:sp>
      </p:grpSp>
      <p:sp>
        <p:nvSpPr>
          <p:cNvPr id="133" name="文本框 132"/>
          <p:cNvSpPr txBox="1"/>
          <p:nvPr/>
        </p:nvSpPr>
        <p:spPr>
          <a:xfrm>
            <a:off x="5759469" y="4532977"/>
            <a:ext cx="6042561" cy="1142735"/>
          </a:xfrm>
          <a:prstGeom prst="rect">
            <a:avLst/>
          </a:prstGeom>
          <a:noFill/>
        </p:spPr>
        <p:txBody>
          <a:bodyPr wrap="square" lIns="0" tIns="0" rIns="0" bIns="0" rtlCol="0">
            <a:spAutoFit/>
          </a:bodyPr>
          <a:lstStyle/>
          <a:p>
            <a:pPr defTabSz="914400">
              <a:lnSpc>
                <a:spcPct val="120000"/>
              </a:lnSpc>
              <a:defRPr/>
            </a:pPr>
            <a:r>
              <a:rPr kumimoji="1" lang="zh-CN" altLang="en-US" sz="1400" dirty="0">
                <a:solidFill>
                  <a:srgbClr val="000000"/>
                </a:solidFill>
                <a:latin typeface="微软雅黑" panose="020B0503020204020204" pitchFamily="34" charset="-122"/>
                <a:ea typeface="微软雅黑" panose="020B0503020204020204" pitchFamily="34" charset="-122"/>
              </a:rPr>
              <a:t>关键需求</a:t>
            </a:r>
            <a:endParaRPr kumimoji="1" lang="en-US" altLang="zh-CN" sz="1400" dirty="0">
              <a:solidFill>
                <a:srgbClr val="000000"/>
              </a:solidFill>
              <a:latin typeface="微软雅黑" panose="020B0503020204020204" pitchFamily="34" charset="-122"/>
              <a:ea typeface="微软雅黑" panose="020B0503020204020204" pitchFamily="34" charset="-122"/>
            </a:endParaRPr>
          </a:p>
          <a:p>
            <a:pPr marL="228600" indent="-228600" defTabSz="914400">
              <a:lnSpc>
                <a:spcPct val="120000"/>
              </a:lnSpc>
              <a:buFont typeface="+mj-lt"/>
              <a:buAutoNum type="arabicPeriod"/>
              <a:defRPr/>
            </a:pPr>
            <a:r>
              <a:rPr lang="en-US" altLang="zh-CN" sz="1200" dirty="0">
                <a:solidFill>
                  <a:srgbClr val="1D1D1A"/>
                </a:solidFill>
                <a:latin typeface="微软雅黑" panose="020B0503020204020204" pitchFamily="34" charset="-122"/>
                <a:ea typeface="微软雅黑" panose="020B0503020204020204" pitchFamily="34" charset="-122"/>
              </a:rPr>
              <a:t>【2026071533668】A5 </a:t>
            </a:r>
            <a:r>
              <a:rPr lang="en-US" altLang="zh-CN" sz="1200" dirty="0" err="1">
                <a:solidFill>
                  <a:srgbClr val="1D1D1A"/>
                </a:solidFill>
                <a:latin typeface="微软雅黑" panose="020B0503020204020204" pitchFamily="34" charset="-122"/>
                <a:ea typeface="微软雅黑" panose="020B0503020204020204" pitchFamily="34" charset="-122"/>
              </a:rPr>
              <a:t>PoD</a:t>
            </a:r>
            <a:r>
              <a:rPr lang="zh-CN" altLang="en-US" sz="1200" dirty="0">
                <a:solidFill>
                  <a:srgbClr val="1D1D1A"/>
                </a:solidFill>
                <a:latin typeface="微软雅黑" panose="020B0503020204020204" pitchFamily="34" charset="-122"/>
                <a:ea typeface="微软雅黑" panose="020B0503020204020204" pitchFamily="34" charset="-122"/>
              </a:rPr>
              <a:t>产品的</a:t>
            </a:r>
            <a:r>
              <a:rPr lang="en-US" altLang="zh-CN" sz="1200" dirty="0" err="1">
                <a:solidFill>
                  <a:srgbClr val="1D1D1A"/>
                </a:solidFill>
                <a:latin typeface="微软雅黑" panose="020B0503020204020204" pitchFamily="34" charset="-122"/>
                <a:ea typeface="微软雅黑" panose="020B0503020204020204" pitchFamily="34" charset="-122"/>
              </a:rPr>
              <a:t>PodManager</a:t>
            </a:r>
            <a:r>
              <a:rPr lang="zh-CN" altLang="en-US" sz="1200" dirty="0">
                <a:solidFill>
                  <a:srgbClr val="1D1D1A"/>
                </a:solidFill>
                <a:latin typeface="微软雅黑" panose="020B0503020204020204" pitchFamily="34" charset="-122"/>
                <a:ea typeface="微软雅黑" panose="020B0503020204020204" pitchFamily="34" charset="-122"/>
              </a:rPr>
              <a:t>的用户账号需要支持只读权限</a:t>
            </a:r>
            <a:endParaRPr lang="en-US" altLang="zh-CN" sz="1200" dirty="0">
              <a:solidFill>
                <a:srgbClr val="1D1D1A"/>
              </a:solidFill>
              <a:latin typeface="微软雅黑" panose="020B0503020204020204" pitchFamily="34" charset="-122"/>
              <a:ea typeface="微软雅黑" panose="020B0503020204020204" pitchFamily="34" charset="-122"/>
            </a:endParaRPr>
          </a:p>
          <a:p>
            <a:pPr marL="228600" indent="-228600" defTabSz="914400">
              <a:lnSpc>
                <a:spcPct val="120000"/>
              </a:lnSpc>
              <a:buFont typeface="+mj-lt"/>
              <a:buAutoNum type="arabicPeriod"/>
              <a:defRPr/>
            </a:pPr>
            <a:r>
              <a:rPr lang="en-US" altLang="zh-CN" sz="1200" dirty="0">
                <a:solidFill>
                  <a:srgbClr val="1D1D1A"/>
                </a:solidFill>
                <a:latin typeface="微软雅黑" panose="020B0503020204020204" pitchFamily="34" charset="-122"/>
                <a:ea typeface="微软雅黑" panose="020B0503020204020204" pitchFamily="34" charset="-122"/>
              </a:rPr>
              <a:t>【2026072840970】【</a:t>
            </a:r>
            <a:r>
              <a:rPr lang="zh-CN" altLang="en-US" sz="1200" dirty="0">
                <a:solidFill>
                  <a:srgbClr val="1D1D1A"/>
                </a:solidFill>
                <a:latin typeface="微软雅黑" panose="020B0503020204020204" pitchFamily="34" charset="-122"/>
                <a:ea typeface="微软雅黑" panose="020B0503020204020204" pitchFamily="34" charset="-122"/>
              </a:rPr>
              <a:t>ZJ客户诉求</a:t>
            </a:r>
            <a:r>
              <a:rPr lang="en-US" altLang="zh-CN" sz="1200" dirty="0">
                <a:solidFill>
                  <a:srgbClr val="1D1D1A"/>
                </a:solidFill>
                <a:latin typeface="微软雅黑" panose="020B0503020204020204" pitchFamily="34" charset="-122"/>
                <a:ea typeface="微软雅黑" panose="020B0503020204020204" pitchFamily="34" charset="-122"/>
              </a:rPr>
              <a:t>】</a:t>
            </a:r>
            <a:r>
              <a:rPr lang="zh-CN" altLang="en-US" sz="1200" dirty="0">
                <a:solidFill>
                  <a:srgbClr val="1D1D1A"/>
                </a:solidFill>
                <a:latin typeface="微软雅黑" panose="020B0503020204020204" pitchFamily="34" charset="-122"/>
                <a:ea typeface="微软雅黑" panose="020B0503020204020204" pitchFamily="34" charset="-122"/>
              </a:rPr>
              <a:t>灵衢软件</a:t>
            </a:r>
            <a:r>
              <a:rPr lang="en-US" altLang="zh-CN" sz="1200" dirty="0" err="1">
                <a:solidFill>
                  <a:srgbClr val="1D1D1A"/>
                </a:solidFill>
                <a:latin typeface="微软雅黑" panose="020B0503020204020204" pitchFamily="34" charset="-122"/>
                <a:ea typeface="微软雅黑" panose="020B0503020204020204" pitchFamily="34" charset="-122"/>
              </a:rPr>
              <a:t>ub</a:t>
            </a:r>
            <a:r>
              <a:rPr lang="en-US" altLang="zh-CN" sz="1200" dirty="0">
                <a:solidFill>
                  <a:srgbClr val="1D1D1A"/>
                </a:solidFill>
                <a:latin typeface="微软雅黑" panose="020B0503020204020204" pitchFamily="34" charset="-122"/>
                <a:ea typeface="微软雅黑" panose="020B0503020204020204" pitchFamily="34" charset="-122"/>
              </a:rPr>
              <a:t> ping</a:t>
            </a:r>
            <a:r>
              <a:rPr lang="zh-CN" altLang="en-US" sz="1200" dirty="0">
                <a:solidFill>
                  <a:srgbClr val="1D1D1A"/>
                </a:solidFill>
                <a:latin typeface="微软雅黑" panose="020B0503020204020204" pitchFamily="34" charset="-122"/>
                <a:ea typeface="微软雅黑" panose="020B0503020204020204" pitchFamily="34" charset="-122"/>
              </a:rPr>
              <a:t>特性需要支持配置任务，定时自动执行</a:t>
            </a:r>
            <a:r>
              <a:rPr lang="en-US" altLang="zh-CN" sz="1200" dirty="0">
                <a:solidFill>
                  <a:srgbClr val="1D1D1A"/>
                </a:solidFill>
                <a:latin typeface="微软雅黑" panose="020B0503020204020204" pitchFamily="34" charset="-122"/>
                <a:ea typeface="微软雅黑" panose="020B0503020204020204" pitchFamily="34" charset="-122"/>
              </a:rPr>
              <a:t>ping</a:t>
            </a:r>
            <a:r>
              <a:rPr lang="zh-CN" altLang="en-US" sz="1200" dirty="0">
                <a:solidFill>
                  <a:srgbClr val="1D1D1A"/>
                </a:solidFill>
                <a:latin typeface="微软雅黑" panose="020B0503020204020204" pitchFamily="34" charset="-122"/>
                <a:ea typeface="微软雅黑" panose="020B0503020204020204" pitchFamily="34" charset="-122"/>
              </a:rPr>
              <a:t>任务，避免</a:t>
            </a:r>
            <a:r>
              <a:rPr lang="en-US" altLang="zh-CN" sz="1200" dirty="0">
                <a:solidFill>
                  <a:srgbClr val="1D1D1A"/>
                </a:solidFill>
                <a:latin typeface="微软雅黑" panose="020B0503020204020204" pitchFamily="34" charset="-122"/>
                <a:ea typeface="微软雅黑" panose="020B0503020204020204" pitchFamily="34" charset="-122"/>
              </a:rPr>
              <a:t>CCAE</a:t>
            </a:r>
            <a:r>
              <a:rPr lang="zh-CN" altLang="en-US" sz="1200" dirty="0">
                <a:solidFill>
                  <a:srgbClr val="1D1D1A"/>
                </a:solidFill>
                <a:latin typeface="微软雅黑" panose="020B0503020204020204" pitchFamily="34" charset="-122"/>
                <a:ea typeface="微软雅黑" panose="020B0503020204020204" pitchFamily="34" charset="-122"/>
              </a:rPr>
              <a:t>周期性发送大量</a:t>
            </a:r>
            <a:r>
              <a:rPr lang="en-US" altLang="zh-CN" sz="1200" dirty="0">
                <a:solidFill>
                  <a:srgbClr val="1D1D1A"/>
                </a:solidFill>
                <a:latin typeface="微软雅黑" panose="020B0503020204020204" pitchFamily="34" charset="-122"/>
                <a:ea typeface="微软雅黑" panose="020B0503020204020204" pitchFamily="34" charset="-122"/>
              </a:rPr>
              <a:t>ping</a:t>
            </a:r>
            <a:r>
              <a:rPr lang="zh-CN" altLang="en-US" sz="1200" dirty="0">
                <a:solidFill>
                  <a:srgbClr val="1D1D1A"/>
                </a:solidFill>
                <a:latin typeface="微软雅黑" panose="020B0503020204020204" pitchFamily="34" charset="-122"/>
                <a:ea typeface="微软雅黑" panose="020B0503020204020204" pitchFamily="34" charset="-122"/>
              </a:rPr>
              <a:t>命令给灵衢软件，和当前</a:t>
            </a:r>
            <a:r>
              <a:rPr lang="en-US" altLang="zh-CN" sz="1200" dirty="0">
                <a:solidFill>
                  <a:srgbClr val="1D1D1A"/>
                </a:solidFill>
                <a:latin typeface="微软雅黑" panose="020B0503020204020204" pitchFamily="34" charset="-122"/>
                <a:ea typeface="微软雅黑" panose="020B0503020204020204" pitchFamily="34" charset="-122"/>
              </a:rPr>
              <a:t>A3 </a:t>
            </a:r>
            <a:r>
              <a:rPr lang="en-US" altLang="zh-CN" sz="1200" dirty="0" err="1">
                <a:solidFill>
                  <a:srgbClr val="1D1D1A"/>
                </a:solidFill>
                <a:latin typeface="微软雅黑" panose="020B0503020204020204" pitchFamily="34" charset="-122"/>
                <a:ea typeface="微软雅黑" panose="020B0503020204020204" pitchFamily="34" charset="-122"/>
              </a:rPr>
              <a:t>hccs</a:t>
            </a:r>
            <a:r>
              <a:rPr lang="en-US" altLang="zh-CN" sz="1200" dirty="0">
                <a:solidFill>
                  <a:srgbClr val="1D1D1A"/>
                </a:solidFill>
                <a:latin typeface="微软雅黑" panose="020B0503020204020204" pitchFamily="34" charset="-122"/>
                <a:ea typeface="微软雅黑" panose="020B0503020204020204" pitchFamily="34" charset="-122"/>
              </a:rPr>
              <a:t> ping</a:t>
            </a:r>
            <a:r>
              <a:rPr lang="zh-CN" altLang="en-US" sz="1200" dirty="0">
                <a:solidFill>
                  <a:srgbClr val="1D1D1A"/>
                </a:solidFill>
                <a:latin typeface="微软雅黑" panose="020B0503020204020204" pitchFamily="34" charset="-122"/>
                <a:ea typeface="微软雅黑" panose="020B0503020204020204" pitchFamily="34" charset="-122"/>
              </a:rPr>
              <a:t>的特性能力保持一致</a:t>
            </a:r>
            <a:endParaRPr lang="en-US" altLang="zh-CN" sz="1200" dirty="0">
              <a:solidFill>
                <a:srgbClr val="1D1D1A"/>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4" name="直接连接符 253"/>
          <p:cNvCxnSpPr/>
          <p:nvPr/>
        </p:nvCxnSpPr>
        <p:spPr>
          <a:xfrm flipH="1">
            <a:off x="9988531" y="2218571"/>
            <a:ext cx="471411" cy="210798"/>
          </a:xfrm>
          <a:prstGeom prst="line">
            <a:avLst/>
          </a:prstGeom>
          <a:ln>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43" name="矩形 242"/>
          <p:cNvSpPr/>
          <p:nvPr/>
        </p:nvSpPr>
        <p:spPr>
          <a:xfrm>
            <a:off x="10483581" y="2199205"/>
            <a:ext cx="1053559" cy="3008098"/>
          </a:xfrm>
          <a:prstGeom prst="rect">
            <a:avLst/>
          </a:prstGeom>
          <a:noFill/>
          <a:ln w="3175">
            <a:solidFill>
              <a:schemeClr val="bg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56" name="矩形 55"/>
          <p:cNvSpPr/>
          <p:nvPr/>
        </p:nvSpPr>
        <p:spPr>
          <a:xfrm>
            <a:off x="700983" y="1270042"/>
            <a:ext cx="8870423" cy="5037571"/>
          </a:xfrm>
          <a:prstGeom prst="rect">
            <a:avLst/>
          </a:prstGeom>
          <a:solidFill>
            <a:schemeClr val="tx2"/>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a:solidFill>
                <a:srgbClr val="1D1D1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29019" y="580745"/>
            <a:ext cx="10206670" cy="368717"/>
          </a:xfrm>
          <a:prstGeom prst="rect">
            <a:avLst/>
          </a:prstGeom>
          <a:noFill/>
        </p:spPr>
        <p:txBody>
          <a:bodyPr wrap="square" lIns="0" tIns="0" rIns="0" bIns="0" rtlCol="0">
            <a:spAutoFit/>
          </a:bodyPr>
          <a:lstStyle/>
          <a:p>
            <a:pPr defTabSz="913765">
              <a:defRPr/>
            </a:pPr>
            <a:r>
              <a:rPr kumimoji="1" lang="zh-CN" altLang="en-US" sz="2400" b="1" dirty="0">
                <a:solidFill>
                  <a:srgbClr val="C00000"/>
                </a:solidFill>
                <a:latin typeface="微软雅黑" panose="020B0503020204020204" pitchFamily="34" charset="-122"/>
                <a:ea typeface="微软雅黑" panose="020B0503020204020204" pitchFamily="34" charset="-122"/>
              </a:rPr>
              <a:t>机房布局设计（</a:t>
            </a:r>
            <a:r>
              <a:rPr kumimoji="1" lang="en-US" altLang="zh-CN" sz="2400" b="1" dirty="0">
                <a:solidFill>
                  <a:srgbClr val="C00000"/>
                </a:solidFill>
                <a:latin typeface="微软雅黑" panose="020B0503020204020204" pitchFamily="34" charset="-122"/>
                <a:ea typeface="微软雅黑" panose="020B0503020204020204" pitchFamily="34" charset="-122"/>
              </a:rPr>
              <a:t>1024</a:t>
            </a:r>
            <a:r>
              <a:rPr kumimoji="1" lang="zh-CN" altLang="en-US" sz="2400" b="1" dirty="0">
                <a:solidFill>
                  <a:srgbClr val="C00000"/>
                </a:solidFill>
                <a:latin typeface="微软雅黑" panose="020B0503020204020204" pitchFamily="34" charset="-122"/>
                <a:ea typeface="微软雅黑" panose="020B0503020204020204" pitchFamily="34" charset="-122"/>
              </a:rPr>
              <a:t>）</a:t>
            </a:r>
            <a:endParaRPr kumimoji="1" lang="zh-CN" altLang="en-US" sz="2400" b="1" dirty="0">
              <a:solidFill>
                <a:srgbClr val="C00000"/>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10505313" y="193205"/>
          <a:ext cx="1034436" cy="891647"/>
        </p:xfrm>
        <a:graphic>
          <a:graphicData uri="http://schemas.openxmlformats.org/presentationml/2006/ole">
            <mc:AlternateContent xmlns:mc="http://schemas.openxmlformats.org/markup-compatibility/2006">
              <mc:Choice xmlns:v="urn:schemas-microsoft-com:vml" Requires="v">
                <p:oleObj spid="_x0000_s29721" name="Acrobat Document" showAsIcon="1" r:id="rId1" imgW="807720" imgH="695325" progId="Acrobat.Document.DC">
                  <p:embed/>
                </p:oleObj>
              </mc:Choice>
              <mc:Fallback>
                <p:oleObj name="Acrobat Document" showAsIcon="1" r:id="rId1" imgW="807720" imgH="695325" progId="Acrobat.Document.DC">
                  <p:embed/>
                  <p:pic>
                    <p:nvPicPr>
                      <p:cNvPr id="0" name="对象 1"/>
                      <p:cNvPicPr/>
                      <p:nvPr/>
                    </p:nvPicPr>
                    <p:blipFill>
                      <a:blip r:embed="rId2"/>
                      <a:stretch>
                        <a:fillRect/>
                      </a:stretch>
                    </p:blipFill>
                    <p:spPr>
                      <a:xfrm>
                        <a:off x="10505313" y="193205"/>
                        <a:ext cx="1034436" cy="891647"/>
                      </a:xfrm>
                      <a:prstGeom prst="rect">
                        <a:avLst/>
                      </a:prstGeom>
                    </p:spPr>
                  </p:pic>
                </p:oleObj>
              </mc:Fallback>
            </mc:AlternateContent>
          </a:graphicData>
        </a:graphic>
      </p:graphicFrame>
      <p:sp>
        <p:nvSpPr>
          <p:cNvPr id="45" name="矩形 44"/>
          <p:cNvSpPr/>
          <p:nvPr/>
        </p:nvSpPr>
        <p:spPr>
          <a:xfrm>
            <a:off x="1347549" y="5450933"/>
            <a:ext cx="2734682" cy="360211"/>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r>
              <a:rPr lang="en-US" altLang="zh-CN" sz="1100" dirty="0">
                <a:solidFill>
                  <a:srgbClr val="1D1D1A"/>
                </a:solidFill>
                <a:latin typeface="微软雅黑" panose="020B0503020204020204" pitchFamily="34" charset="-122"/>
                <a:ea typeface="微软雅黑" panose="020B0503020204020204" pitchFamily="34" charset="-122"/>
              </a:rPr>
              <a:t>630A</a:t>
            </a:r>
            <a:r>
              <a:rPr lang="zh-CN" altLang="en-US" sz="1100" dirty="0">
                <a:solidFill>
                  <a:srgbClr val="1D1D1A"/>
                </a:solidFill>
                <a:latin typeface="微软雅黑" panose="020B0503020204020204" pitchFamily="34" charset="-122"/>
                <a:ea typeface="微软雅黑" panose="020B0503020204020204" pitchFamily="34" charset="-122"/>
              </a:rPr>
              <a:t>列头柜</a:t>
            </a:r>
            <a:r>
              <a:rPr lang="en-US" altLang="zh-CN" sz="1100" dirty="0">
                <a:solidFill>
                  <a:srgbClr val="1D1D1A"/>
                </a:solidFill>
                <a:latin typeface="微软雅黑" panose="020B0503020204020204" pitchFamily="34" charset="-122"/>
                <a:ea typeface="微软雅黑" panose="020B0503020204020204" pitchFamily="34" charset="-122"/>
              </a:rPr>
              <a:t> x 10</a:t>
            </a:r>
            <a:endParaRPr lang="en-US" altLang="zh-CN" sz="1100" dirty="0">
              <a:solidFill>
                <a:srgbClr val="1D1D1A"/>
              </a:solidFill>
              <a:latin typeface="微软雅黑" panose="020B0503020204020204" pitchFamily="34" charset="-122"/>
              <a:ea typeface="微软雅黑" panose="020B0503020204020204" pitchFamily="34" charset="-122"/>
            </a:endParaRPr>
          </a:p>
        </p:txBody>
      </p:sp>
      <p:sp>
        <p:nvSpPr>
          <p:cNvPr id="46" name="矩形 45"/>
          <p:cNvSpPr/>
          <p:nvPr/>
        </p:nvSpPr>
        <p:spPr>
          <a:xfrm>
            <a:off x="6576366" y="5465729"/>
            <a:ext cx="1822175" cy="841884"/>
          </a:xfrm>
          <a:prstGeom prst="rect">
            <a:avLst/>
          </a:prstGeom>
          <a:solidFill>
            <a:schemeClr val="tx2"/>
          </a:solidFill>
          <a:ln>
            <a:prstDash val="dash"/>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r>
              <a:rPr lang="zh-CN" altLang="en-US" sz="1200" dirty="0">
                <a:solidFill>
                  <a:srgbClr val="1D1D1A"/>
                </a:solidFill>
                <a:latin typeface="微软雅黑" panose="020B0503020204020204" pitchFamily="34" charset="-122"/>
                <a:ea typeface="微软雅黑" panose="020B0503020204020204" pitchFamily="34" charset="-122"/>
              </a:rPr>
              <a:t>升降平台</a:t>
            </a:r>
            <a:endParaRPr lang="en-US" altLang="zh-CN" sz="1200" dirty="0">
              <a:solidFill>
                <a:srgbClr val="1D1D1A"/>
              </a:solidFill>
              <a:latin typeface="微软雅黑" panose="020B0503020204020204" pitchFamily="34" charset="-122"/>
              <a:ea typeface="微软雅黑" panose="020B0503020204020204" pitchFamily="34" charset="-122"/>
            </a:endParaRPr>
          </a:p>
          <a:p>
            <a:pPr algn="ctr" defTabSz="1218565">
              <a:defRPr/>
            </a:pPr>
            <a:r>
              <a:rPr lang="en-US" altLang="zh-CN" sz="1200" dirty="0">
                <a:solidFill>
                  <a:srgbClr val="1D1D1A"/>
                </a:solidFill>
                <a:latin typeface="微软雅黑" panose="020B0503020204020204" pitchFamily="34" charset="-122"/>
                <a:ea typeface="微软雅黑" panose="020B0503020204020204" pitchFamily="34" charset="-122"/>
              </a:rPr>
              <a:t>&gt;2</a:t>
            </a:r>
            <a:r>
              <a:rPr lang="zh-CN" altLang="en-US" sz="1200" dirty="0">
                <a:solidFill>
                  <a:srgbClr val="1D1D1A"/>
                </a:solidFill>
                <a:latin typeface="微软雅黑" panose="020B0503020204020204" pitchFamily="34" charset="-122"/>
                <a:ea typeface="微软雅黑" panose="020B0503020204020204" pitchFamily="34" charset="-122"/>
              </a:rPr>
              <a:t>吨</a:t>
            </a:r>
            <a:endParaRPr lang="en-US" altLang="zh-CN" sz="1200" dirty="0">
              <a:solidFill>
                <a:srgbClr val="1D1D1A"/>
              </a:solidFill>
              <a:latin typeface="微软雅黑" panose="020B0503020204020204" pitchFamily="34" charset="-122"/>
              <a:ea typeface="微软雅黑" panose="020B0503020204020204" pitchFamily="34" charset="-122"/>
            </a:endParaRPr>
          </a:p>
        </p:txBody>
      </p:sp>
      <p:sp>
        <p:nvSpPr>
          <p:cNvPr id="47" name="矩形 46"/>
          <p:cNvSpPr/>
          <p:nvPr/>
        </p:nvSpPr>
        <p:spPr>
          <a:xfrm>
            <a:off x="9023839" y="1270043"/>
            <a:ext cx="625628" cy="5037571"/>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692" rIns="0" bIns="45692" numCol="1" spcCol="0" rtlCol="0" fromWordArt="0" anchor="ctr" anchorCtr="0" forceAA="0" compatLnSpc="1">
            <a:noAutofit/>
          </a:bodyPr>
          <a:lstStyle/>
          <a:p>
            <a:pPr algn="ctr" defTabSz="1218565">
              <a:defRPr/>
            </a:pPr>
            <a:r>
              <a:rPr lang="en-US" altLang="zh-CN" sz="900" dirty="0">
                <a:solidFill>
                  <a:srgbClr val="1D1D1A"/>
                </a:solidFill>
                <a:latin typeface="微软雅黑" panose="020B0503020204020204" pitchFamily="34" charset="-122"/>
                <a:ea typeface="微软雅黑" panose="020B0503020204020204" pitchFamily="34" charset="-122"/>
              </a:rPr>
              <a:t>DXFU</a:t>
            </a:r>
            <a:endParaRPr lang="en-US" altLang="zh-CN" sz="900" dirty="0">
              <a:solidFill>
                <a:srgbClr val="1D1D1A"/>
              </a:solidFill>
              <a:latin typeface="微软雅黑" panose="020B0503020204020204" pitchFamily="34" charset="-122"/>
              <a:ea typeface="微软雅黑" panose="020B0503020204020204" pitchFamily="34" charset="-122"/>
            </a:endParaRPr>
          </a:p>
          <a:p>
            <a:pPr algn="ctr" defTabSz="1218565">
              <a:defRPr/>
            </a:pPr>
            <a:r>
              <a:rPr lang="en-US" altLang="zh-CN" sz="1100" dirty="0">
                <a:solidFill>
                  <a:srgbClr val="1D1D1A"/>
                </a:solidFill>
                <a:latin typeface="微软雅黑" panose="020B0503020204020204" pitchFamily="34" charset="-122"/>
                <a:ea typeface="微软雅黑" panose="020B0503020204020204" pitchFamily="34" charset="-122"/>
              </a:rPr>
              <a:t>x</a:t>
            </a:r>
            <a:endParaRPr lang="en-US" altLang="zh-CN" sz="1100" dirty="0">
              <a:solidFill>
                <a:srgbClr val="1D1D1A"/>
              </a:solidFill>
              <a:latin typeface="微软雅黑" panose="020B0503020204020204" pitchFamily="34" charset="-122"/>
              <a:ea typeface="微软雅黑" panose="020B0503020204020204" pitchFamily="34" charset="-122"/>
            </a:endParaRPr>
          </a:p>
          <a:p>
            <a:pPr algn="ctr" defTabSz="1218565">
              <a:defRPr/>
            </a:pPr>
            <a:r>
              <a:rPr lang="en-US" altLang="zh-CN" sz="1100" dirty="0">
                <a:solidFill>
                  <a:srgbClr val="1D1D1A"/>
                </a:solidFill>
                <a:latin typeface="微软雅黑" panose="020B0503020204020204" pitchFamily="34" charset="-122"/>
                <a:ea typeface="微软雅黑" panose="020B0503020204020204" pitchFamily="34" charset="-122"/>
              </a:rPr>
              <a:t>6</a:t>
            </a:r>
            <a:endParaRPr lang="zh-CN" altLang="en-US" sz="1100" dirty="0">
              <a:solidFill>
                <a:srgbClr val="1D1D1A"/>
              </a:solidFill>
              <a:latin typeface="微软雅黑" panose="020B0503020204020204" pitchFamily="34" charset="-122"/>
              <a:ea typeface="微软雅黑" panose="020B0503020204020204" pitchFamily="34" charset="-122"/>
            </a:endParaRPr>
          </a:p>
        </p:txBody>
      </p:sp>
      <p:sp>
        <p:nvSpPr>
          <p:cNvPr id="48" name="矩形 47"/>
          <p:cNvSpPr/>
          <p:nvPr/>
        </p:nvSpPr>
        <p:spPr>
          <a:xfrm>
            <a:off x="3362579" y="1270042"/>
            <a:ext cx="5035963" cy="539680"/>
          </a:xfrm>
          <a:prstGeom prst="rect">
            <a:avLst/>
          </a:prstGeom>
          <a:solidFill>
            <a:srgbClr val="FFFF00">
              <a:alpha val="30000"/>
            </a:srgbClr>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a:solidFill>
                <a:srgbClr val="1D1D1A"/>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3496047" y="1303214"/>
            <a:ext cx="947132" cy="153796"/>
          </a:xfrm>
          <a:prstGeom prst="rect">
            <a:avLst/>
          </a:prstGeom>
          <a:solidFill>
            <a:schemeClr val="tx2"/>
          </a:solidFill>
        </p:spPr>
        <p:txBody>
          <a:bodyPr wrap="square" lIns="0" tIns="0" rIns="0" bIns="0" rtlCol="0">
            <a:spAutoFit/>
          </a:bodyPr>
          <a:lstStyle/>
          <a:p>
            <a:pPr algn="ctr" defTabSz="1218565">
              <a:defRPr/>
            </a:pPr>
            <a:r>
              <a:rPr kumimoji="1" lang="zh-CN" altLang="en-US" sz="1000" dirty="0">
                <a:solidFill>
                  <a:srgbClr val="000000"/>
                </a:solidFill>
                <a:latin typeface="微软雅黑" panose="020B0503020204020204" pitchFamily="34" charset="-122"/>
                <a:ea typeface="微软雅黑" panose="020B0503020204020204" pitchFamily="34" charset="-122"/>
              </a:rPr>
              <a:t>封闭热通道</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nvGrpSpPr>
          <p:cNvPr id="51" name="组合 50"/>
          <p:cNvGrpSpPr/>
          <p:nvPr/>
        </p:nvGrpSpPr>
        <p:grpSpPr>
          <a:xfrm rot="5400000">
            <a:off x="7779569" y="1159001"/>
            <a:ext cx="492421" cy="745525"/>
            <a:chOff x="7393731" y="3860526"/>
            <a:chExt cx="1512168" cy="745968"/>
          </a:xfrm>
        </p:grpSpPr>
        <p:cxnSp>
          <p:nvCxnSpPr>
            <p:cNvPr id="52" name="直接箭头连接符 51"/>
            <p:cNvCxnSpPr/>
            <p:nvPr/>
          </p:nvCxnSpPr>
          <p:spPr>
            <a:xfrm>
              <a:off x="7393731" y="4233514"/>
              <a:ext cx="15121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rot="16200000">
              <a:off x="7813868" y="3997364"/>
              <a:ext cx="745968" cy="472292"/>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1800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grpSp>
        <p:nvGrpSpPr>
          <p:cNvPr id="162" name="组合 161"/>
          <p:cNvGrpSpPr/>
          <p:nvPr/>
        </p:nvGrpSpPr>
        <p:grpSpPr>
          <a:xfrm>
            <a:off x="2356184" y="1785351"/>
            <a:ext cx="6042358" cy="359787"/>
            <a:chOff x="2569195" y="1997018"/>
            <a:chExt cx="6045943" cy="623349"/>
          </a:xfrm>
        </p:grpSpPr>
        <p:sp>
          <p:nvSpPr>
            <p:cNvPr id="57" name="矩形 56"/>
            <p:cNvSpPr/>
            <p:nvPr/>
          </p:nvSpPr>
          <p:spPr>
            <a:xfrm>
              <a:off x="2569195"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630A</a:t>
              </a:r>
              <a:endParaRPr lang="en-US" altLang="zh-CN" sz="1000" dirty="0">
                <a:solidFill>
                  <a:srgbClr val="1D1D1A"/>
                </a:solidFill>
                <a:latin typeface="微软雅黑" panose="020B0503020204020204" pitchFamily="34" charset="-122"/>
                <a:ea typeface="微软雅黑" panose="020B0503020204020204" pitchFamily="34" charset="-122"/>
              </a:endParaRPr>
            </a:p>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列头柜</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58" name="矩形 57"/>
            <p:cNvSpPr/>
            <p:nvPr/>
          </p:nvSpPr>
          <p:spPr>
            <a:xfrm>
              <a:off x="3073251"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630A</a:t>
              </a:r>
              <a:endParaRPr lang="en-US" altLang="zh-CN" sz="1000" dirty="0">
                <a:solidFill>
                  <a:srgbClr val="1D1D1A"/>
                </a:solidFill>
                <a:latin typeface="微软雅黑" panose="020B0503020204020204" pitchFamily="34" charset="-122"/>
                <a:ea typeface="微软雅黑" panose="020B0503020204020204" pitchFamily="34" charset="-122"/>
              </a:endParaRPr>
            </a:p>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列头柜</a:t>
              </a:r>
              <a:endParaRPr lang="en-US" altLang="zh-CN" sz="1000" dirty="0">
                <a:solidFill>
                  <a:srgbClr val="1D1D1A"/>
                </a:solidFill>
                <a:latin typeface="微软雅黑" panose="020B0503020204020204" pitchFamily="34" charset="-122"/>
                <a:ea typeface="微软雅黑" panose="020B0503020204020204" pitchFamily="34" charset="-122"/>
              </a:endParaRPr>
            </a:p>
          </p:txBody>
        </p:sp>
        <p:grpSp>
          <p:nvGrpSpPr>
            <p:cNvPr id="79" name="组合 78"/>
            <p:cNvGrpSpPr/>
            <p:nvPr/>
          </p:nvGrpSpPr>
          <p:grpSpPr>
            <a:xfrm>
              <a:off x="3577307" y="1997018"/>
              <a:ext cx="5037831" cy="623349"/>
              <a:chOff x="3577307" y="1997018"/>
              <a:chExt cx="5037831" cy="623349"/>
            </a:xfrm>
          </p:grpSpPr>
          <p:sp>
            <p:nvSpPr>
              <p:cNvPr id="59" name="矩形 58"/>
              <p:cNvSpPr/>
              <p:nvPr/>
            </p:nvSpPr>
            <p:spPr>
              <a:xfrm>
                <a:off x="3577307"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C01</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2" name="矩形 61"/>
              <p:cNvSpPr/>
              <p:nvPr/>
            </p:nvSpPr>
            <p:spPr>
              <a:xfrm>
                <a:off x="4081363"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C02</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3" name="矩形 62"/>
              <p:cNvSpPr/>
              <p:nvPr/>
            </p:nvSpPr>
            <p:spPr>
              <a:xfrm>
                <a:off x="4585419"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C03</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4" name="矩形 63"/>
              <p:cNvSpPr/>
              <p:nvPr/>
            </p:nvSpPr>
            <p:spPr>
              <a:xfrm>
                <a:off x="5089475"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C04</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5" name="矩形 64"/>
              <p:cNvSpPr/>
              <p:nvPr/>
            </p:nvSpPr>
            <p:spPr>
              <a:xfrm>
                <a:off x="5593531"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C05</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8" name="矩形 67"/>
              <p:cNvSpPr/>
              <p:nvPr/>
            </p:nvSpPr>
            <p:spPr>
              <a:xfrm>
                <a:off x="6094858"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C06</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69" name="矩形 68"/>
              <p:cNvSpPr/>
              <p:nvPr/>
            </p:nvSpPr>
            <p:spPr>
              <a:xfrm>
                <a:off x="6598914"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C07</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70" name="矩形 69"/>
              <p:cNvSpPr/>
              <p:nvPr/>
            </p:nvSpPr>
            <p:spPr>
              <a:xfrm>
                <a:off x="7102970"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C08</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71" name="矩形 70"/>
              <p:cNvSpPr/>
              <p:nvPr/>
            </p:nvSpPr>
            <p:spPr>
              <a:xfrm>
                <a:off x="7607026"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C09</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72" name="矩形 71"/>
              <p:cNvSpPr/>
              <p:nvPr/>
            </p:nvSpPr>
            <p:spPr>
              <a:xfrm>
                <a:off x="8111082"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C10</a:t>
                </a:r>
                <a:endParaRPr lang="en-US" altLang="zh-CN" sz="1000" dirty="0">
                  <a:solidFill>
                    <a:srgbClr val="1D1D1A"/>
                  </a:solidFill>
                  <a:latin typeface="微软雅黑" panose="020B0503020204020204" pitchFamily="34" charset="-122"/>
                  <a:ea typeface="微软雅黑" panose="020B0503020204020204" pitchFamily="34" charset="-122"/>
                </a:endParaRPr>
              </a:p>
            </p:txBody>
          </p:sp>
        </p:grpSp>
      </p:grpSp>
      <p:grpSp>
        <p:nvGrpSpPr>
          <p:cNvPr id="92" name="组合 91"/>
          <p:cNvGrpSpPr/>
          <p:nvPr/>
        </p:nvGrpSpPr>
        <p:grpSpPr>
          <a:xfrm>
            <a:off x="1347550" y="3227239"/>
            <a:ext cx="7050994" cy="359787"/>
            <a:chOff x="3577307" y="1997018"/>
            <a:chExt cx="7055177" cy="623349"/>
          </a:xfrm>
        </p:grpSpPr>
        <p:sp>
          <p:nvSpPr>
            <p:cNvPr id="93" name="矩形 92"/>
            <p:cNvSpPr/>
            <p:nvPr/>
          </p:nvSpPr>
          <p:spPr>
            <a:xfrm>
              <a:off x="3577307"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B01</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94" name="矩形 93"/>
            <p:cNvSpPr/>
            <p:nvPr/>
          </p:nvSpPr>
          <p:spPr>
            <a:xfrm>
              <a:off x="4081363"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B02</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95" name="矩形 94"/>
            <p:cNvSpPr/>
            <p:nvPr/>
          </p:nvSpPr>
          <p:spPr>
            <a:xfrm>
              <a:off x="4585419"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B03</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96" name="矩形 95"/>
            <p:cNvSpPr/>
            <p:nvPr/>
          </p:nvSpPr>
          <p:spPr>
            <a:xfrm>
              <a:off x="5089475"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a:solidFill>
                    <a:srgbClr val="FFFFFF"/>
                  </a:solidFill>
                  <a:latin typeface="微软雅黑" panose="020B0503020204020204" pitchFamily="34" charset="-122"/>
                  <a:ea typeface="微软雅黑" panose="020B0503020204020204" pitchFamily="34" charset="-122"/>
                </a:rPr>
                <a:t>B</a:t>
              </a:r>
              <a:r>
                <a:rPr lang="en-US" altLang="zh-CN" sz="1000" dirty="0">
                  <a:solidFill>
                    <a:srgbClr val="FFFFFF"/>
                  </a:solidFill>
                  <a:latin typeface="微软雅黑" panose="020B0503020204020204" pitchFamily="34" charset="-122"/>
                  <a:ea typeface="微软雅黑" panose="020B0503020204020204" pitchFamily="34" charset="-122"/>
                </a:rPr>
                <a:t>04</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97" name="矩形 96"/>
            <p:cNvSpPr/>
            <p:nvPr/>
          </p:nvSpPr>
          <p:spPr>
            <a:xfrm>
              <a:off x="5593531"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B05</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98" name="矩形 97"/>
            <p:cNvSpPr/>
            <p:nvPr/>
          </p:nvSpPr>
          <p:spPr>
            <a:xfrm>
              <a:off x="6094858"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B06</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99" name="矩形 98"/>
            <p:cNvSpPr/>
            <p:nvPr/>
          </p:nvSpPr>
          <p:spPr>
            <a:xfrm>
              <a:off x="6598914"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B07</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00" name="矩形 99"/>
            <p:cNvSpPr/>
            <p:nvPr/>
          </p:nvSpPr>
          <p:spPr>
            <a:xfrm>
              <a:off x="7102970"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B08</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01" name="矩形 100"/>
            <p:cNvSpPr/>
            <p:nvPr/>
          </p:nvSpPr>
          <p:spPr>
            <a:xfrm>
              <a:off x="7607026"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B09</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02" name="矩形 101"/>
            <p:cNvSpPr/>
            <p:nvPr/>
          </p:nvSpPr>
          <p:spPr>
            <a:xfrm>
              <a:off x="8111082"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B10</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34" name="矩形 133"/>
            <p:cNvSpPr/>
            <p:nvPr/>
          </p:nvSpPr>
          <p:spPr>
            <a:xfrm>
              <a:off x="8615138"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B11</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35" name="矩形 134"/>
            <p:cNvSpPr/>
            <p:nvPr/>
          </p:nvSpPr>
          <p:spPr>
            <a:xfrm>
              <a:off x="9124164"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B12</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36" name="矩形 135"/>
            <p:cNvSpPr/>
            <p:nvPr/>
          </p:nvSpPr>
          <p:spPr>
            <a:xfrm>
              <a:off x="9630856" y="1997018"/>
              <a:ext cx="504056" cy="623349"/>
            </a:xfrm>
            <a:prstGeom prst="rect">
              <a:avLst/>
            </a:prstGeom>
            <a:solidFill>
              <a:srgbClr val="00B0F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B13</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37" name="矩形 136"/>
            <p:cNvSpPr/>
            <p:nvPr/>
          </p:nvSpPr>
          <p:spPr>
            <a:xfrm>
              <a:off x="10128428" y="1997018"/>
              <a:ext cx="504056" cy="623349"/>
            </a:xfrm>
            <a:prstGeom prst="rect">
              <a:avLst/>
            </a:prstGeom>
            <a:solidFill>
              <a:srgbClr val="00B0F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B14</a:t>
              </a:r>
              <a:endParaRPr lang="en-US" altLang="zh-CN" sz="1000" dirty="0">
                <a:solidFill>
                  <a:srgbClr val="1D1D1A"/>
                </a:solidFill>
                <a:latin typeface="微软雅黑" panose="020B0503020204020204" pitchFamily="34" charset="-122"/>
                <a:ea typeface="微软雅黑" panose="020B0503020204020204" pitchFamily="34" charset="-122"/>
              </a:endParaRPr>
            </a:p>
          </p:txBody>
        </p:sp>
      </p:grpSp>
      <p:grpSp>
        <p:nvGrpSpPr>
          <p:cNvPr id="104" name="组合 103"/>
          <p:cNvGrpSpPr/>
          <p:nvPr/>
        </p:nvGrpSpPr>
        <p:grpSpPr>
          <a:xfrm rot="5400000">
            <a:off x="7484733" y="2313428"/>
            <a:ext cx="1082097" cy="745525"/>
            <a:chOff x="7393731" y="3860524"/>
            <a:chExt cx="1512168" cy="745968"/>
          </a:xfrm>
        </p:grpSpPr>
        <p:cxnSp>
          <p:nvCxnSpPr>
            <p:cNvPr id="105" name="直接箭头连接符 104"/>
            <p:cNvCxnSpPr/>
            <p:nvPr/>
          </p:nvCxnSpPr>
          <p:spPr>
            <a:xfrm>
              <a:off x="7393731" y="4233514"/>
              <a:ext cx="15121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a:xfrm rot="16200000">
              <a:off x="7769627" y="4126047"/>
              <a:ext cx="745968" cy="214922"/>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2525</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sp>
        <p:nvSpPr>
          <p:cNvPr id="108" name="矩形 107"/>
          <p:cNvSpPr/>
          <p:nvPr/>
        </p:nvSpPr>
        <p:spPr>
          <a:xfrm>
            <a:off x="1347550" y="3585792"/>
            <a:ext cx="7050992" cy="539680"/>
          </a:xfrm>
          <a:prstGeom prst="rect">
            <a:avLst/>
          </a:prstGeom>
          <a:solidFill>
            <a:srgbClr val="FFFF00">
              <a:alpha val="30000"/>
            </a:srgbClr>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a:solidFill>
                <a:srgbClr val="1D1D1A"/>
              </a:solidFill>
              <a:latin typeface="微软雅黑" panose="020B0503020204020204" pitchFamily="34" charset="-122"/>
              <a:ea typeface="微软雅黑" panose="020B0503020204020204" pitchFamily="34" charset="-122"/>
            </a:endParaRPr>
          </a:p>
        </p:txBody>
      </p:sp>
      <p:sp>
        <p:nvSpPr>
          <p:cNvPr id="109" name="文本框 108"/>
          <p:cNvSpPr txBox="1"/>
          <p:nvPr/>
        </p:nvSpPr>
        <p:spPr>
          <a:xfrm>
            <a:off x="4409710" y="4125859"/>
            <a:ext cx="1009755" cy="153796"/>
          </a:xfrm>
          <a:prstGeom prst="rect">
            <a:avLst/>
          </a:prstGeom>
          <a:solidFill>
            <a:schemeClr val="tx2"/>
          </a:solidFill>
        </p:spPr>
        <p:txBody>
          <a:bodyPr wrap="square" lIns="0" tIns="0" rIns="0" bIns="0" rtlCol="0">
            <a:spAutoFit/>
          </a:bodyPr>
          <a:lstStyle/>
          <a:p>
            <a:pPr algn="ctr" defTabSz="1218565">
              <a:defRPr/>
            </a:pPr>
            <a:r>
              <a:rPr kumimoji="1" lang="zh-CN" altLang="en-US" sz="1000" dirty="0">
                <a:solidFill>
                  <a:srgbClr val="000000"/>
                </a:solidFill>
                <a:latin typeface="微软雅黑" panose="020B0503020204020204" pitchFamily="34" charset="-122"/>
                <a:ea typeface="微软雅黑" panose="020B0503020204020204" pitchFamily="34" charset="-122"/>
              </a:rPr>
              <a:t>封闭热通道</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nvGrpSpPr>
          <p:cNvPr id="138" name="组合 137"/>
          <p:cNvGrpSpPr/>
          <p:nvPr/>
        </p:nvGrpSpPr>
        <p:grpSpPr>
          <a:xfrm>
            <a:off x="1347550" y="4129023"/>
            <a:ext cx="7050994" cy="359787"/>
            <a:chOff x="3577307" y="1997018"/>
            <a:chExt cx="7055177" cy="623349"/>
          </a:xfrm>
        </p:grpSpPr>
        <p:sp>
          <p:nvSpPr>
            <p:cNvPr id="139" name="矩形 138"/>
            <p:cNvSpPr/>
            <p:nvPr/>
          </p:nvSpPr>
          <p:spPr>
            <a:xfrm>
              <a:off x="3577307"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A01</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40" name="矩形 139"/>
            <p:cNvSpPr/>
            <p:nvPr/>
          </p:nvSpPr>
          <p:spPr>
            <a:xfrm>
              <a:off x="4081363"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A02</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41" name="矩形 140"/>
            <p:cNvSpPr/>
            <p:nvPr/>
          </p:nvSpPr>
          <p:spPr>
            <a:xfrm>
              <a:off x="4585419" y="1997018"/>
              <a:ext cx="504056" cy="623349"/>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A03</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42" name="矩形 141"/>
            <p:cNvSpPr/>
            <p:nvPr/>
          </p:nvSpPr>
          <p:spPr>
            <a:xfrm>
              <a:off x="5089475"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A04</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3" name="矩形 142"/>
            <p:cNvSpPr/>
            <p:nvPr/>
          </p:nvSpPr>
          <p:spPr>
            <a:xfrm>
              <a:off x="5593531"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A05</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4" name="矩形 143"/>
            <p:cNvSpPr/>
            <p:nvPr/>
          </p:nvSpPr>
          <p:spPr>
            <a:xfrm>
              <a:off x="6094858"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A06</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5" name="矩形 144"/>
            <p:cNvSpPr/>
            <p:nvPr/>
          </p:nvSpPr>
          <p:spPr>
            <a:xfrm>
              <a:off x="6598914"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A07</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6" name="矩形 145"/>
            <p:cNvSpPr/>
            <p:nvPr/>
          </p:nvSpPr>
          <p:spPr>
            <a:xfrm>
              <a:off x="7102970"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A08</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7" name="矩形 146"/>
            <p:cNvSpPr/>
            <p:nvPr/>
          </p:nvSpPr>
          <p:spPr>
            <a:xfrm>
              <a:off x="7607026"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A09</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8" name="矩形 147"/>
            <p:cNvSpPr/>
            <p:nvPr/>
          </p:nvSpPr>
          <p:spPr>
            <a:xfrm>
              <a:off x="8111082" y="1997018"/>
              <a:ext cx="504056" cy="623349"/>
            </a:xfrm>
            <a:prstGeom prst="rect">
              <a:avLst/>
            </a:prstGeom>
            <a:solidFill>
              <a:srgbClr val="FF000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FFFFFF"/>
                  </a:solidFill>
                  <a:latin typeface="微软雅黑" panose="020B0503020204020204" pitchFamily="34" charset="-122"/>
                  <a:ea typeface="微软雅黑" panose="020B0503020204020204" pitchFamily="34" charset="-122"/>
                </a:rPr>
                <a:t>A10</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149" name="矩形 148"/>
            <p:cNvSpPr/>
            <p:nvPr/>
          </p:nvSpPr>
          <p:spPr>
            <a:xfrm>
              <a:off x="8615138" y="1997018"/>
              <a:ext cx="504056" cy="623349"/>
            </a:xfrm>
            <a:prstGeom prst="rect">
              <a:avLst/>
            </a:prstGeom>
            <a:solidFill>
              <a:srgbClr val="BFBFBF"/>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柱子</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50" name="矩形 149"/>
            <p:cNvSpPr/>
            <p:nvPr/>
          </p:nvSpPr>
          <p:spPr>
            <a:xfrm>
              <a:off x="9124164" y="1997018"/>
              <a:ext cx="504056" cy="623349"/>
            </a:xfrm>
            <a:prstGeom prst="rect">
              <a:avLst/>
            </a:prstGeom>
            <a:solidFill>
              <a:srgbClr val="BFBFBF"/>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柱子</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51" name="矩形 150"/>
            <p:cNvSpPr/>
            <p:nvPr/>
          </p:nvSpPr>
          <p:spPr>
            <a:xfrm>
              <a:off x="9630856" y="1997018"/>
              <a:ext cx="504056" cy="623349"/>
            </a:xfrm>
            <a:prstGeom prst="rect">
              <a:avLst/>
            </a:prstGeom>
            <a:solidFill>
              <a:srgbClr val="00B0F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A11</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52" name="矩形 151"/>
            <p:cNvSpPr/>
            <p:nvPr/>
          </p:nvSpPr>
          <p:spPr>
            <a:xfrm>
              <a:off x="10128428" y="1997018"/>
              <a:ext cx="504056" cy="623349"/>
            </a:xfrm>
            <a:prstGeom prst="rect">
              <a:avLst/>
            </a:prstGeom>
            <a:solidFill>
              <a:srgbClr val="00B0F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A12</a:t>
              </a:r>
              <a:endParaRPr lang="en-US" altLang="zh-CN" sz="1000" dirty="0">
                <a:solidFill>
                  <a:srgbClr val="1D1D1A"/>
                </a:solidFill>
                <a:latin typeface="微软雅黑" panose="020B0503020204020204" pitchFamily="34" charset="-122"/>
                <a:ea typeface="微软雅黑" panose="020B0503020204020204" pitchFamily="34" charset="-122"/>
              </a:endParaRPr>
            </a:p>
          </p:txBody>
        </p:sp>
      </p:grpSp>
      <p:grpSp>
        <p:nvGrpSpPr>
          <p:cNvPr id="167" name="组合 166"/>
          <p:cNvGrpSpPr/>
          <p:nvPr/>
        </p:nvGrpSpPr>
        <p:grpSpPr>
          <a:xfrm rot="5400000">
            <a:off x="7524062" y="3506887"/>
            <a:ext cx="492421" cy="745525"/>
            <a:chOff x="7393731" y="3860526"/>
            <a:chExt cx="1512168" cy="745968"/>
          </a:xfrm>
        </p:grpSpPr>
        <p:cxnSp>
          <p:nvCxnSpPr>
            <p:cNvPr id="168" name="直接箭头连接符 167"/>
            <p:cNvCxnSpPr/>
            <p:nvPr/>
          </p:nvCxnSpPr>
          <p:spPr>
            <a:xfrm>
              <a:off x="7393731" y="4233514"/>
              <a:ext cx="15121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9" name="文本框 168"/>
            <p:cNvSpPr txBox="1"/>
            <p:nvPr/>
          </p:nvSpPr>
          <p:spPr>
            <a:xfrm rot="16200000">
              <a:off x="7813868" y="3997364"/>
              <a:ext cx="745968" cy="472292"/>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1800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sp>
        <p:nvSpPr>
          <p:cNvPr id="183" name="矩形 182"/>
          <p:cNvSpPr/>
          <p:nvPr/>
        </p:nvSpPr>
        <p:spPr>
          <a:xfrm>
            <a:off x="464274" y="2247727"/>
            <a:ext cx="473419" cy="840904"/>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门</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91" name="矩形 190"/>
          <p:cNvSpPr/>
          <p:nvPr/>
        </p:nvSpPr>
        <p:spPr>
          <a:xfrm>
            <a:off x="9135647" y="6172048"/>
            <a:ext cx="390432" cy="279496"/>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门</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92" name="矩形 191"/>
          <p:cNvSpPr/>
          <p:nvPr/>
        </p:nvSpPr>
        <p:spPr>
          <a:xfrm>
            <a:off x="9162285" y="1143101"/>
            <a:ext cx="363794" cy="279496"/>
          </a:xfrm>
          <a:prstGeom prst="rect">
            <a:avLst/>
          </a:prstGeom>
          <a:solidFill>
            <a:schemeClr val="tx2"/>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门</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1563465" y="3625364"/>
            <a:ext cx="947132" cy="153796"/>
          </a:xfrm>
          <a:prstGeom prst="rect">
            <a:avLst/>
          </a:prstGeom>
          <a:solidFill>
            <a:schemeClr val="tx2"/>
          </a:solidFill>
        </p:spPr>
        <p:txBody>
          <a:bodyPr wrap="square" lIns="0" tIns="0" rIns="0" bIns="0" rtlCol="0">
            <a:spAutoFit/>
          </a:bodyPr>
          <a:lstStyle/>
          <a:p>
            <a:pPr algn="ctr" defTabSz="1218565">
              <a:defRPr/>
            </a:pPr>
            <a:r>
              <a:rPr kumimoji="1" lang="zh-CN" altLang="en-US" sz="1000" dirty="0">
                <a:solidFill>
                  <a:srgbClr val="000000"/>
                </a:solidFill>
                <a:latin typeface="微软雅黑" panose="020B0503020204020204" pitchFamily="34" charset="-122"/>
                <a:ea typeface="微软雅黑" panose="020B0503020204020204" pitchFamily="34" charset="-122"/>
              </a:rPr>
              <a:t>封闭热通道</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201" name="矩形 200"/>
          <p:cNvSpPr/>
          <p:nvPr/>
        </p:nvSpPr>
        <p:spPr>
          <a:xfrm>
            <a:off x="9956804" y="2429368"/>
            <a:ext cx="1108925" cy="3116209"/>
          </a:xfrm>
          <a:prstGeom prst="rect">
            <a:avLst/>
          </a:prstGeom>
          <a:solidFill>
            <a:schemeClr val="tx2"/>
          </a:solidFill>
          <a:ln>
            <a:solidFill>
              <a:schemeClr val="bg1">
                <a:lumMod val="60000"/>
                <a:lumOff val="40000"/>
              </a:schemeClr>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en-US" altLang="zh-CN" sz="1000" dirty="0">
                <a:solidFill>
                  <a:srgbClr val="1D1D1A"/>
                </a:solidFill>
                <a:latin typeface="微软雅黑" panose="020B0503020204020204" pitchFamily="34" charset="-122"/>
                <a:ea typeface="微软雅黑" panose="020B0503020204020204" pitchFamily="34" charset="-122"/>
              </a:rPr>
              <a:t>A04</a:t>
            </a:r>
            <a:endParaRPr lang="en-US" altLang="zh-CN" sz="1000" dirty="0">
              <a:solidFill>
                <a:srgbClr val="1D1D1A"/>
              </a:solidFill>
              <a:latin typeface="微软雅黑" panose="020B0503020204020204" pitchFamily="34" charset="-122"/>
              <a:ea typeface="微软雅黑" panose="020B0503020204020204" pitchFamily="34" charset="-122"/>
            </a:endParaRPr>
          </a:p>
        </p:txBody>
      </p:sp>
      <p:cxnSp>
        <p:nvCxnSpPr>
          <p:cNvPr id="203" name="直接连接符 202"/>
          <p:cNvCxnSpPr/>
          <p:nvPr/>
        </p:nvCxnSpPr>
        <p:spPr>
          <a:xfrm>
            <a:off x="9834334" y="5546449"/>
            <a:ext cx="1894262" cy="0"/>
          </a:xfrm>
          <a:prstGeom prst="line">
            <a:avLst/>
          </a:prstGeom>
        </p:spPr>
        <p:style>
          <a:lnRef idx="1">
            <a:schemeClr val="accent1"/>
          </a:lnRef>
          <a:fillRef idx="0">
            <a:schemeClr val="accent1"/>
          </a:fillRef>
          <a:effectRef idx="0">
            <a:schemeClr val="accent1"/>
          </a:effectRef>
          <a:fontRef idx="minor">
            <a:schemeClr val="tx1"/>
          </a:fontRef>
        </p:style>
      </p:cxnSp>
      <p:sp>
        <p:nvSpPr>
          <p:cNvPr id="204" name="文本框 203"/>
          <p:cNvSpPr txBox="1"/>
          <p:nvPr/>
        </p:nvSpPr>
        <p:spPr>
          <a:xfrm>
            <a:off x="11133763" y="5381724"/>
            <a:ext cx="643148" cy="138417"/>
          </a:xfrm>
          <a:prstGeom prst="rect">
            <a:avLst/>
          </a:prstGeom>
          <a:noFill/>
        </p:spPr>
        <p:txBody>
          <a:bodyPr wrap="square" lIns="0" tIns="0" rIns="0" bIns="0" rtlCol="0">
            <a:spAutoFit/>
          </a:bodyPr>
          <a:lstStyle/>
          <a:p>
            <a:pPr defTabSz="1218565">
              <a:defRPr/>
            </a:pPr>
            <a:r>
              <a:rPr kumimoji="1" lang="en-US" altLang="zh-CN" sz="900" dirty="0">
                <a:solidFill>
                  <a:srgbClr val="000000"/>
                </a:solidFill>
                <a:latin typeface="微软雅黑" panose="020B0503020204020204" pitchFamily="34" charset="-122"/>
                <a:ea typeface="微软雅黑" panose="020B0503020204020204" pitchFamily="34" charset="-122"/>
              </a:rPr>
              <a:t>&gt;1600N/m</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cxnSp>
        <p:nvCxnSpPr>
          <p:cNvPr id="205" name="直接连接符 204"/>
          <p:cNvCxnSpPr/>
          <p:nvPr/>
        </p:nvCxnSpPr>
        <p:spPr>
          <a:xfrm>
            <a:off x="9834334" y="6184262"/>
            <a:ext cx="189426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07" name="组合 206"/>
          <p:cNvGrpSpPr/>
          <p:nvPr/>
        </p:nvGrpSpPr>
        <p:grpSpPr>
          <a:xfrm rot="5400000">
            <a:off x="10248356" y="5608117"/>
            <a:ext cx="569986" cy="529701"/>
            <a:chOff x="7393732" y="3945491"/>
            <a:chExt cx="1512168" cy="529893"/>
          </a:xfrm>
        </p:grpSpPr>
        <p:cxnSp>
          <p:nvCxnSpPr>
            <p:cNvPr id="208" name="直接箭头连接符 207"/>
            <p:cNvCxnSpPr/>
            <p:nvPr/>
          </p:nvCxnSpPr>
          <p:spPr>
            <a:xfrm>
              <a:off x="7393731" y="4233514"/>
              <a:ext cx="15121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9" name="文本框 208"/>
            <p:cNvSpPr txBox="1"/>
            <p:nvPr/>
          </p:nvSpPr>
          <p:spPr>
            <a:xfrm rot="16200000">
              <a:off x="7720796" y="4007404"/>
              <a:ext cx="530016" cy="408022"/>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800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grpSp>
      <p:cxnSp>
        <p:nvCxnSpPr>
          <p:cNvPr id="211" name="直接箭头连接符 210"/>
          <p:cNvCxnSpPr/>
          <p:nvPr/>
        </p:nvCxnSpPr>
        <p:spPr>
          <a:xfrm>
            <a:off x="10056473" y="2510995"/>
            <a:ext cx="0" cy="287072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文本框 213"/>
          <p:cNvSpPr txBox="1"/>
          <p:nvPr/>
        </p:nvSpPr>
        <p:spPr>
          <a:xfrm>
            <a:off x="10110456" y="2559492"/>
            <a:ext cx="421861"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2250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215" name="文本框 214"/>
          <p:cNvSpPr txBox="1"/>
          <p:nvPr/>
        </p:nvSpPr>
        <p:spPr>
          <a:xfrm>
            <a:off x="11133763" y="5574246"/>
            <a:ext cx="643148" cy="138417"/>
          </a:xfrm>
          <a:prstGeom prst="rect">
            <a:avLst/>
          </a:prstGeom>
          <a:noFill/>
        </p:spPr>
        <p:txBody>
          <a:bodyPr wrap="square" lIns="0" tIns="0" rIns="0" bIns="0" rtlCol="0">
            <a:spAutoFit/>
          </a:bodyPr>
          <a:lstStyle/>
          <a:p>
            <a:pPr algn="ctr" defTabSz="1218565">
              <a:defRPr/>
            </a:pPr>
            <a:r>
              <a:rPr kumimoji="1" lang="zh-CN" altLang="en-US" sz="900" dirty="0">
                <a:solidFill>
                  <a:srgbClr val="000000"/>
                </a:solidFill>
                <a:latin typeface="微软雅黑" panose="020B0503020204020204" pitchFamily="34" charset="-122"/>
                <a:ea typeface="微软雅黑" panose="020B0503020204020204" pitchFamily="34" charset="-122"/>
              </a:rPr>
              <a:t>地板</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216" name="文本框 215"/>
          <p:cNvSpPr txBox="1"/>
          <p:nvPr/>
        </p:nvSpPr>
        <p:spPr>
          <a:xfrm>
            <a:off x="11133763" y="1467633"/>
            <a:ext cx="643148" cy="138417"/>
          </a:xfrm>
          <a:prstGeom prst="rect">
            <a:avLst/>
          </a:prstGeom>
          <a:noFill/>
        </p:spPr>
        <p:txBody>
          <a:bodyPr wrap="square" lIns="0" tIns="0" rIns="0" bIns="0" rtlCol="0">
            <a:spAutoFit/>
          </a:bodyPr>
          <a:lstStyle/>
          <a:p>
            <a:pPr algn="ctr" defTabSz="1218565">
              <a:defRPr/>
            </a:pPr>
            <a:r>
              <a:rPr kumimoji="1" lang="zh-CN" altLang="en-US" sz="900" dirty="0">
                <a:solidFill>
                  <a:srgbClr val="000000"/>
                </a:solidFill>
                <a:latin typeface="微软雅黑" panose="020B0503020204020204" pitchFamily="34" charset="-122"/>
                <a:ea typeface="微软雅黑" panose="020B0503020204020204" pitchFamily="34" charset="-122"/>
              </a:rPr>
              <a:t>房梁</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217" name="文本框 216"/>
          <p:cNvSpPr txBox="1"/>
          <p:nvPr/>
        </p:nvSpPr>
        <p:spPr>
          <a:xfrm>
            <a:off x="11133763" y="1921992"/>
            <a:ext cx="643148" cy="138417"/>
          </a:xfrm>
          <a:prstGeom prst="rect">
            <a:avLst/>
          </a:prstGeom>
          <a:noFill/>
        </p:spPr>
        <p:txBody>
          <a:bodyPr wrap="square" lIns="0" tIns="0" rIns="0" bIns="0" rtlCol="0">
            <a:spAutoFit/>
          </a:bodyPr>
          <a:lstStyle/>
          <a:p>
            <a:pPr algn="ctr" defTabSz="1218565">
              <a:defRPr/>
            </a:pPr>
            <a:r>
              <a:rPr kumimoji="1" lang="zh-CN" altLang="en-US" sz="900" dirty="0">
                <a:solidFill>
                  <a:srgbClr val="000000"/>
                </a:solidFill>
                <a:latin typeface="微软雅黑" panose="020B0503020204020204" pitchFamily="34" charset="-122"/>
                <a:ea typeface="微软雅黑" panose="020B0503020204020204" pitchFamily="34" charset="-122"/>
              </a:rPr>
              <a:t>线架</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cxnSp>
        <p:nvCxnSpPr>
          <p:cNvPr id="218" name="直接连接符 217"/>
          <p:cNvCxnSpPr/>
          <p:nvPr/>
        </p:nvCxnSpPr>
        <p:spPr>
          <a:xfrm>
            <a:off x="9834334" y="1902626"/>
            <a:ext cx="1894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a:off x="9834334" y="1403758"/>
            <a:ext cx="1894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p:nvPr/>
        </p:nvCxnSpPr>
        <p:spPr>
          <a:xfrm>
            <a:off x="10264841" y="1902627"/>
            <a:ext cx="0" cy="5267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3" name="文本框 222"/>
          <p:cNvSpPr txBox="1"/>
          <p:nvPr/>
        </p:nvSpPr>
        <p:spPr>
          <a:xfrm>
            <a:off x="10118342" y="2079697"/>
            <a:ext cx="289681"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250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224" name="直接箭头连接符 223"/>
          <p:cNvCxnSpPr/>
          <p:nvPr/>
        </p:nvCxnSpPr>
        <p:spPr>
          <a:xfrm>
            <a:off x="10628421" y="1399227"/>
            <a:ext cx="0" cy="5034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5" name="文本框 224"/>
          <p:cNvSpPr txBox="1"/>
          <p:nvPr/>
        </p:nvSpPr>
        <p:spPr>
          <a:xfrm>
            <a:off x="10483581" y="1576294"/>
            <a:ext cx="289681"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235" name="直接箭头连接符 234"/>
          <p:cNvCxnSpPr/>
          <p:nvPr/>
        </p:nvCxnSpPr>
        <p:spPr>
          <a:xfrm>
            <a:off x="10056474" y="5319379"/>
            <a:ext cx="93554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9" name="直接箭头连接符 238"/>
          <p:cNvCxnSpPr/>
          <p:nvPr/>
        </p:nvCxnSpPr>
        <p:spPr>
          <a:xfrm flipV="1">
            <a:off x="10056474" y="4841560"/>
            <a:ext cx="476875" cy="4795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1" name="文本框 240"/>
          <p:cNvSpPr txBox="1"/>
          <p:nvPr/>
        </p:nvSpPr>
        <p:spPr>
          <a:xfrm>
            <a:off x="10532316" y="4723140"/>
            <a:ext cx="333915"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1400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242" name="文本框 241"/>
          <p:cNvSpPr txBox="1"/>
          <p:nvPr/>
        </p:nvSpPr>
        <p:spPr>
          <a:xfrm>
            <a:off x="10645937" y="5073746"/>
            <a:ext cx="289681"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600</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244" name="直接连接符 243"/>
          <p:cNvCxnSpPr/>
          <p:nvPr/>
        </p:nvCxnSpPr>
        <p:spPr>
          <a:xfrm flipH="1">
            <a:off x="11065730" y="2218571"/>
            <a:ext cx="471411" cy="210798"/>
          </a:xfrm>
          <a:prstGeom prst="line">
            <a:avLst/>
          </a:prstGeom>
          <a:ln>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flipH="1">
            <a:off x="11059363" y="5213981"/>
            <a:ext cx="477777" cy="340282"/>
          </a:xfrm>
          <a:prstGeom prst="line">
            <a:avLst/>
          </a:prstGeom>
          <a:ln>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6" name="矩形 255"/>
          <p:cNvSpPr/>
          <p:nvPr/>
        </p:nvSpPr>
        <p:spPr>
          <a:xfrm>
            <a:off x="4639337" y="6391447"/>
            <a:ext cx="503756" cy="244506"/>
          </a:xfrm>
          <a:prstGeom prst="rect">
            <a:avLst/>
          </a:prstGeom>
          <a:solidFill>
            <a:srgbClr val="C0000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r>
              <a:rPr lang="zh-CN" altLang="en-US" sz="1000" dirty="0">
                <a:solidFill>
                  <a:srgbClr val="FFFFFF"/>
                </a:solidFill>
                <a:latin typeface="微软雅黑" panose="020B0503020204020204" pitchFamily="34" charset="-122"/>
                <a:ea typeface="微软雅黑" panose="020B0503020204020204" pitchFamily="34" charset="-122"/>
              </a:rPr>
              <a:t>计算柜</a:t>
            </a:r>
            <a:endParaRPr lang="en-US" altLang="zh-CN" sz="1000" dirty="0">
              <a:solidFill>
                <a:srgbClr val="FFFFFF"/>
              </a:solidFill>
              <a:latin typeface="微软雅黑" panose="020B0503020204020204" pitchFamily="34" charset="-122"/>
              <a:ea typeface="微软雅黑" panose="020B0503020204020204" pitchFamily="34" charset="-122"/>
            </a:endParaRPr>
          </a:p>
        </p:txBody>
      </p:sp>
      <p:sp>
        <p:nvSpPr>
          <p:cNvPr id="257" name="矩形 256"/>
          <p:cNvSpPr/>
          <p:nvPr/>
        </p:nvSpPr>
        <p:spPr>
          <a:xfrm>
            <a:off x="5146029" y="6391447"/>
            <a:ext cx="503756" cy="244506"/>
          </a:xfrm>
          <a:prstGeom prst="rect">
            <a:avLst/>
          </a:prstGeom>
          <a:solidFill>
            <a:srgbClr val="00B0F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灵衢柜</a:t>
            </a:r>
            <a:endParaRPr lang="en-US" altLang="zh-CN" sz="1000" dirty="0">
              <a:solidFill>
                <a:srgbClr val="1D1D1A"/>
              </a:solidFill>
              <a:latin typeface="微软雅黑" panose="020B0503020204020204" pitchFamily="34" charset="-122"/>
              <a:ea typeface="微软雅黑" panose="020B0503020204020204" pitchFamily="34" charset="-122"/>
            </a:endParaRPr>
          </a:p>
        </p:txBody>
      </p:sp>
      <p:grpSp>
        <p:nvGrpSpPr>
          <p:cNvPr id="262" name="组合 261"/>
          <p:cNvGrpSpPr/>
          <p:nvPr/>
        </p:nvGrpSpPr>
        <p:grpSpPr>
          <a:xfrm>
            <a:off x="11363080" y="5796052"/>
            <a:ext cx="287849" cy="287849"/>
            <a:chOff x="11365408" y="5798250"/>
            <a:chExt cx="288020" cy="288020"/>
          </a:xfrm>
        </p:grpSpPr>
        <p:sp>
          <p:nvSpPr>
            <p:cNvPr id="258" name="椭圆 257"/>
            <p:cNvSpPr/>
            <p:nvPr/>
          </p:nvSpPr>
          <p:spPr>
            <a:xfrm>
              <a:off x="11365408" y="5798250"/>
              <a:ext cx="288020" cy="288020"/>
            </a:xfrm>
            <a:prstGeom prst="ellipse">
              <a:avLst/>
            </a:prstGeom>
            <a:solidFill>
              <a:schemeClr val="bg1">
                <a:lumMod val="20000"/>
                <a:lumOff val="80000"/>
              </a:schemeClr>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sz="2400">
                <a:solidFill>
                  <a:srgbClr val="1D1D1A"/>
                </a:solidFill>
                <a:latin typeface="Calibri"/>
                <a:ea typeface="等线" panose="02010600030101010101" pitchFamily="2" charset="-122"/>
              </a:endParaRPr>
            </a:p>
          </p:txBody>
        </p:sp>
        <p:sp>
          <p:nvSpPr>
            <p:cNvPr id="261" name="椭圆 260"/>
            <p:cNvSpPr/>
            <p:nvPr/>
          </p:nvSpPr>
          <p:spPr>
            <a:xfrm>
              <a:off x="11397130" y="5829972"/>
              <a:ext cx="224576" cy="224576"/>
            </a:xfrm>
            <a:prstGeom prst="ellipse">
              <a:avLst/>
            </a:prstGeom>
            <a:solidFill>
              <a:srgbClr val="00B0F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sz="2400">
                <a:solidFill>
                  <a:srgbClr val="1D1D1A"/>
                </a:solidFill>
                <a:latin typeface="Calibri"/>
                <a:ea typeface="等线" panose="02010600030101010101" pitchFamily="2" charset="-122"/>
              </a:endParaRPr>
            </a:p>
          </p:txBody>
        </p:sp>
      </p:grpSp>
      <p:grpSp>
        <p:nvGrpSpPr>
          <p:cNvPr id="263" name="组合 262"/>
          <p:cNvGrpSpPr/>
          <p:nvPr/>
        </p:nvGrpSpPr>
        <p:grpSpPr>
          <a:xfrm>
            <a:off x="11713314" y="5796052"/>
            <a:ext cx="287849" cy="287849"/>
            <a:chOff x="11365408" y="5798250"/>
            <a:chExt cx="288020" cy="288020"/>
          </a:xfrm>
        </p:grpSpPr>
        <p:sp>
          <p:nvSpPr>
            <p:cNvPr id="264" name="椭圆 263"/>
            <p:cNvSpPr/>
            <p:nvPr/>
          </p:nvSpPr>
          <p:spPr>
            <a:xfrm>
              <a:off x="11365408" y="5798250"/>
              <a:ext cx="288020" cy="288020"/>
            </a:xfrm>
            <a:prstGeom prst="ellipse">
              <a:avLst/>
            </a:prstGeom>
            <a:solidFill>
              <a:schemeClr val="bg1">
                <a:lumMod val="20000"/>
                <a:lumOff val="80000"/>
              </a:schemeClr>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sz="2400">
                <a:solidFill>
                  <a:srgbClr val="1D1D1A"/>
                </a:solidFill>
                <a:latin typeface="Calibri"/>
                <a:ea typeface="等线" panose="02010600030101010101" pitchFamily="2" charset="-122"/>
              </a:endParaRPr>
            </a:p>
          </p:txBody>
        </p:sp>
        <p:sp>
          <p:nvSpPr>
            <p:cNvPr id="265" name="椭圆 264"/>
            <p:cNvSpPr/>
            <p:nvPr/>
          </p:nvSpPr>
          <p:spPr>
            <a:xfrm>
              <a:off x="11397130" y="5829972"/>
              <a:ext cx="224576" cy="224576"/>
            </a:xfrm>
            <a:prstGeom prst="ellipse">
              <a:avLst/>
            </a:prstGeom>
            <a:solidFill>
              <a:srgbClr val="FF0000"/>
            </a:solidFill>
            <a:ln w="3175">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386" tIns="45692" rIns="91386" bIns="45692" numCol="1" spcCol="0" rtlCol="0" fromWordArt="0" anchor="ctr" anchorCtr="0" forceAA="0" compatLnSpc="1">
              <a:noAutofit/>
            </a:bodyPr>
            <a:lstStyle/>
            <a:p>
              <a:pPr algn="ctr" defTabSz="1218565">
                <a:defRPr/>
              </a:pPr>
              <a:endParaRPr lang="zh-CN" altLang="en-US" sz="2400">
                <a:solidFill>
                  <a:srgbClr val="1D1D1A"/>
                </a:solidFill>
                <a:latin typeface="Calibri"/>
                <a:ea typeface="等线" panose="02010600030101010101" pitchFamily="2" charset="-122"/>
              </a:endParaRPr>
            </a:p>
          </p:txBody>
        </p:sp>
      </p:grpSp>
      <p:cxnSp>
        <p:nvCxnSpPr>
          <p:cNvPr id="266" name="直接连接符 265"/>
          <p:cNvCxnSpPr/>
          <p:nvPr/>
        </p:nvCxnSpPr>
        <p:spPr>
          <a:xfrm flipV="1">
            <a:off x="11065729" y="5554262"/>
            <a:ext cx="0" cy="630000"/>
          </a:xfrm>
          <a:prstGeom prst="line">
            <a:avLst/>
          </a:prstGeom>
        </p:spPr>
        <p:style>
          <a:lnRef idx="1">
            <a:schemeClr val="accent1"/>
          </a:lnRef>
          <a:fillRef idx="0">
            <a:schemeClr val="accent1"/>
          </a:fillRef>
          <a:effectRef idx="0">
            <a:schemeClr val="accent1"/>
          </a:effectRef>
          <a:fontRef idx="minor">
            <a:schemeClr val="tx1"/>
          </a:fontRef>
        </p:style>
      </p:cxnSp>
      <p:sp>
        <p:nvSpPr>
          <p:cNvPr id="271" name="任意多边形: 形状 270"/>
          <p:cNvSpPr/>
          <p:nvPr/>
        </p:nvSpPr>
        <p:spPr>
          <a:xfrm>
            <a:off x="10200405" y="5398713"/>
            <a:ext cx="992418" cy="567409"/>
          </a:xfrm>
          <a:custGeom>
            <a:avLst/>
            <a:gdLst>
              <a:gd name="connsiteX0" fmla="*/ 23333 w 1052033"/>
              <a:gd name="connsiteY0" fmla="*/ 0 h 567745"/>
              <a:gd name="connsiteX1" fmla="*/ 134458 w 1052033"/>
              <a:gd name="connsiteY1" fmla="*/ 504825 h 567745"/>
              <a:gd name="connsiteX2" fmla="*/ 1052033 w 1052033"/>
              <a:gd name="connsiteY2" fmla="*/ 542925 h 567745"/>
            </a:gdLst>
            <a:ahLst/>
            <a:cxnLst>
              <a:cxn ang="0">
                <a:pos x="connsiteX0" y="connsiteY0"/>
              </a:cxn>
              <a:cxn ang="0">
                <a:pos x="connsiteX1" y="connsiteY1"/>
              </a:cxn>
              <a:cxn ang="0">
                <a:pos x="connsiteX2" y="connsiteY2"/>
              </a:cxn>
            </a:cxnLst>
            <a:rect l="l" t="t" r="r" b="b"/>
            <a:pathLst>
              <a:path w="1052033" h="567745">
                <a:moveTo>
                  <a:pt x="23333" y="0"/>
                </a:moveTo>
                <a:cubicBezTo>
                  <a:pt x="-6830" y="207169"/>
                  <a:pt x="-36992" y="414338"/>
                  <a:pt x="134458" y="504825"/>
                </a:cubicBezTo>
                <a:cubicBezTo>
                  <a:pt x="305908" y="595312"/>
                  <a:pt x="678970" y="569118"/>
                  <a:pt x="1052033" y="542925"/>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defTabSz="1218565">
              <a:defRPr/>
            </a:pPr>
            <a:endParaRPr lang="zh-CN" altLang="en-US" sz="2400">
              <a:solidFill>
                <a:srgbClr val="1D1D1A"/>
              </a:solidFill>
              <a:latin typeface="Calibri"/>
              <a:ea typeface="等线" panose="02010600030101010101" pitchFamily="2" charset="-122"/>
            </a:endParaRPr>
          </a:p>
        </p:txBody>
      </p:sp>
      <p:sp>
        <p:nvSpPr>
          <p:cNvPr id="273" name="文本框 272"/>
          <p:cNvSpPr txBox="1"/>
          <p:nvPr/>
        </p:nvSpPr>
        <p:spPr>
          <a:xfrm>
            <a:off x="9781214" y="5574759"/>
            <a:ext cx="359445" cy="107658"/>
          </a:xfrm>
          <a:prstGeom prst="rect">
            <a:avLst/>
          </a:prstGeom>
          <a:solidFill>
            <a:schemeClr val="tx2"/>
          </a:solidFill>
        </p:spPr>
        <p:txBody>
          <a:bodyPr wrap="square" lIns="0" tIns="0" rIns="0" bIns="0" rtlCol="0">
            <a:spAutoFit/>
          </a:bodyPr>
          <a:lstStyle/>
          <a:p>
            <a:pPr algn="ctr" defTabSz="1218565">
              <a:defRPr/>
            </a:pPr>
            <a:r>
              <a:rPr kumimoji="1" lang="en-US" altLang="zh-CN" sz="700" dirty="0">
                <a:solidFill>
                  <a:srgbClr val="000000"/>
                </a:solidFill>
                <a:latin typeface="微软雅黑" panose="020B0503020204020204" pitchFamily="34" charset="-122"/>
                <a:ea typeface="微软雅黑" panose="020B0503020204020204" pitchFamily="34" charset="-122"/>
              </a:rPr>
              <a:t>DN50</a:t>
            </a:r>
            <a:endParaRPr kumimoji="1" lang="zh-CN" altLang="en-US" sz="700" dirty="0">
              <a:solidFill>
                <a:srgbClr val="000000"/>
              </a:solidFill>
              <a:latin typeface="微软雅黑" panose="020B0503020204020204" pitchFamily="34" charset="-122"/>
              <a:ea typeface="微软雅黑" panose="020B0503020204020204" pitchFamily="34" charset="-122"/>
            </a:endParaRPr>
          </a:p>
        </p:txBody>
      </p:sp>
      <p:sp>
        <p:nvSpPr>
          <p:cNvPr id="275" name="文本框 274"/>
          <p:cNvSpPr txBox="1"/>
          <p:nvPr/>
        </p:nvSpPr>
        <p:spPr>
          <a:xfrm>
            <a:off x="10866231" y="5666339"/>
            <a:ext cx="359445" cy="76898"/>
          </a:xfrm>
          <a:prstGeom prst="rect">
            <a:avLst/>
          </a:prstGeom>
          <a:solidFill>
            <a:schemeClr val="tx2"/>
          </a:solidFill>
        </p:spPr>
        <p:txBody>
          <a:bodyPr wrap="square" lIns="0" tIns="0" rIns="0" bIns="0" rtlCol="0">
            <a:spAutoFit/>
          </a:bodyPr>
          <a:lstStyle/>
          <a:p>
            <a:pPr algn="ctr" defTabSz="1218565">
              <a:defRPr/>
            </a:pPr>
            <a:r>
              <a:rPr kumimoji="1" lang="en-US" altLang="zh-CN" sz="500" dirty="0">
                <a:solidFill>
                  <a:srgbClr val="000000"/>
                </a:solidFill>
                <a:latin typeface="微软雅黑" panose="020B0503020204020204" pitchFamily="34" charset="-122"/>
                <a:ea typeface="微软雅黑" panose="020B0503020204020204" pitchFamily="34" charset="-122"/>
              </a:rPr>
              <a:t>? mm</a:t>
            </a:r>
            <a:endParaRPr kumimoji="1" lang="zh-CN" altLang="en-US" sz="500" dirty="0">
              <a:solidFill>
                <a:srgbClr val="000000"/>
              </a:solidFill>
              <a:latin typeface="微软雅黑" panose="020B0503020204020204" pitchFamily="34" charset="-122"/>
              <a:ea typeface="微软雅黑" panose="020B0503020204020204" pitchFamily="34" charset="-122"/>
            </a:endParaRPr>
          </a:p>
        </p:txBody>
      </p:sp>
      <p:sp>
        <p:nvSpPr>
          <p:cNvPr id="277" name="矩形 276"/>
          <p:cNvSpPr/>
          <p:nvPr/>
        </p:nvSpPr>
        <p:spPr>
          <a:xfrm>
            <a:off x="11046973" y="2418531"/>
            <a:ext cx="572253" cy="261454"/>
          </a:xfrm>
          <a:prstGeom prst="rect">
            <a:avLst/>
          </a:prstGeom>
        </p:spPr>
        <p:txBody>
          <a:bodyPr wrap="none">
            <a:spAutoFit/>
          </a:bodyPr>
          <a:lstStyle/>
          <a:p>
            <a:pPr defTabSz="1218565">
              <a:defRPr/>
            </a:pPr>
            <a:r>
              <a:rPr lang="zh-CN" altLang="en-US" sz="1100" dirty="0">
                <a:solidFill>
                  <a:srgbClr val="1D1D1A"/>
                </a:solidFill>
                <a:latin typeface="微软雅黑" panose="020B0503020204020204" pitchFamily="34" charset="-122"/>
                <a:ea typeface="微软雅黑" panose="020B0503020204020204" pitchFamily="34" charset="-122"/>
              </a:rPr>
              <a:t>96kW</a:t>
            </a:r>
            <a:endParaRPr lang="zh-CN" altLang="en-US" sz="1100" dirty="0">
              <a:solidFill>
                <a:srgbClr val="1D1D1A"/>
              </a:solidFill>
              <a:latin typeface="微软雅黑" panose="020B0503020204020204" pitchFamily="34" charset="-122"/>
              <a:ea typeface="微软雅黑" panose="020B0503020204020204" pitchFamily="34" charset="-122"/>
            </a:endParaRPr>
          </a:p>
        </p:txBody>
      </p:sp>
      <p:sp>
        <p:nvSpPr>
          <p:cNvPr id="278" name="左中括号 277"/>
          <p:cNvSpPr/>
          <p:nvPr/>
        </p:nvSpPr>
        <p:spPr>
          <a:xfrm rot="16200000">
            <a:off x="4580038" y="2880307"/>
            <a:ext cx="147797" cy="345691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1218565">
              <a:defRPr/>
            </a:pPr>
            <a:endParaRPr lang="zh-CN" altLang="en-US" sz="2400">
              <a:solidFill>
                <a:srgbClr val="1D1D1A"/>
              </a:solidFill>
              <a:latin typeface="Calibri"/>
              <a:ea typeface="等线" panose="02010600030101010101" pitchFamily="2" charset="-122"/>
            </a:endParaRPr>
          </a:p>
        </p:txBody>
      </p:sp>
      <p:sp>
        <p:nvSpPr>
          <p:cNvPr id="279" name="文本框 278"/>
          <p:cNvSpPr txBox="1"/>
          <p:nvPr/>
        </p:nvSpPr>
        <p:spPr>
          <a:xfrm>
            <a:off x="4243813" y="4605765"/>
            <a:ext cx="631156"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7 x </a:t>
            </a:r>
            <a:r>
              <a:rPr kumimoji="1" lang="zh-CN" altLang="en-US" sz="1000" dirty="0">
                <a:solidFill>
                  <a:srgbClr val="000000"/>
                </a:solidFill>
                <a:latin typeface="微软雅黑" panose="020B0503020204020204" pitchFamily="34" charset="-122"/>
                <a:ea typeface="微软雅黑" panose="020B0503020204020204" pitchFamily="34" charset="-122"/>
              </a:rPr>
              <a:t>计算柜</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282" name="左中括号 281"/>
          <p:cNvSpPr/>
          <p:nvPr/>
        </p:nvSpPr>
        <p:spPr>
          <a:xfrm rot="5400000">
            <a:off x="5055743" y="788036"/>
            <a:ext cx="147797" cy="440832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1218565">
              <a:defRPr/>
            </a:pPr>
            <a:endParaRPr lang="zh-CN" altLang="en-US" sz="2400">
              <a:solidFill>
                <a:srgbClr val="1D1D1A"/>
              </a:solidFill>
              <a:latin typeface="Calibri"/>
              <a:ea typeface="等线" panose="02010600030101010101" pitchFamily="2" charset="-122"/>
            </a:endParaRPr>
          </a:p>
        </p:txBody>
      </p:sp>
      <p:sp>
        <p:nvSpPr>
          <p:cNvPr id="281" name="文本框 280"/>
          <p:cNvSpPr txBox="1"/>
          <p:nvPr/>
        </p:nvSpPr>
        <p:spPr>
          <a:xfrm>
            <a:off x="4171847" y="2833017"/>
            <a:ext cx="775091" cy="153796"/>
          </a:xfrm>
          <a:prstGeom prst="rect">
            <a:avLst/>
          </a:prstGeom>
          <a:solidFill>
            <a:schemeClr val="tx2"/>
          </a:solidFill>
        </p:spPr>
        <p:txBody>
          <a:bodyPr wrap="square" lIns="0" tIns="0" rIns="0" bIns="0" rtlCol="0">
            <a:spAutoFit/>
          </a:bodyPr>
          <a:lstStyle/>
          <a:p>
            <a:pPr algn="ctr" defTabSz="1218565">
              <a:defRPr/>
            </a:pPr>
            <a:r>
              <a:rPr kumimoji="1" lang="en-US" altLang="zh-CN" sz="1000" dirty="0">
                <a:solidFill>
                  <a:srgbClr val="000000"/>
                </a:solidFill>
                <a:latin typeface="微软雅黑" panose="020B0503020204020204" pitchFamily="34" charset="-122"/>
                <a:ea typeface="微软雅黑" panose="020B0503020204020204" pitchFamily="34" charset="-122"/>
              </a:rPr>
              <a:t>9 x </a:t>
            </a:r>
            <a:r>
              <a:rPr kumimoji="1" lang="zh-CN" altLang="en-US" sz="1000" dirty="0">
                <a:solidFill>
                  <a:srgbClr val="000000"/>
                </a:solidFill>
                <a:latin typeface="微软雅黑" panose="020B0503020204020204" pitchFamily="34" charset="-122"/>
                <a:ea typeface="微软雅黑" panose="020B0503020204020204" pitchFamily="34" charset="-122"/>
              </a:rPr>
              <a:t>计算柜</a:t>
            </a:r>
            <a:endParaRPr kumimoji="1"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5" name="连接符: 肘形 4"/>
          <p:cNvCxnSpPr>
            <a:stCxn id="148" idx="2"/>
            <a:endCxn id="151" idx="2"/>
          </p:cNvCxnSpPr>
          <p:nvPr/>
        </p:nvCxnSpPr>
        <p:spPr>
          <a:xfrm rot="16200000" flipH="1">
            <a:off x="6889952" y="3729374"/>
            <a:ext cx="12692" cy="1518872"/>
          </a:xfrm>
          <a:prstGeom prst="bentConnector3">
            <a:avLst>
              <a:gd name="adj1" fmla="val 120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708067" y="4666467"/>
            <a:ext cx="366100" cy="138417"/>
          </a:xfrm>
          <a:prstGeom prst="rect">
            <a:avLst/>
          </a:prstGeom>
          <a:noFill/>
        </p:spPr>
        <p:txBody>
          <a:bodyPr wrap="square" lIns="0" tIns="0" rIns="0" bIns="0" rtlCol="0">
            <a:spAutoFit/>
          </a:bodyPr>
          <a:lstStyle/>
          <a:p>
            <a:pPr algn="ctr" defTabSz="1218565">
              <a:defRPr/>
            </a:pPr>
            <a:r>
              <a:rPr kumimoji="1" lang="en-US" altLang="zh-CN" sz="900" dirty="0">
                <a:solidFill>
                  <a:srgbClr val="000000"/>
                </a:solidFill>
                <a:latin typeface="微软雅黑" panose="020B0503020204020204" pitchFamily="34" charset="-122"/>
                <a:ea typeface="微软雅黑" panose="020B0503020204020204" pitchFamily="34" charset="-122"/>
              </a:rPr>
              <a:t>1200</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163" name="文本框 162"/>
          <p:cNvSpPr txBox="1"/>
          <p:nvPr/>
        </p:nvSpPr>
        <p:spPr>
          <a:xfrm>
            <a:off x="6165212" y="4502408"/>
            <a:ext cx="258224" cy="138417"/>
          </a:xfrm>
          <a:prstGeom prst="rect">
            <a:avLst/>
          </a:prstGeom>
          <a:noFill/>
        </p:spPr>
        <p:txBody>
          <a:bodyPr wrap="square" lIns="0" tIns="0" rIns="0" bIns="0" rtlCol="0">
            <a:spAutoFit/>
          </a:bodyPr>
          <a:lstStyle/>
          <a:p>
            <a:pPr algn="ctr" defTabSz="1218565">
              <a:defRPr/>
            </a:pPr>
            <a:r>
              <a:rPr kumimoji="1" lang="en-US" altLang="zh-CN" sz="900" dirty="0">
                <a:solidFill>
                  <a:srgbClr val="000000"/>
                </a:solidFill>
                <a:latin typeface="微软雅黑" panose="020B0503020204020204" pitchFamily="34" charset="-122"/>
                <a:ea typeface="微软雅黑" panose="020B0503020204020204" pitchFamily="34" charset="-122"/>
              </a:rPr>
              <a:t>300</a:t>
            </a:r>
            <a:endParaRPr kumimoji="1" lang="zh-CN" altLang="en-US" sz="900" dirty="0">
              <a:solidFill>
                <a:srgbClr val="0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326379" y="2933177"/>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64" name="文本框 163"/>
          <p:cNvSpPr txBox="1"/>
          <p:nvPr/>
        </p:nvSpPr>
        <p:spPr>
          <a:xfrm>
            <a:off x="1841541" y="2933177"/>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65" name="文本框 164"/>
          <p:cNvSpPr txBox="1"/>
          <p:nvPr/>
        </p:nvSpPr>
        <p:spPr>
          <a:xfrm>
            <a:off x="1841541" y="4560860"/>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66" name="文本框 165"/>
          <p:cNvSpPr txBox="1"/>
          <p:nvPr/>
        </p:nvSpPr>
        <p:spPr>
          <a:xfrm>
            <a:off x="1309194" y="4560860"/>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79" name="文本框 178"/>
          <p:cNvSpPr txBox="1"/>
          <p:nvPr/>
        </p:nvSpPr>
        <p:spPr>
          <a:xfrm>
            <a:off x="3328377"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86" name="文本框 185"/>
          <p:cNvSpPr txBox="1"/>
          <p:nvPr/>
        </p:nvSpPr>
        <p:spPr>
          <a:xfrm>
            <a:off x="3854936"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87" name="文本框 186"/>
          <p:cNvSpPr txBox="1"/>
          <p:nvPr/>
        </p:nvSpPr>
        <p:spPr>
          <a:xfrm>
            <a:off x="4342205"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a:off x="5341951"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000000"/>
                </a:solidFill>
                <a:latin typeface="微软雅黑" panose="020B0503020204020204" pitchFamily="34" charset="-122"/>
                <a:ea typeface="微软雅黑" panose="020B0503020204020204" pitchFamily="34" charset="-122"/>
              </a:rPr>
              <a:t>HW*</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202" name="文本框 201"/>
          <p:cNvSpPr txBox="1"/>
          <p:nvPr/>
        </p:nvSpPr>
        <p:spPr>
          <a:xfrm>
            <a:off x="4843815"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DCI</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06" name="文本框 205"/>
          <p:cNvSpPr txBox="1"/>
          <p:nvPr/>
        </p:nvSpPr>
        <p:spPr>
          <a:xfrm>
            <a:off x="5849677"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DCI</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10" name="文本框 209"/>
          <p:cNvSpPr txBox="1"/>
          <p:nvPr/>
        </p:nvSpPr>
        <p:spPr>
          <a:xfrm>
            <a:off x="6855538"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DCI</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12" name="文本框 211"/>
          <p:cNvSpPr txBox="1"/>
          <p:nvPr/>
        </p:nvSpPr>
        <p:spPr>
          <a:xfrm>
            <a:off x="7868300"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DCI</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13" name="文本框 212"/>
          <p:cNvSpPr txBox="1"/>
          <p:nvPr/>
        </p:nvSpPr>
        <p:spPr>
          <a:xfrm>
            <a:off x="7372162"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OTN</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21" name="文本框 220"/>
          <p:cNvSpPr txBox="1"/>
          <p:nvPr/>
        </p:nvSpPr>
        <p:spPr>
          <a:xfrm>
            <a:off x="6348104" y="2189618"/>
            <a:ext cx="561772" cy="138449"/>
          </a:xfrm>
          <a:prstGeom prst="rect">
            <a:avLst/>
          </a:prstGeom>
          <a:noFill/>
        </p:spPr>
        <p:txBody>
          <a:bodyPr wrap="square" lIns="0" tIns="0" rIns="0" bIns="0" rtlCol="0">
            <a:spAutoFit/>
          </a:bodyPr>
          <a:lstStyle/>
          <a:p>
            <a:pPr algn="ctr" defTabSz="914400"/>
            <a:r>
              <a:rPr kumimoji="1" lang="en-US" altLang="zh-CN" sz="900" b="1" dirty="0">
                <a:solidFill>
                  <a:srgbClr val="666666">
                    <a:lumMod val="60000"/>
                    <a:lumOff val="40000"/>
                  </a:srgbClr>
                </a:solidFill>
                <a:latin typeface="微软雅黑" panose="020B0503020204020204" pitchFamily="34" charset="-122"/>
                <a:ea typeface="微软雅黑" panose="020B0503020204020204" pitchFamily="34" charset="-122"/>
              </a:rPr>
              <a:t>OTN</a:t>
            </a:r>
            <a:endParaRPr kumimoji="1" lang="zh-CN" altLang="en-US" sz="900" b="1" dirty="0">
              <a:solidFill>
                <a:srgbClr val="666666">
                  <a:lumMod val="60000"/>
                  <a:lumOff val="40000"/>
                </a:srgbClr>
              </a:solidFill>
              <a:latin typeface="微软雅黑" panose="020B0503020204020204" pitchFamily="34" charset="-122"/>
              <a:ea typeface="微软雅黑" panose="020B0503020204020204" pitchFamily="34" charset="-122"/>
            </a:endParaRPr>
          </a:p>
        </p:txBody>
      </p:sp>
      <p:sp>
        <p:nvSpPr>
          <p:cNvPr id="234" name="文本框 233"/>
          <p:cNvSpPr txBox="1"/>
          <p:nvPr/>
        </p:nvSpPr>
        <p:spPr>
          <a:xfrm>
            <a:off x="3574132" y="3149930"/>
            <a:ext cx="4568902" cy="138449"/>
          </a:xfrm>
          <a:prstGeom prst="rect">
            <a:avLst/>
          </a:prstGeom>
          <a:solidFill>
            <a:srgbClr val="FFFF00"/>
          </a:solidFill>
        </p:spPr>
        <p:txBody>
          <a:bodyPr wrap="square" lIns="0" tIns="0" rIns="0" bIns="0" rtlCol="0">
            <a:spAutoFit/>
          </a:bodyPr>
          <a:lstStyle/>
          <a:p>
            <a:pPr algn="ctr" defTabSz="914400"/>
            <a:r>
              <a:rPr kumimoji="1" lang="zh-CN" altLang="en-US" sz="900" b="1" dirty="0">
                <a:solidFill>
                  <a:srgbClr val="000000"/>
                </a:solidFill>
                <a:latin typeface="微软雅黑" panose="020B0503020204020204" pitchFamily="34" charset="-122"/>
                <a:ea typeface="微软雅黑" panose="020B0503020204020204" pitchFamily="34" charset="-122"/>
              </a:rPr>
              <a:t>一期</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245" name="文本框 244"/>
          <p:cNvSpPr txBox="1"/>
          <p:nvPr/>
        </p:nvSpPr>
        <p:spPr>
          <a:xfrm>
            <a:off x="8421024" y="3219154"/>
            <a:ext cx="230047" cy="1272486"/>
          </a:xfrm>
          <a:prstGeom prst="rect">
            <a:avLst/>
          </a:prstGeom>
          <a:solidFill>
            <a:srgbClr val="FFFF00"/>
          </a:solidFill>
        </p:spPr>
        <p:txBody>
          <a:bodyPr wrap="square" lIns="0" tIns="0" rIns="0" bIns="0" rtlCol="0" anchor="ctr">
            <a:noAutofit/>
          </a:bodyPr>
          <a:lstStyle/>
          <a:p>
            <a:pPr algn="ctr" defTabSz="914400"/>
            <a:r>
              <a:rPr kumimoji="1" lang="zh-CN" altLang="en-US" sz="900" b="1" dirty="0">
                <a:solidFill>
                  <a:srgbClr val="000000"/>
                </a:solidFill>
                <a:latin typeface="微软雅黑" panose="020B0503020204020204" pitchFamily="34" charset="-122"/>
                <a:ea typeface="微软雅黑" panose="020B0503020204020204" pitchFamily="34" charset="-122"/>
              </a:rPr>
              <a:t>一期</a:t>
            </a:r>
            <a:endParaRPr kumimoji="1" lang="zh-CN" altLang="en-US" sz="900" b="1" dirty="0">
              <a:solidFill>
                <a:srgbClr val="000000"/>
              </a:solidFill>
              <a:latin typeface="微软雅黑" panose="020B0503020204020204" pitchFamily="34" charset="-122"/>
              <a:ea typeface="微软雅黑" panose="020B0503020204020204" pitchFamily="34" charset="-122"/>
            </a:endParaRPr>
          </a:p>
        </p:txBody>
      </p:sp>
      <p:sp>
        <p:nvSpPr>
          <p:cNvPr id="182" name="矩形 181"/>
          <p:cNvSpPr/>
          <p:nvPr/>
        </p:nvSpPr>
        <p:spPr>
          <a:xfrm>
            <a:off x="6795674" y="6172048"/>
            <a:ext cx="1444761" cy="279496"/>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0" rIns="0" bIns="0" numCol="1" spcCol="0" rtlCol="0" fromWordArt="0" anchor="ctr" anchorCtr="0" forceAA="0" compatLnSpc="1">
            <a:noAutofit/>
          </a:bodyPr>
          <a:lstStyle/>
          <a:p>
            <a:pPr algn="ctr" defTabSz="1218565">
              <a:defRPr/>
            </a:pPr>
            <a:r>
              <a:rPr lang="zh-CN" altLang="en-US" sz="1000" dirty="0">
                <a:solidFill>
                  <a:srgbClr val="1D1D1A"/>
                </a:solidFill>
                <a:latin typeface="微软雅黑" panose="020B0503020204020204" pitchFamily="34" charset="-122"/>
                <a:ea typeface="微软雅黑" panose="020B0503020204020204" pitchFamily="34" charset="-122"/>
              </a:rPr>
              <a:t>门（</a:t>
            </a:r>
            <a:r>
              <a:rPr lang="en-US" altLang="zh-CN" sz="1000" dirty="0">
                <a:solidFill>
                  <a:srgbClr val="1D1D1A"/>
                </a:solidFill>
                <a:latin typeface="微软雅黑" panose="020B0503020204020204" pitchFamily="34" charset="-122"/>
                <a:ea typeface="微软雅黑" panose="020B0503020204020204" pitchFamily="34" charset="-122"/>
              </a:rPr>
              <a:t>1.5 * 2.7</a:t>
            </a:r>
            <a:r>
              <a:rPr lang="zh-CN" altLang="en-US" sz="1000" dirty="0">
                <a:solidFill>
                  <a:srgbClr val="1D1D1A"/>
                </a:solidFill>
                <a:latin typeface="微软雅黑" panose="020B0503020204020204" pitchFamily="34" charset="-122"/>
                <a:ea typeface="微软雅黑" panose="020B0503020204020204" pitchFamily="34" charset="-122"/>
              </a:rPr>
              <a:t>）</a:t>
            </a:r>
            <a:r>
              <a:rPr lang="en-US" altLang="zh-CN" sz="1000" dirty="0">
                <a:solidFill>
                  <a:srgbClr val="1D1D1A"/>
                </a:solidFill>
                <a:latin typeface="微软雅黑" panose="020B0503020204020204" pitchFamily="34" charset="-122"/>
                <a:ea typeface="微软雅黑" panose="020B0503020204020204" pitchFamily="34" charset="-122"/>
              </a:rPr>
              <a:t> </a:t>
            </a:r>
            <a:endParaRPr lang="en-US" altLang="zh-CN" sz="1000" dirty="0">
              <a:solidFill>
                <a:srgbClr val="1D1D1A"/>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2001" y="279335"/>
            <a:ext cx="11122625" cy="368850"/>
          </a:xfrm>
          <a:prstGeom prst="rect">
            <a:avLst/>
          </a:prstGeom>
          <a:noFill/>
        </p:spPr>
        <p:txBody>
          <a:bodyPr wrap="square" lIns="0" tIns="0" rIns="0" bIns="0" rtlCol="0">
            <a:spAutoFit/>
          </a:bodyPr>
          <a:lstStyle/>
          <a:p>
            <a:pPr defTabSz="913765">
              <a:defRPr/>
            </a:pPr>
            <a:r>
              <a:rPr kumimoji="1" lang="zh-CN" altLang="en-US" sz="2400" b="1" dirty="0">
                <a:solidFill>
                  <a:srgbClr val="C00000"/>
                </a:solidFill>
                <a:latin typeface="微软雅黑" panose="020B0503020204020204" pitchFamily="34" charset="-122"/>
                <a:ea typeface="微软雅黑" panose="020B0503020204020204" pitchFamily="34" charset="-122"/>
              </a:rPr>
              <a:t>机房工勘报告及关键项检查项（</a:t>
            </a:r>
            <a:r>
              <a:rPr kumimoji="1" lang="en-US" altLang="zh-CN" sz="2400" b="1" dirty="0">
                <a:solidFill>
                  <a:srgbClr val="C00000"/>
                </a:solidFill>
                <a:latin typeface="微软雅黑" panose="020B0503020204020204" pitchFamily="34" charset="-122"/>
                <a:ea typeface="微软雅黑" panose="020B0503020204020204" pitchFamily="34" charset="-122"/>
              </a:rPr>
              <a:t>L1&amp;L2</a:t>
            </a:r>
            <a:r>
              <a:rPr kumimoji="1" lang="zh-CN" altLang="en-US" sz="2400" b="1" dirty="0">
                <a:solidFill>
                  <a:srgbClr val="C00000"/>
                </a:solidFill>
                <a:latin typeface="微软雅黑" panose="020B0503020204020204" pitchFamily="34" charset="-122"/>
                <a:ea typeface="微软雅黑" panose="020B0503020204020204" pitchFamily="34" charset="-122"/>
              </a:rPr>
              <a:t>）：机房改造基于</a:t>
            </a:r>
            <a:r>
              <a:rPr kumimoji="1" lang="en-US" altLang="zh-CN" sz="2400" b="1" dirty="0">
                <a:solidFill>
                  <a:srgbClr val="C00000"/>
                </a:solidFill>
                <a:latin typeface="微软雅黑" panose="020B0503020204020204" pitchFamily="34" charset="-122"/>
                <a:ea typeface="微软雅黑" panose="020B0503020204020204" pitchFamily="34" charset="-122"/>
              </a:rPr>
              <a:t>950</a:t>
            </a:r>
            <a:r>
              <a:rPr kumimoji="1" lang="zh-CN" altLang="en-US" sz="2400" b="1" dirty="0">
                <a:solidFill>
                  <a:srgbClr val="C00000"/>
                </a:solidFill>
                <a:latin typeface="微软雅黑" panose="020B0503020204020204" pitchFamily="34" charset="-122"/>
                <a:ea typeface="微软雅黑" panose="020B0503020204020204" pitchFamily="34" charset="-122"/>
              </a:rPr>
              <a:t>设计要求定制改造</a:t>
            </a:r>
            <a:endParaRPr kumimoji="1"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773349" y="4309309"/>
            <a:ext cx="9066946" cy="276796"/>
          </a:xfrm>
          <a:prstGeom prst="rect">
            <a:avLst/>
          </a:prstGeom>
          <a:noFill/>
        </p:spPr>
        <p:txBody>
          <a:bodyPr wrap="square" lIns="0" tIns="0" rIns="0" bIns="0" rtlCol="0">
            <a:spAutoFit/>
          </a:bodyPr>
          <a:lstStyle/>
          <a:p>
            <a:pPr marL="285750" indent="-285750" defTabSz="1218565">
              <a:buFont typeface="Wingdings" panose="05000000000000000000" pitchFamily="2" charset="2"/>
              <a:buChar char="l"/>
            </a:pPr>
            <a:r>
              <a:rPr kumimoji="1" lang="en-US" altLang="zh-CN" dirty="0">
                <a:solidFill>
                  <a:srgbClr val="000000"/>
                </a:solidFill>
                <a:latin typeface="微软雅黑" panose="020B0503020204020204" pitchFamily="34" charset="-122"/>
                <a:ea typeface="微软雅黑" panose="020B0503020204020204" pitchFamily="34" charset="-122"/>
              </a:rPr>
              <a:t>L1&amp;L2</a:t>
            </a:r>
            <a:r>
              <a:rPr kumimoji="1" lang="zh-CN" altLang="en-US" dirty="0">
                <a:solidFill>
                  <a:srgbClr val="000000"/>
                </a:solidFill>
                <a:latin typeface="微软雅黑" panose="020B0503020204020204" pitchFamily="34" charset="-122"/>
                <a:ea typeface="微软雅黑" panose="020B0503020204020204" pitchFamily="34" charset="-122"/>
              </a:rPr>
              <a:t>服务分工界面</a:t>
            </a:r>
            <a:endParaRPr kumimoji="1" lang="zh-CN" altLang="en-US" dirty="0">
              <a:solidFill>
                <a:srgbClr val="000000"/>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773349" y="4717583"/>
          <a:ext cx="10772821" cy="1373187"/>
        </p:xfrm>
        <a:graphic>
          <a:graphicData uri="http://schemas.openxmlformats.org/drawingml/2006/table">
            <a:tbl>
              <a:tblPr/>
              <a:tblGrid>
                <a:gridCol w="2633370"/>
                <a:gridCol w="2060098"/>
                <a:gridCol w="6079353"/>
              </a:tblGrid>
              <a:tr h="265369">
                <a:tc>
                  <a:txBody>
                    <a:bodyPr/>
                    <a:lstStyle/>
                    <a:p>
                      <a:pPr algn="ctr" rtl="0" fontAlgn="ct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领域</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L1</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L2</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r>
              <a:tr h="369484">
                <a:tc>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结构、电气专业</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机柜按照、散力板、搬运车、地牛、定位螺栓、炮筒电源线（公头）、炮筒公母头对接</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68850">
                <a:tc>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工艺专业</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光纤布线、理线、插线、标签</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69484">
                <a:tc>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暖通专业</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机柜液冷供回水</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manifold</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与二次管路对接、机柜排水管对接</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14" name="表格 13"/>
          <p:cNvGraphicFramePr>
            <a:graphicFrameLocks noGrp="1"/>
          </p:cNvGraphicFramePr>
          <p:nvPr/>
        </p:nvGraphicFramePr>
        <p:xfrm>
          <a:off x="828784" y="1352872"/>
          <a:ext cx="10716953" cy="2917149"/>
        </p:xfrm>
        <a:graphic>
          <a:graphicData uri="http://schemas.openxmlformats.org/drawingml/2006/table">
            <a:tbl>
              <a:tblPr/>
              <a:tblGrid>
                <a:gridCol w="1618240"/>
                <a:gridCol w="1609352"/>
                <a:gridCol w="7489361"/>
              </a:tblGrid>
              <a:tr h="278700">
                <a:tc>
                  <a:txBody>
                    <a:bodyPr/>
                    <a:lstStyle/>
                    <a:p>
                      <a:pPr algn="ctr" rtl="0" fontAlgn="ctr"/>
                      <a:r>
                        <a:rPr lang="en-US" altLang="zh-CN" sz="1200" b="1" i="0" u="none" strike="noStrike" dirty="0">
                          <a:solidFill>
                            <a:srgbClr val="FFFFFF"/>
                          </a:solidFill>
                          <a:effectLst/>
                          <a:latin typeface="微软雅黑" panose="020B0503020204020204" pitchFamily="34" charset="-122"/>
                          <a:ea typeface="微软雅黑" panose="020B0503020204020204" pitchFamily="34" charset="-122"/>
                        </a:rPr>
                        <a:t> L1 DTRB</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类别</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CN" altLang="en-US" sz="1200" b="1" i="0" u="none" strike="noStrike" dirty="0">
                          <a:solidFill>
                            <a:srgbClr val="FFFFFF"/>
                          </a:solidFill>
                          <a:effectLst/>
                          <a:latin typeface="微软雅黑" panose="020B0503020204020204" pitchFamily="34" charset="-122"/>
                          <a:ea typeface="微软雅黑" panose="020B0503020204020204" pitchFamily="34" charset="-122"/>
                        </a:rPr>
                        <a:t>遗留问题</a:t>
                      </a:r>
                      <a:endParaRPr lang="zh-CN" altLang="en-US" sz="1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r>
              <a:tr h="618982">
                <a:tc rowSpan="5">
                  <a:txBody>
                    <a:bodyPr/>
                    <a:lstStyle/>
                    <a:p>
                      <a:pPr algn="ctr" rtl="0" fontAlgn="ctr"/>
                      <a:r>
                        <a:rPr lang="zh-CN" altLang="en-US" sz="1000" b="1" i="0" u="none" strike="noStrike" dirty="0">
                          <a:solidFill>
                            <a:schemeClr val="tx1"/>
                          </a:solidFill>
                          <a:effectLst/>
                          <a:latin typeface="微软雅黑" panose="020B0503020204020204" pitchFamily="34" charset="-122"/>
                          <a:ea typeface="微软雅黑" panose="020B0503020204020204" pitchFamily="34" charset="-122"/>
                        </a:rPr>
                        <a:t>带风险通过</a:t>
                      </a:r>
                      <a:endParaRPr lang="zh-CN" altLang="en-US" sz="10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工期延期风险</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）目前客户期望绝对工期</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9</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月</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30</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日上业务与实际交付节奏有较大冲突，涉及超期罚款，建议预留足额风险准备金；</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）设备到货时间晚相应工期延长，自有人员成本增加，合作单位窝工导致的人员成本增加，建议预留人力成本。</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466617">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合同风险</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）目前未有详细合同内容，现有评审内容基于未来城联通项目群历史合同做的假设，建议最终招标合同确定后补充相关内容评审；</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88530">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新方案技术风险</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）机房升降台方案需要细化，补充配套设备成本；</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87895">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）二次侧管</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径</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DN150</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是否满足需要跟进机关仿真</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结果；</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88530">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）风墙吊顶方案需要注意配套消防设施。</a:t>
                      </a:r>
                      <a:endParaRPr 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18" marR="9518"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bl>
          </a:graphicData>
        </a:graphic>
      </p:graphicFrame>
      <p:sp>
        <p:nvSpPr>
          <p:cNvPr id="15" name="文本框 14">
            <a:hlinkClick r:id="rId1"/>
          </p:cNvPr>
          <p:cNvSpPr txBox="1"/>
          <p:nvPr/>
        </p:nvSpPr>
        <p:spPr>
          <a:xfrm>
            <a:off x="876555" y="931677"/>
            <a:ext cx="10549185" cy="276935"/>
          </a:xfrm>
          <a:prstGeom prst="rect">
            <a:avLst/>
          </a:prstGeom>
          <a:noFill/>
        </p:spPr>
        <p:txBody>
          <a:bodyPr wrap="square" lIns="0" tIns="0" rIns="0" bIns="0" rtlCol="0">
            <a:spAutoFit/>
          </a:bodyPr>
          <a:lstStyle/>
          <a:p>
            <a:pPr marL="285750" indent="-285750" defTabSz="1218565">
              <a:buFont typeface="Wingdings" panose="05000000000000000000" pitchFamily="2" charset="2"/>
              <a:buChar char="l"/>
            </a:pPr>
            <a:r>
              <a:rPr kumimoji="1" lang="en-US" altLang="zh-CN" dirty="0">
                <a:solidFill>
                  <a:srgbClr val="000000"/>
                </a:solidFill>
                <a:latin typeface="微软雅黑" panose="020B0503020204020204" pitchFamily="34" charset="-122"/>
                <a:ea typeface="微软雅黑" panose="020B0503020204020204" pitchFamily="34" charset="-122"/>
              </a:rPr>
              <a:t>L1</a:t>
            </a:r>
            <a:r>
              <a:rPr kumimoji="1" lang="zh-CN" altLang="en-US" dirty="0">
                <a:solidFill>
                  <a:srgbClr val="000000"/>
                </a:solidFill>
                <a:latin typeface="微软雅黑" panose="020B0503020204020204" pitchFamily="34" charset="-122"/>
                <a:ea typeface="微软雅黑" panose="020B0503020204020204" pitchFamily="34" charset="-122"/>
              </a:rPr>
              <a:t> 工勘情况：</a:t>
            </a:r>
            <a:r>
              <a:rPr kumimoji="1" lang="en-US" altLang="zh-CN" dirty="0">
                <a:solidFill>
                  <a:srgbClr val="000000"/>
                </a:solidFill>
                <a:latin typeface="微软雅黑" panose="020B0503020204020204" pitchFamily="34" charset="-122"/>
                <a:ea typeface="微软雅黑" panose="020B0503020204020204" pitchFamily="34" charset="-122"/>
              </a:rPr>
              <a:t>https://onebox.huawei.com/p/9deb95a904ed5bfd14d33bdddd54310c</a:t>
            </a:r>
            <a:endParaRPr kumimoji="1" lang="zh-CN" altLang="en-US"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a:spLocks noGrp="1"/>
          </p:cNvSpPr>
          <p:nvPr>
            <p:ph type="title" idx="4294967295"/>
          </p:nvPr>
        </p:nvSpPr>
        <p:spPr>
          <a:xfrm>
            <a:off x="0" y="173038"/>
            <a:ext cx="8064500" cy="461962"/>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网络安全自检分析</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矩形 6"/>
          <p:cNvSpPr>
            <a:spLocks noChangeArrowheads="1"/>
          </p:cNvSpPr>
          <p:nvPr/>
        </p:nvSpPr>
        <p:spPr bwMode="auto">
          <a:xfrm>
            <a:off x="97809" y="649082"/>
            <a:ext cx="10378480" cy="67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defTabSz="914400" fontAlgn="base">
              <a:lnSpc>
                <a:spcPct val="130000"/>
              </a:lnSpc>
              <a:spcBef>
                <a:spcPct val="0"/>
              </a:spcBef>
              <a:spcAft>
                <a:spcPct val="0"/>
              </a:spcAft>
              <a:buClrTx/>
              <a:buSzTx/>
              <a:buNone/>
            </a:pPr>
            <a:r>
              <a:rPr lang="zh-CN" altLang="en-US" sz="154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   </a:t>
            </a:r>
            <a:endParaRPr lang="en-US" altLang="zh-CN" sz="154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defTabSz="914400" fontAlgn="base">
              <a:lnSpc>
                <a:spcPct val="130000"/>
              </a:lnSpc>
              <a:spcBef>
                <a:spcPct val="0"/>
              </a:spcBef>
              <a:spcAft>
                <a:spcPct val="0"/>
              </a:spcAft>
              <a:buClrTx/>
              <a:buSzTx/>
              <a:buNone/>
            </a:pPr>
            <a:r>
              <a:rPr lang="zh-CN" altLang="en-US" sz="154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 </a:t>
            </a:r>
            <a:r>
              <a:rPr lang="en-US" altLang="zh-CN"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1</a:t>
            </a:r>
            <a:r>
              <a:rPr lang="zh-CN" altLang="en-US"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、明确等保要求</a:t>
            </a:r>
            <a:r>
              <a:rPr lang="en-US" altLang="zh-CN"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  2</a:t>
            </a:r>
            <a:r>
              <a:rPr lang="zh-CN" altLang="en-US"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、明确安全运维运营模式</a:t>
            </a:r>
            <a:r>
              <a:rPr lang="en-US" altLang="zh-CN"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     3</a:t>
            </a:r>
            <a:r>
              <a:rPr lang="zh-CN" altLang="en-US"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rPr>
              <a:t>、对安全自检不满足的条款进行分析说明</a:t>
            </a:r>
            <a:endParaRPr lang="zh-CN" altLang="en-US" sz="1540" b="0" dirty="0">
              <a:solidFill>
                <a:prstClr val="black"/>
              </a:solidFill>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矩形 6"/>
          <p:cNvSpPr>
            <a:spLocks noChangeArrowheads="1"/>
          </p:cNvSpPr>
          <p:nvPr/>
        </p:nvSpPr>
        <p:spPr bwMode="auto">
          <a:xfrm>
            <a:off x="9185662" y="825122"/>
            <a:ext cx="1854507" cy="5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defTabSz="914400" fontAlgn="base">
              <a:lnSpc>
                <a:spcPct val="130000"/>
              </a:lnSpc>
              <a:spcBef>
                <a:spcPct val="0"/>
              </a:spcBef>
              <a:spcAft>
                <a:spcPct val="0"/>
              </a:spcAft>
              <a:buClrTx/>
              <a:buSzTx/>
              <a:buNone/>
            </a:pPr>
            <a:endParaRPr lang="en-US" altLang="zh-CN" sz="1200" b="0" i="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defTabSz="914400" fontAlgn="base">
              <a:lnSpc>
                <a:spcPct val="130000"/>
              </a:lnSpc>
              <a:spcBef>
                <a:spcPct val="0"/>
              </a:spcBef>
              <a:spcAft>
                <a:spcPct val="0"/>
              </a:spcAft>
              <a:buClrTx/>
              <a:buSzTx/>
              <a:buNone/>
            </a:pPr>
            <a:r>
              <a:rPr lang="zh-CN" altLang="en-US" sz="1200" b="0" i="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参考样例如下：</a:t>
            </a:r>
            <a:endParaRPr lang="zh-CN" altLang="en-US" sz="1200" b="0" i="1"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p:txBody>
      </p:sp>
      <p:graphicFrame>
        <p:nvGraphicFramePr>
          <p:cNvPr id="2" name="对象 1"/>
          <p:cNvGraphicFramePr>
            <a:graphicFrameLocks noChangeAspect="1"/>
          </p:cNvGraphicFramePr>
          <p:nvPr/>
        </p:nvGraphicFramePr>
        <p:xfrm>
          <a:off x="10868197" y="836396"/>
          <a:ext cx="914400" cy="787400"/>
        </p:xfrm>
        <a:graphic>
          <a:graphicData uri="http://schemas.openxmlformats.org/presentationml/2006/ole">
            <mc:AlternateContent xmlns:mc="http://schemas.openxmlformats.org/markup-compatibility/2006">
              <mc:Choice xmlns:v="urn:schemas-microsoft-com:vml" Requires="v">
                <p:oleObj spid="_x0000_s5366" name="工作表" showAsIcon="1" r:id="rId1" imgW="1371600" imgH="1181100" progId="Excel.Sheet.12">
                  <p:embed/>
                </p:oleObj>
              </mc:Choice>
              <mc:Fallback>
                <p:oleObj name="工作表" showAsIcon="1" r:id="rId1" imgW="1371600" imgH="1181100" progId="Excel.Sheet.12">
                  <p:embed/>
                  <p:pic>
                    <p:nvPicPr>
                      <p:cNvPr id="0" name="对象 1"/>
                      <p:cNvPicPr/>
                      <p:nvPr/>
                    </p:nvPicPr>
                    <p:blipFill>
                      <a:blip r:embed="rId2"/>
                      <a:stretch>
                        <a:fillRect/>
                      </a:stretch>
                    </p:blipFill>
                    <p:spPr>
                      <a:xfrm>
                        <a:off x="10868197" y="836396"/>
                        <a:ext cx="914400" cy="787400"/>
                      </a:xfrm>
                      <a:prstGeom prst="rect">
                        <a:avLst/>
                      </a:prstGeom>
                    </p:spPr>
                  </p:pic>
                </p:oleObj>
              </mc:Fallback>
            </mc:AlternateContent>
          </a:graphicData>
        </a:graphic>
      </p:graphicFrame>
      <p:sp>
        <p:nvSpPr>
          <p:cNvPr id="8" name="文本框 7"/>
          <p:cNvSpPr txBox="1"/>
          <p:nvPr/>
        </p:nvSpPr>
        <p:spPr>
          <a:xfrm>
            <a:off x="711200" y="3446318"/>
            <a:ext cx="7196666" cy="1414780"/>
          </a:xfrm>
          <a:prstGeom prst="rect">
            <a:avLst/>
          </a:prstGeom>
          <a:noFill/>
        </p:spPr>
        <p:txBody>
          <a:bodyPr wrap="square">
            <a:spAutoFit/>
          </a:bodyPr>
          <a:lstStyle/>
          <a:p>
            <a:pPr>
              <a:lnSpc>
                <a:spcPts val="3440"/>
              </a:lnSpc>
            </a:pPr>
            <a:r>
              <a:rPr lang="en-US" altLang="zh-CN" dirty="0">
                <a:latin typeface="微软雅黑" panose="020B0503020204020204" pitchFamily="34" charset="-122"/>
                <a:ea typeface="微软雅黑" panose="020B0503020204020204" pitchFamily="34" charset="-122"/>
              </a:rPr>
              <a:t> </a:t>
            </a:r>
            <a:r>
              <a:rPr lang="zh-CN" altLang="en-US" sz="1800" b="1" dirty="0">
                <a:solidFill>
                  <a:srgbClr val="FF0000"/>
                </a:solidFill>
                <a:latin typeface="微软雅黑" panose="020B0503020204020204" pitchFamily="34" charset="-122"/>
                <a:ea typeface="微软雅黑" panose="020B0503020204020204" pitchFamily="34" charset="-122"/>
              </a:rPr>
              <a:t>交付范围：</a:t>
            </a:r>
            <a:r>
              <a:rPr lang="zh-CN" altLang="en-US" dirty="0">
                <a:latin typeface="微软雅黑" panose="020B0503020204020204" pitchFamily="34" charset="-122"/>
                <a:ea typeface="微软雅黑" panose="020B0503020204020204" pitchFamily="34" charset="-122"/>
              </a:rPr>
              <a:t>本项目华为是</a:t>
            </a:r>
            <a:r>
              <a:rPr lang="zh-CN" altLang="en-US" i="1" dirty="0">
                <a:solidFill>
                  <a:srgbClr val="7030A0"/>
                </a:solidFill>
                <a:latin typeface="微软雅黑" panose="020B0503020204020204" pitchFamily="34" charset="-122"/>
                <a:ea typeface="微软雅黑" panose="020B0503020204020204" pitchFamily="34" charset="-122"/>
              </a:rPr>
              <a:t>被集成，提供平台层，不做集成。</a:t>
            </a:r>
            <a:endParaRPr lang="en-US" altLang="zh-CN" i="1" dirty="0">
              <a:solidFill>
                <a:srgbClr val="7030A0"/>
              </a:solidFill>
              <a:latin typeface="微软雅黑" panose="020B0503020204020204" pitchFamily="34" charset="-122"/>
              <a:ea typeface="微软雅黑" panose="020B0503020204020204" pitchFamily="34" charset="-122"/>
            </a:endParaRPr>
          </a:p>
          <a:p>
            <a:pPr>
              <a:lnSpc>
                <a:spcPts val="3440"/>
              </a:lnSpc>
            </a:pPr>
            <a:r>
              <a:rPr lang="en-US" altLang="zh-CN" dirty="0">
                <a:latin typeface="微软雅黑" panose="020B0503020204020204" pitchFamily="34" charset="-122"/>
                <a:ea typeface="微软雅黑" panose="020B0503020204020204" pitchFamily="34" charset="-122"/>
              </a:rPr>
              <a:t> </a:t>
            </a:r>
            <a:r>
              <a:rPr lang="zh-CN" altLang="en-US" sz="1800" b="1" dirty="0">
                <a:solidFill>
                  <a:srgbClr val="FF0000"/>
                </a:solidFill>
                <a:latin typeface="微软雅黑" panose="020B0503020204020204" pitchFamily="34" charset="-122"/>
                <a:ea typeface="微软雅黑" panose="020B0503020204020204" pitchFamily="34" charset="-122"/>
              </a:rPr>
              <a:t>安全要求：</a:t>
            </a:r>
            <a:r>
              <a:rPr lang="zh-CN" altLang="en-US" b="1" dirty="0">
                <a:solidFill>
                  <a:srgbClr val="FF0000"/>
                </a:solidFill>
                <a:latin typeface="微软雅黑" panose="020B0503020204020204" pitchFamily="34" charset="-122"/>
                <a:ea typeface="微软雅黑" panose="020B0503020204020204" pitchFamily="34" charset="-122"/>
                <a:sym typeface="+mn-ea"/>
              </a:rPr>
              <a:t>等保、密评由总集负责</a:t>
            </a:r>
            <a:r>
              <a:rPr lang="zh-CN" altLang="en-US" dirty="0">
                <a:solidFill>
                  <a:srgbClr val="7030A0"/>
                </a:solidFill>
                <a:latin typeface="微软雅黑" panose="020B0503020204020204" pitchFamily="34" charset="-122"/>
                <a:ea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endParaRPr>
          </a:p>
          <a:p>
            <a:pPr>
              <a:lnSpc>
                <a:spcPts val="3440"/>
              </a:lnSpc>
            </a:pPr>
            <a:r>
              <a:rPr lang="en-US" altLang="zh-CN" sz="1800" b="1" dirty="0">
                <a:solidFill>
                  <a:srgbClr val="FF0000"/>
                </a:solidFill>
                <a:latin typeface="微软雅黑" panose="020B0503020204020204" pitchFamily="34" charset="-122"/>
                <a:ea typeface="微软雅黑" panose="020B0503020204020204" pitchFamily="34" charset="-122"/>
              </a:rPr>
              <a:t> ISV</a:t>
            </a:r>
            <a:r>
              <a:rPr lang="zh-CN" altLang="en-US" sz="1800" b="1" dirty="0">
                <a:solidFill>
                  <a:srgbClr val="FF0000"/>
                </a:solidFill>
                <a:latin typeface="微软雅黑" panose="020B0503020204020204" pitchFamily="34" charset="-122"/>
                <a:ea typeface="微软雅黑" panose="020B0503020204020204" pitchFamily="34" charset="-122"/>
              </a:rPr>
              <a:t>安全：</a:t>
            </a:r>
            <a:r>
              <a:rPr lang="zh-CN" altLang="en-US" b="1" dirty="0">
                <a:latin typeface="微软雅黑" panose="020B0503020204020204" pitchFamily="34" charset="-122"/>
                <a:ea typeface="微软雅黑" panose="020B0503020204020204" pitchFamily="34" charset="-122"/>
              </a:rPr>
              <a:t>不涉及</a:t>
            </a:r>
            <a:r>
              <a:rPr lang="zh-CN" altLang="en-US" dirty="0">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a:spLocks noGrp="1"/>
          </p:cNvSpPr>
          <p:nvPr>
            <p:ph type="title" idx="4294967295"/>
          </p:nvPr>
        </p:nvSpPr>
        <p:spPr>
          <a:xfrm>
            <a:off x="0" y="195263"/>
            <a:ext cx="8064500" cy="4286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集成验证等</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内容占位符 2"/>
          <p:cNvSpPr>
            <a:spLocks noGrp="1"/>
          </p:cNvSpPr>
          <p:nvPr>
            <p:ph idx="4294967295"/>
          </p:nvPr>
        </p:nvSpPr>
        <p:spPr>
          <a:xfrm>
            <a:off x="0" y="641350"/>
            <a:ext cx="11760200" cy="977900"/>
          </a:xfrm>
          <a:prstGeom prst="rect">
            <a:avLst/>
          </a:prstGeom>
        </p:spPr>
        <p:txBody>
          <a:bodyPr/>
          <a:lstStyle/>
          <a:p>
            <a:pPr marL="0" indent="0" eaLnBrk="1" hangingPunct="1">
              <a:lnSpc>
                <a:spcPct val="130000"/>
              </a:lnSpc>
              <a:buNone/>
              <a:defRPr/>
            </a:pPr>
            <a:r>
              <a:rPr lang="zh-CN" altLang="en-US" sz="154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endParaRPr lang="en-US" altLang="zh-CN" sz="154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indent="0" eaLnBrk="1" hangingPunct="1">
              <a:lnSpc>
                <a:spcPct val="130000"/>
              </a:lnSpc>
              <a:buNone/>
              <a:defRPr/>
            </a:pPr>
            <a:r>
              <a:rPr lang="en-US" altLang="zh-CN"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1.</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解决方案涉及的产品（包括自研或合作或第三方），若</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首次应用</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，需考虑集成验证方案、范围、计划和成本</a:t>
            </a:r>
            <a:endParaRPr lang="en-US" altLang="zh-CN" sz="1200" kern="1200" dirty="0">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indent="0" eaLnBrk="1" hangingPunct="1">
              <a:lnSpc>
                <a:spcPct val="130000"/>
              </a:lnSpc>
              <a:buNone/>
              <a:defRPr/>
            </a:pPr>
            <a:r>
              <a:rPr lang="en-US" altLang="zh-CN"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2.</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第三方产品的</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兼容性集成验证</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测试，推荐由第三方做兼容性责任主体，如由华为来做兼容性测试责任主体，需提前评估兼容性测试成本</a:t>
            </a:r>
            <a:endPar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矩形 6"/>
          <p:cNvSpPr/>
          <p:nvPr/>
        </p:nvSpPr>
        <p:spPr>
          <a:xfrm>
            <a:off x="165895" y="1705215"/>
            <a:ext cx="4248279" cy="775725"/>
          </a:xfrm>
          <a:prstGeom prst="rect">
            <a:avLst/>
          </a:prstGeom>
        </p:spPr>
        <p:txBody>
          <a:bodyPr wrap="none">
            <a:spAutoFit/>
          </a:bodyPr>
          <a:lstStyle/>
          <a:p>
            <a:pPr defTabSz="914400" fontAlgn="base">
              <a:lnSpc>
                <a:spcPct val="150000"/>
              </a:lnSpc>
              <a:spcBef>
                <a:spcPct val="0"/>
              </a:spcBef>
              <a:spcAft>
                <a:spcPct val="0"/>
              </a:spcAft>
              <a:defRPr/>
            </a:pPr>
            <a:r>
              <a:rPr lang="zh-CN" altLang="en-US"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集成验证责任主体：</a:t>
            </a:r>
            <a:endParaRPr lang="en-US" altLang="zh-CN"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明确集成验证的责任主体是谁：华为还是伙伴</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165894" y="2522875"/>
            <a:ext cx="7172156" cy="775725"/>
          </a:xfrm>
          <a:prstGeom prst="rect">
            <a:avLst/>
          </a:prstGeom>
        </p:spPr>
        <p:txBody>
          <a:bodyPr wrap="none">
            <a:spAutoFit/>
          </a:bodyPr>
          <a:lstStyle/>
          <a:p>
            <a:pPr defTabSz="914400" fontAlgn="base">
              <a:lnSpc>
                <a:spcPct val="150000"/>
              </a:lnSpc>
              <a:spcBef>
                <a:spcPct val="0"/>
              </a:spcBef>
              <a:spcAft>
                <a:spcPct val="0"/>
              </a:spcAft>
              <a:defRPr/>
            </a:pPr>
            <a:r>
              <a:rPr lang="zh-CN" altLang="en-US"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集成验证范围：</a:t>
            </a:r>
            <a:endParaRPr lang="en-US" altLang="zh-CN" sz="16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列举集成验证活动所涉及到的干系方，如厂家暂不确定，可以预留空白或者填写意向厂商</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828096" y="3971636"/>
            <a:ext cx="7172156" cy="615553"/>
          </a:xfrm>
          <a:prstGeom prst="rect">
            <a:avLst/>
          </a:prstGeom>
          <a:noFill/>
        </p:spPr>
        <p:txBody>
          <a:bodyPr wrap="square" lIns="0" tIns="0" rIns="0" bIns="0" rtlCol="0">
            <a:spAutoFit/>
          </a:bodyPr>
          <a:lstStyle/>
          <a:p>
            <a:pPr algn="l"/>
            <a:r>
              <a:rPr kumimoji="1" lang="zh-CN" altLang="en-US" sz="4000" dirty="0">
                <a:solidFill>
                  <a:srgbClr val="000000"/>
                </a:solidFill>
                <a:latin typeface="微软雅黑" panose="020B0503020204020204" pitchFamily="34" charset="-122"/>
                <a:ea typeface="微软雅黑" panose="020B0503020204020204" pitchFamily="34" charset="-122"/>
              </a:rPr>
              <a:t>不涉及</a:t>
            </a:r>
            <a:endParaRPr kumimoji="1" lang="zh-CN" altLang="en-US" sz="40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2"/>
          <p:cNvSpPr>
            <a:spLocks noGrp="1"/>
          </p:cNvSpPr>
          <p:nvPr>
            <p:ph type="title" idx="4294967295"/>
          </p:nvPr>
        </p:nvSpPr>
        <p:spPr>
          <a:xfrm>
            <a:off x="0" y="185738"/>
            <a:ext cx="7632700" cy="436562"/>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项目交付策略</a:t>
            </a:r>
            <a:endParaRPr lang="zh-CN" altLang="en-US" sz="2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内容占位符 2"/>
          <p:cNvSpPr>
            <a:spLocks noGrp="1"/>
          </p:cNvSpPr>
          <p:nvPr>
            <p:ph idx="4294967295"/>
          </p:nvPr>
        </p:nvSpPr>
        <p:spPr>
          <a:xfrm>
            <a:off x="241300" y="681038"/>
            <a:ext cx="11955463" cy="776287"/>
          </a:xfrm>
          <a:prstGeom prst="rect">
            <a:avLst/>
          </a:prstGeom>
        </p:spPr>
        <p:txBody>
          <a:bodyPr/>
          <a:lstStyle/>
          <a:p>
            <a:pPr marL="0" indent="0" eaLnBrk="1" hangingPunct="1">
              <a:lnSpc>
                <a:spcPct val="130000"/>
              </a:lnSpc>
              <a:buNone/>
              <a:defRPr/>
            </a:pPr>
            <a:r>
              <a:rPr lang="zh-CN" altLang="en-US" sz="1540" b="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根据</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项目背景</a:t>
            </a:r>
            <a:r>
              <a:rPr lang="zh-CN" altLang="en-US" sz="1540" kern="1200" dirty="0">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项目级别</a:t>
            </a:r>
            <a:r>
              <a:rPr lang="zh-CN" altLang="en-US" sz="1540" kern="1200" dirty="0">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项目对客户及我司的市场意义</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、项目所在区域等，说明</a:t>
            </a:r>
            <a:r>
              <a:rPr lang="zh-CN" altLang="en-US" sz="1400" b="1" i="1" kern="1200" dirty="0">
                <a:solidFill>
                  <a:srgbClr val="C00000"/>
                </a:solidFill>
                <a:latin typeface="微软雅黑" panose="020B0503020204020204" pitchFamily="34" charset="-122"/>
                <a:ea typeface="微软雅黑" panose="020B0503020204020204" pitchFamily="34" charset="-122"/>
                <a:cs typeface="+mn-cs"/>
                <a:sym typeface="微软雅黑" panose="020B0503020204020204" pitchFamily="34" charset="-122"/>
              </a:rPr>
              <a:t>项目的定位</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（如增长、竞争、经营、战略性型项目），简要说明项目交付策略（如工程实施策略、物料采购</a:t>
            </a:r>
            <a:r>
              <a:rPr lang="en-US" altLang="zh-CN"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a:t>
            </a:r>
            <a:r>
              <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rPr>
              <a:t>供应策略、分包服务采购策略、竞争策略、客户沟通策略、项目各模块交付优先级等） </a:t>
            </a:r>
            <a:endParaRPr lang="zh-CN" altLang="en-US" sz="1200" kern="1200" dirty="0">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矩形 7"/>
          <p:cNvSpPr/>
          <p:nvPr/>
        </p:nvSpPr>
        <p:spPr>
          <a:xfrm>
            <a:off x="193210" y="1670355"/>
            <a:ext cx="11810341" cy="4240713"/>
          </a:xfrm>
          <a:prstGeom prst="rect">
            <a:avLst/>
          </a:prstGeom>
        </p:spPr>
        <p:txBody>
          <a:bodyPr wrap="square">
            <a:spAutoFit/>
          </a:bodyPr>
          <a:lstStyle/>
          <a:p>
            <a:pPr marL="294005" marR="0" lvl="0" indent="-294005" algn="l" defTabSz="914400" rtl="0" eaLnBrk="1" fontAlgn="auto" latinLnBrk="0" hangingPunct="1">
              <a:lnSpc>
                <a:spcPct val="130000"/>
              </a:lnSpc>
              <a:spcBef>
                <a:spcPts val="0"/>
              </a:spcBef>
              <a:spcAft>
                <a:spcPts val="0"/>
              </a:spcAft>
              <a:buClrTx/>
              <a:buSzTx/>
              <a:buFontTx/>
              <a:buNone/>
              <a:defRPr/>
            </a:pPr>
            <a:r>
              <a:rPr kumimoji="0" lang="zh-CN" altLang="en-US"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一、需求来源（</a:t>
            </a:r>
            <a:r>
              <a:rPr kumimoji="0" lang="zh-CN" altLang="en-US" sz="1000" b="1" i="0" u="none" strike="noStrike" kern="1200" cap="none" spc="0" normalizeH="0" baseline="0" noProof="0" dirty="0">
                <a:ln>
                  <a:noFill/>
                </a:ln>
                <a:solidFill>
                  <a:srgbClr val="1D1D1A"/>
                </a:solidFill>
                <a:effectLst/>
                <a:uLnTx/>
                <a:uFillTx/>
                <a:latin typeface="华文细黑" panose="02010600040101010101" pitchFamily="2" charset="-122"/>
                <a:ea typeface="华文细黑" panose="02010600040101010101" pitchFamily="2" charset="-122"/>
                <a:cs typeface="+mn-cs"/>
                <a:sym typeface="Wingdings" panose="05000000000000000000" pitchFamily="2" charset="2"/>
              </a:rPr>
              <a:t>▉</a:t>
            </a:r>
            <a:r>
              <a:rPr kumimoji="0" lang="zh-CN" altLang="en-US"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标书， □合同， </a:t>
            </a:r>
            <a:r>
              <a:rPr kumimoji="0" lang="zh-CN" altLang="en-US" sz="1000" b="1" i="0" u="none" strike="noStrike" kern="1200" cap="none" spc="0" normalizeH="0" baseline="0" noProof="0" dirty="0">
                <a:ln>
                  <a:noFill/>
                </a:ln>
                <a:solidFill>
                  <a:srgbClr val="1D1D1A"/>
                </a:solidFill>
                <a:effectLst/>
                <a:uLnTx/>
                <a:uFillTx/>
                <a:latin typeface="华文细黑" panose="02010600040101010101" pitchFamily="2" charset="-122"/>
                <a:ea typeface="华文细黑" panose="02010600040101010101" pitchFamily="2" charset="-122"/>
                <a:cs typeface="+mn-cs"/>
                <a:sym typeface="Wingdings" panose="05000000000000000000" pitchFamily="2" charset="2"/>
              </a:rPr>
              <a:t>▉</a:t>
            </a:r>
            <a:r>
              <a:rPr kumimoji="0" lang="zh-CN" altLang="en-US"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我司假设， </a:t>
            </a:r>
            <a:r>
              <a:rPr kumimoji="0" lang="zh-CN" altLang="en-US" sz="1000" b="1" i="0" u="none" strike="noStrike" kern="1200" cap="none" spc="0" normalizeH="0" baseline="0" noProof="0" dirty="0">
                <a:ln>
                  <a:noFill/>
                </a:ln>
                <a:solidFill>
                  <a:srgbClr val="1D1D1A"/>
                </a:solidFill>
                <a:effectLst/>
                <a:uLnTx/>
                <a:uFillTx/>
                <a:latin typeface="华文细黑" panose="02010600040101010101" pitchFamily="2" charset="-122"/>
                <a:ea typeface="华文细黑" panose="02010600040101010101" pitchFamily="2" charset="-122"/>
                <a:cs typeface="+mn-cs"/>
                <a:sym typeface="Wingdings" panose="05000000000000000000" pitchFamily="2" charset="2"/>
              </a:rPr>
              <a:t>▉</a:t>
            </a:r>
            <a:r>
              <a:rPr kumimoji="0" lang="zh-CN" altLang="en-US"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其他）：</a:t>
            </a:r>
            <a:endParaRPr kumimoji="0" lang="en-US" altLang="zh-CN"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294005" marR="0" lvl="0" indent="-294005"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根据初设方案、招标文件、交流纪要及决策汇报材料等，主要明确了项目模式通路、交付内容、边界、责任分工、物料采购</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供应策略、分包服务策略、实施策略等内容。</a:t>
            </a:r>
            <a:endParaRPr kumimoji="0" lang="en-US" altLang="zh-CN" sz="1200" b="0" i="0" u="none" strike="noStrike" kern="120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294005" marR="0" lvl="0" indent="-294005" algn="l" defTabSz="914400" rtl="0" eaLnBrk="1" fontAlgn="auto" latinLnBrk="0" hangingPunct="1">
              <a:lnSpc>
                <a:spcPct val="130000"/>
              </a:lnSpc>
              <a:spcBef>
                <a:spcPts val="0"/>
              </a:spcBef>
              <a:spcAft>
                <a:spcPts val="0"/>
              </a:spcAft>
              <a:buClrTx/>
              <a:buSzTx/>
              <a:buFontTx/>
              <a:buNone/>
              <a:defRPr/>
            </a:pPr>
            <a:r>
              <a:rPr kumimoji="0" lang="zh-CN" altLang="en-US"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二、项目交付策略</a:t>
            </a:r>
            <a:endParaRPr kumimoji="0" lang="en-US" altLang="zh-CN" sz="154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工程实施策略：</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742315"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项目采用现场交付，由业主单位、提供集中办公模式；</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742315"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项目配置分解为华为自有供货交付；</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2.    </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客户沟通策略：</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建立高中低三层立体式组织型定期沟通矩阵，高层月度现场汇报，中低层双周现场汇报，根据需要随时沟通交流，</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紧急事宜现场沟通；不定期向联合专班</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市府高层汇报项目整体情况和求助。</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3.    </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技术资源获取和团队工作策略：</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742315"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组建三方联合交付项目组；</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742315"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建立</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TMO</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，对技术方案及实施进行总体把控和推动；</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742315"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关键资源获取，现场组建</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ITA</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团队、实施团队、集成测试团队，全面把控交付进度和质量等。</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a:p>
            <a:pPr marL="0" marR="0" lvl="0" indent="0" algn="l" defTabSz="914400" rtl="0" eaLnBrk="0" fontAlgn="auto" latinLnBrk="0" hangingPunct="0">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80604020202020204" pitchFamily="34" charset="0"/>
              </a:rPr>
              <a:t>4.    </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80604020202020204" pitchFamily="34" charset="0"/>
              </a:rPr>
              <a:t>流程策略：</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itchFamily="2" charset="-122"/>
            </a:endParaRPr>
          </a:p>
          <a:p>
            <a:pPr marL="742315" marR="0" lvl="1" indent="-285750" algn="l" defTabSz="914400" rtl="0" eaLnBrk="0" fontAlgn="auto" latinLnBrk="0" hangingPunct="0">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客户现场工作严格按照客户工作流程和工作质量要求；</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315" marR="0" lvl="1" indent="-285750" algn="l" defTabSz="914400" rtl="0" eaLnBrk="0" fontAlgn="auto" latinLnBrk="0" hangingPunct="0">
              <a:lnSpc>
                <a:spcPct val="150000"/>
              </a:lnSpc>
              <a:spcBef>
                <a:spcPts val="0"/>
              </a:spcBef>
              <a:spcAft>
                <a:spcPts val="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遵守双方的网络安全和隐私保护等规范制度。</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标题 1"/>
          <p:cNvSpPr txBox="1"/>
          <p:nvPr/>
        </p:nvSpPr>
        <p:spPr>
          <a:xfrm>
            <a:off x="137570" y="160614"/>
            <a:ext cx="11921305" cy="368935"/>
          </a:xfrm>
          <a:prstGeom prst="rect">
            <a:avLst/>
          </a:prstGeom>
          <a:noFill/>
        </p:spPr>
        <p:txBody>
          <a:bodyPr wrap="square" lIns="0" tIns="0" rIns="0" bIns="0" rtlCol="0" anchor="t">
            <a:spAutoFit/>
          </a:bodyPr>
          <a:lstStyle>
            <a:defPPr>
              <a:defRPr lang="en-US"/>
            </a:defPPr>
            <a:lvl1pPr indent="0" defTabSz="1186815">
              <a:lnSpc>
                <a:spcPct val="100000"/>
              </a:lnSpc>
              <a:spcBef>
                <a:spcPct val="0"/>
              </a:spcBef>
              <a:buFontTx/>
              <a:buNone/>
              <a:defRPr kumimoji="1" sz="2400" b="1" baseline="0">
                <a:solidFill>
                  <a:srgbClr val="C00000"/>
                </a:solidFill>
                <a:latin typeface="微软雅黑" panose="020B0503020204020204" pitchFamily="34" charset="-122"/>
                <a:ea typeface="微软雅黑" panose="020B0503020204020204" pitchFamily="34" charset="-122"/>
              </a:defRPr>
            </a:lvl1pPr>
            <a:lvl2pPr marL="593725" indent="0" algn="ctr" defTabSz="1188085">
              <a:lnSpc>
                <a:spcPct val="90000"/>
              </a:lnSpc>
              <a:spcBef>
                <a:spcPts val="650"/>
              </a:spcBef>
              <a:buFont typeface="Arial" panose="02080604020202020204" pitchFamily="34" charset="0"/>
              <a:buNone/>
              <a:defRPr sz="2600"/>
            </a:lvl2pPr>
            <a:lvl3pPr marL="1188085" indent="0" algn="ctr" defTabSz="1188085">
              <a:lnSpc>
                <a:spcPct val="90000"/>
              </a:lnSpc>
              <a:spcBef>
                <a:spcPts val="650"/>
              </a:spcBef>
              <a:buFont typeface="Arial" panose="02080604020202020204" pitchFamily="34" charset="0"/>
              <a:buNone/>
              <a:defRPr sz="2340"/>
            </a:lvl3pPr>
            <a:lvl4pPr marL="1781810" indent="0" algn="ctr" defTabSz="1188085">
              <a:lnSpc>
                <a:spcPct val="90000"/>
              </a:lnSpc>
              <a:spcBef>
                <a:spcPts val="650"/>
              </a:spcBef>
              <a:buFont typeface="Arial" panose="02080604020202020204" pitchFamily="34" charset="0"/>
              <a:buNone/>
              <a:defRPr sz="2080"/>
            </a:lvl4pPr>
            <a:lvl5pPr marL="2375535" indent="0" algn="ctr" defTabSz="1188085">
              <a:lnSpc>
                <a:spcPct val="90000"/>
              </a:lnSpc>
              <a:spcBef>
                <a:spcPts val="650"/>
              </a:spcBef>
              <a:buFont typeface="Arial" panose="02080604020202020204" pitchFamily="34" charset="0"/>
              <a:buNone/>
              <a:defRPr sz="2080"/>
            </a:lvl5pPr>
            <a:lvl6pPr marL="2969260" indent="0" algn="ctr" defTabSz="1188085">
              <a:lnSpc>
                <a:spcPct val="90000"/>
              </a:lnSpc>
              <a:spcBef>
                <a:spcPts val="650"/>
              </a:spcBef>
              <a:buFont typeface="Arial" panose="02080604020202020204" pitchFamily="34" charset="0"/>
              <a:buNone/>
              <a:defRPr sz="2080"/>
            </a:lvl6pPr>
            <a:lvl7pPr marL="3563620" indent="0" algn="ctr" defTabSz="1188085">
              <a:lnSpc>
                <a:spcPct val="90000"/>
              </a:lnSpc>
              <a:spcBef>
                <a:spcPts val="650"/>
              </a:spcBef>
              <a:buFont typeface="Arial" panose="02080604020202020204" pitchFamily="34" charset="0"/>
              <a:buNone/>
              <a:defRPr sz="2080"/>
            </a:lvl7pPr>
            <a:lvl8pPr marL="4157345" indent="0" algn="ctr" defTabSz="1188085">
              <a:lnSpc>
                <a:spcPct val="90000"/>
              </a:lnSpc>
              <a:spcBef>
                <a:spcPts val="650"/>
              </a:spcBef>
              <a:buFont typeface="Arial" panose="02080604020202020204" pitchFamily="34" charset="0"/>
              <a:buNone/>
              <a:defRPr sz="2080"/>
            </a:lvl8pPr>
            <a:lvl9pPr marL="4751070" indent="0" algn="ctr" defTabSz="1188085">
              <a:lnSpc>
                <a:spcPct val="90000"/>
              </a:lnSpc>
              <a:spcBef>
                <a:spcPts val="650"/>
              </a:spcBef>
              <a:buFont typeface="Arial" panose="02080604020202020204" pitchFamily="34" charset="0"/>
              <a:buNone/>
              <a:defRPr sz="2080"/>
            </a:lvl9p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itchFamily="2" charset="-122"/>
              </a:rPr>
              <a:t>首</a:t>
            </a:r>
            <a:r>
              <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itchFamily="2" charset="-122"/>
              </a:rPr>
              <a:t>512</a:t>
            </a: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itchFamily="2" charset="-122"/>
              </a:rPr>
              <a:t>卡集成实施计划</a:t>
            </a:r>
            <a:endPar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0" name="箭头: 右 99"/>
          <p:cNvSpPr/>
          <p:nvPr/>
        </p:nvSpPr>
        <p:spPr>
          <a:xfrm>
            <a:off x="702050" y="2118004"/>
            <a:ext cx="11327243" cy="117870"/>
          </a:xfrm>
          <a:prstGeom prst="rightArrow">
            <a:avLst/>
          </a:prstGeom>
          <a:solidFill>
            <a:srgbClr val="4F81BD">
              <a:lumMod val="60000"/>
              <a:lumOff val="40000"/>
            </a:srgbClr>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a:cs typeface="+mn-cs"/>
            </a:endParaRPr>
          </a:p>
        </p:txBody>
      </p:sp>
      <p:grpSp>
        <p:nvGrpSpPr>
          <p:cNvPr id="136" name="组合 135"/>
          <p:cNvGrpSpPr/>
          <p:nvPr/>
        </p:nvGrpSpPr>
        <p:grpSpPr>
          <a:xfrm>
            <a:off x="3260002" y="1813793"/>
            <a:ext cx="1154808" cy="1147165"/>
            <a:chOff x="1400909" y="1044301"/>
            <a:chExt cx="1154808" cy="1147165"/>
          </a:xfrm>
        </p:grpSpPr>
        <p:sp>
          <p:nvSpPr>
            <p:cNvPr id="137" name="椭圆 136"/>
            <p:cNvSpPr/>
            <p:nvPr/>
          </p:nvSpPr>
          <p:spPr>
            <a:xfrm>
              <a:off x="194183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38" name="Text Box 171"/>
            <p:cNvSpPr txBox="1">
              <a:spLocks noChangeArrowheads="1"/>
            </p:cNvSpPr>
            <p:nvPr/>
          </p:nvSpPr>
          <p:spPr bwMode="auto">
            <a:xfrm>
              <a:off x="1400909" y="1505031"/>
              <a:ext cx="1154808" cy="686435"/>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a:cs typeface="+mn-cs"/>
                </a:rPr>
                <a:t>机房进场施工</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科投立项评审</a:t>
              </a:r>
              <a:endParaRPr kumimoji="0" lang="en-US" altLang="zh-CN"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ZJ</a:t>
              </a:r>
              <a:r>
                <a:rPr kumimoji="0" lang="zh-CN" altLang="en-US"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与</a:t>
              </a:r>
              <a:r>
                <a:rPr kumimoji="0" lang="en-US" altLang="zh-CN"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KT</a:t>
              </a:r>
              <a:r>
                <a:rPr kumimoji="0" lang="zh-CN" altLang="en-US"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明确意向</a:t>
              </a:r>
              <a:endParaRPr kumimoji="0" lang="en-US" altLang="zh-CN" sz="1000" b="0"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rPr>
                <a:t>依赖：整体方案</a:t>
              </a:r>
              <a:endParaRPr kumimoji="0" lang="en-US" altLang="zh-CN" sz="1000" b="1" i="0" u="none" strike="noStrike" kern="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a:cs typeface="+mn-cs"/>
              </a:endParaRPr>
            </a:p>
          </p:txBody>
        </p:sp>
        <p:sp>
          <p:nvSpPr>
            <p:cNvPr id="139" name="Text Box 171"/>
            <p:cNvSpPr txBox="1">
              <a:spLocks noChangeArrowheads="1"/>
            </p:cNvSpPr>
            <p:nvPr/>
          </p:nvSpPr>
          <p:spPr bwMode="auto">
            <a:xfrm>
              <a:off x="1665897" y="1044301"/>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000000"/>
                  </a:solidFill>
                  <a:latin typeface="微软雅黑" panose="020B0503020204020204" pitchFamily="34" charset="-122"/>
                  <a:ea typeface="微软雅黑"/>
                </a:rPr>
                <a:t>7</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25</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grpSp>
        <p:nvGrpSpPr>
          <p:cNvPr id="140" name="组合 139"/>
          <p:cNvGrpSpPr/>
          <p:nvPr/>
        </p:nvGrpSpPr>
        <p:grpSpPr>
          <a:xfrm>
            <a:off x="5259168" y="1812290"/>
            <a:ext cx="701723" cy="435552"/>
            <a:chOff x="1830680" y="1049926"/>
            <a:chExt cx="701723" cy="435552"/>
          </a:xfrm>
        </p:grpSpPr>
        <p:sp>
          <p:nvSpPr>
            <p:cNvPr id="141" name="椭圆 140"/>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43"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lang="en-US" altLang="zh-CN" sz="1000" b="1" kern="0" dirty="0">
                  <a:solidFill>
                    <a:srgbClr val="000000"/>
                  </a:solidFill>
                  <a:latin typeface="微软雅黑" panose="020B0503020204020204" pitchFamily="34" charset="-122"/>
                  <a:ea typeface="微软雅黑"/>
                </a:rPr>
                <a:t>5</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115" name="箭头: 右 114"/>
          <p:cNvSpPr/>
          <p:nvPr/>
        </p:nvSpPr>
        <p:spPr>
          <a:xfrm>
            <a:off x="676756" y="5110982"/>
            <a:ext cx="11327243" cy="117870"/>
          </a:xfrm>
          <a:prstGeom prst="rightArrow">
            <a:avLst/>
          </a:prstGeom>
          <a:solidFill>
            <a:srgbClr val="4F81BD">
              <a:lumMod val="60000"/>
              <a:lumOff val="40000"/>
            </a:srgbClr>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grpSp>
        <p:nvGrpSpPr>
          <p:cNvPr id="123" name="组合 122"/>
          <p:cNvGrpSpPr/>
          <p:nvPr/>
        </p:nvGrpSpPr>
        <p:grpSpPr>
          <a:xfrm>
            <a:off x="9013149" y="4896825"/>
            <a:ext cx="1318157" cy="727927"/>
            <a:chOff x="910201" y="1134452"/>
            <a:chExt cx="1318157" cy="727927"/>
          </a:xfrm>
        </p:grpSpPr>
        <p:sp>
          <p:nvSpPr>
            <p:cNvPr id="124" name="椭圆 123"/>
            <p:cNvSpPr/>
            <p:nvPr/>
          </p:nvSpPr>
          <p:spPr>
            <a:xfrm>
              <a:off x="146939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25" name="Text Box 171"/>
            <p:cNvSpPr txBox="1">
              <a:spLocks noChangeArrowheads="1"/>
            </p:cNvSpPr>
            <p:nvPr/>
          </p:nvSpPr>
          <p:spPr bwMode="auto">
            <a:xfrm>
              <a:off x="910201" y="1483919"/>
              <a:ext cx="1318157"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a:rPr>
                <a:t>超节点集群内测试</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依赖：确认验收标准</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126" name="Text Box 171"/>
            <p:cNvSpPr txBox="1">
              <a:spLocks noChangeArrowheads="1"/>
            </p:cNvSpPr>
            <p:nvPr/>
          </p:nvSpPr>
          <p:spPr bwMode="auto">
            <a:xfrm>
              <a:off x="1236669" y="1134452"/>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kern="0" dirty="0">
                  <a:solidFill>
                    <a:srgbClr val="000000"/>
                  </a:solidFill>
                  <a:latin typeface="微软雅黑" panose="020B0503020204020204" pitchFamily="34" charset="-122"/>
                  <a:ea typeface="微软雅黑"/>
                </a:rPr>
                <a:t>9</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30</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grpSp>
        <p:nvGrpSpPr>
          <p:cNvPr id="132" name="组合 131"/>
          <p:cNvGrpSpPr/>
          <p:nvPr/>
        </p:nvGrpSpPr>
        <p:grpSpPr>
          <a:xfrm>
            <a:off x="931101" y="4910804"/>
            <a:ext cx="1318157" cy="574257"/>
            <a:chOff x="1382641" y="1134452"/>
            <a:chExt cx="1318157" cy="574257"/>
          </a:xfrm>
        </p:grpSpPr>
        <p:sp>
          <p:nvSpPr>
            <p:cNvPr id="133" name="椭圆 132"/>
            <p:cNvSpPr/>
            <p:nvPr/>
          </p:nvSpPr>
          <p:spPr>
            <a:xfrm>
              <a:off x="194183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34" name="Text Box 171"/>
            <p:cNvSpPr txBox="1">
              <a:spLocks noChangeArrowheads="1"/>
            </p:cNvSpPr>
            <p:nvPr/>
          </p:nvSpPr>
          <p:spPr bwMode="auto">
            <a:xfrm>
              <a:off x="1382641" y="1483919"/>
              <a:ext cx="1318157"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方案初稿</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135" name="Text Box 171"/>
            <p:cNvSpPr txBox="1">
              <a:spLocks noChangeArrowheads="1"/>
            </p:cNvSpPr>
            <p:nvPr/>
          </p:nvSpPr>
          <p:spPr bwMode="auto">
            <a:xfrm>
              <a:off x="1709109" y="1134452"/>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6</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18</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endParaRPr>
            </a:p>
          </p:txBody>
        </p:sp>
      </p:grpSp>
      <p:sp>
        <p:nvSpPr>
          <p:cNvPr id="161" name="Text Box 171"/>
          <p:cNvSpPr txBox="1">
            <a:spLocks noChangeArrowheads="1"/>
          </p:cNvSpPr>
          <p:nvPr/>
        </p:nvSpPr>
        <p:spPr bwMode="auto">
          <a:xfrm>
            <a:off x="8253336" y="5037731"/>
            <a:ext cx="1290577"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软调</a:t>
            </a: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压测</a:t>
            </a: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集群测试</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96" name="箭头: 右 95"/>
          <p:cNvSpPr/>
          <p:nvPr/>
        </p:nvSpPr>
        <p:spPr>
          <a:xfrm>
            <a:off x="750507" y="3778927"/>
            <a:ext cx="11327243" cy="117870"/>
          </a:xfrm>
          <a:prstGeom prst="rightArrow">
            <a:avLst/>
          </a:prstGeom>
          <a:solidFill>
            <a:srgbClr val="4F81BD">
              <a:lumMod val="60000"/>
              <a:lumOff val="40000"/>
            </a:srgbClr>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95" name="矩形 94"/>
          <p:cNvSpPr/>
          <p:nvPr/>
        </p:nvSpPr>
        <p:spPr>
          <a:xfrm>
            <a:off x="813985" y="3695625"/>
            <a:ext cx="511735" cy="275590"/>
          </a:xfrm>
          <a:prstGeom prst="rect">
            <a:avLst/>
          </a:prstGeom>
          <a:solidFill>
            <a:srgbClr val="C00000"/>
          </a:solidFill>
        </p:spPr>
        <p:txBody>
          <a:bodyPr wrap="square">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ea"/>
              </a:rPr>
              <a:t>ZJ</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ea"/>
            </a:endParaRPr>
          </a:p>
        </p:txBody>
      </p:sp>
      <p:grpSp>
        <p:nvGrpSpPr>
          <p:cNvPr id="127" name="组合 126"/>
          <p:cNvGrpSpPr/>
          <p:nvPr/>
        </p:nvGrpSpPr>
        <p:grpSpPr>
          <a:xfrm>
            <a:off x="1113542" y="3560753"/>
            <a:ext cx="1318157" cy="574257"/>
            <a:chOff x="1382641" y="1134452"/>
            <a:chExt cx="1318157" cy="574257"/>
          </a:xfrm>
        </p:grpSpPr>
        <p:sp>
          <p:nvSpPr>
            <p:cNvPr id="128" name="椭圆 127"/>
            <p:cNvSpPr/>
            <p:nvPr/>
          </p:nvSpPr>
          <p:spPr>
            <a:xfrm>
              <a:off x="194183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29" name="Text Box 171"/>
            <p:cNvSpPr txBox="1">
              <a:spLocks noChangeArrowheads="1"/>
            </p:cNvSpPr>
            <p:nvPr/>
          </p:nvSpPr>
          <p:spPr bwMode="auto">
            <a:xfrm>
              <a:off x="1382641" y="1483919"/>
              <a:ext cx="1318157"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方案锁定</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130" name="Text Box 171"/>
            <p:cNvSpPr txBox="1">
              <a:spLocks noChangeArrowheads="1"/>
            </p:cNvSpPr>
            <p:nvPr/>
          </p:nvSpPr>
          <p:spPr bwMode="auto">
            <a:xfrm>
              <a:off x="1709109" y="1134452"/>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000000"/>
                  </a:solidFill>
                  <a:latin typeface="微软雅黑" panose="020B0503020204020204" pitchFamily="34" charset="-122"/>
                  <a:ea typeface="微软雅黑"/>
                </a:rPr>
                <a:t>7</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lang="en-US" altLang="zh-CN" sz="1000" b="1" kern="0" dirty="0">
                  <a:solidFill>
                    <a:srgbClr val="000000"/>
                  </a:solidFill>
                  <a:latin typeface="微软雅黑" panose="020B0503020204020204" pitchFamily="34" charset="-122"/>
                  <a:ea typeface="微软雅黑"/>
                </a:rPr>
                <a:t>7</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185" name="椭圆 184"/>
          <p:cNvSpPr/>
          <p:nvPr/>
        </p:nvSpPr>
        <p:spPr>
          <a:xfrm>
            <a:off x="8755245" y="3743702"/>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86" name="Text Box 171"/>
          <p:cNvSpPr txBox="1">
            <a:spLocks noChangeArrowheads="1"/>
          </p:cNvSpPr>
          <p:nvPr/>
        </p:nvSpPr>
        <p:spPr bwMode="auto">
          <a:xfrm>
            <a:off x="8185504" y="3920105"/>
            <a:ext cx="1318157"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1D1D1A"/>
                </a:solidFill>
                <a:latin typeface="微软雅黑" panose="020B0503020204020204" pitchFamily="34" charset="-122"/>
                <a:ea typeface="微软雅黑"/>
              </a:rPr>
              <a:t>南北向网络</a:t>
            </a:r>
            <a:endParaRPr lang="en-US" altLang="zh-CN" sz="1000" b="1" kern="0" dirty="0">
              <a:solidFill>
                <a:srgbClr val="1D1D1A"/>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1D1D1A"/>
                </a:solidFill>
                <a:latin typeface="微软雅黑" panose="020B0503020204020204" pitchFamily="34" charset="-122"/>
                <a:ea typeface="微软雅黑"/>
              </a:rPr>
              <a:t>调试就绪</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endParaRPr>
          </a:p>
        </p:txBody>
      </p:sp>
      <p:sp>
        <p:nvSpPr>
          <p:cNvPr id="187" name="Text Box 171"/>
          <p:cNvSpPr txBox="1">
            <a:spLocks noChangeArrowheads="1"/>
          </p:cNvSpPr>
          <p:nvPr/>
        </p:nvSpPr>
        <p:spPr bwMode="auto">
          <a:xfrm>
            <a:off x="8522522" y="3562058"/>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C00000"/>
                </a:solidFill>
                <a:latin typeface="微软雅黑" panose="020B0503020204020204" pitchFamily="34" charset="-122"/>
                <a:ea typeface="微软雅黑"/>
              </a:rPr>
              <a:t>9</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27</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91" name="Text Box 171"/>
          <p:cNvSpPr txBox="1">
            <a:spLocks noChangeArrowheads="1"/>
          </p:cNvSpPr>
          <p:nvPr/>
        </p:nvSpPr>
        <p:spPr bwMode="auto">
          <a:xfrm>
            <a:off x="9339019" y="3560753"/>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C00000"/>
                </a:solidFill>
                <a:latin typeface="微软雅黑" panose="020B0503020204020204" pitchFamily="34" charset="-122"/>
                <a:ea typeface="微软雅黑"/>
              </a:rPr>
              <a:t>9</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月</a:t>
            </a:r>
            <a:r>
              <a:rPr lang="en-US" altLang="zh-CN" sz="1000" b="1" kern="0" dirty="0">
                <a:solidFill>
                  <a:srgbClr val="C00000"/>
                </a:solidFill>
                <a:latin typeface="微软雅黑" panose="020B0503020204020204" pitchFamily="34" charset="-122"/>
                <a:ea typeface="微软雅黑"/>
              </a:rPr>
              <a:t>30</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grpSp>
        <p:nvGrpSpPr>
          <p:cNvPr id="64" name="组合 63"/>
          <p:cNvGrpSpPr/>
          <p:nvPr/>
        </p:nvGrpSpPr>
        <p:grpSpPr>
          <a:xfrm>
            <a:off x="1804539" y="3560948"/>
            <a:ext cx="1318157" cy="574257"/>
            <a:chOff x="1382641" y="1134452"/>
            <a:chExt cx="1318157" cy="574257"/>
          </a:xfrm>
        </p:grpSpPr>
        <p:sp>
          <p:nvSpPr>
            <p:cNvPr id="65" name="椭圆 64"/>
            <p:cNvSpPr/>
            <p:nvPr/>
          </p:nvSpPr>
          <p:spPr>
            <a:xfrm>
              <a:off x="194183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66" name="Text Box 171"/>
            <p:cNvSpPr txBox="1">
              <a:spLocks noChangeArrowheads="1"/>
            </p:cNvSpPr>
            <p:nvPr/>
          </p:nvSpPr>
          <p:spPr bwMode="auto">
            <a:xfrm>
              <a:off x="1382641" y="1483919"/>
              <a:ext cx="1318157"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专线建设</a:t>
              </a:r>
              <a:r>
                <a:rPr lang="zh-CN" altLang="en-US" sz="1000" kern="0" dirty="0">
                  <a:solidFill>
                    <a:srgbClr val="1D1D1A"/>
                  </a:solidFill>
                  <a:latin typeface="微软雅黑" panose="020B0503020204020204" pitchFamily="34" charset="-122"/>
                  <a:ea typeface="微软雅黑"/>
                </a:rPr>
                <a:t>启动</a:t>
              </a:r>
              <a:endParaRPr kumimoji="0" lang="en-US" altLang="zh-CN" sz="1000"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endParaRPr>
            </a:p>
          </p:txBody>
        </p:sp>
        <p:sp>
          <p:nvSpPr>
            <p:cNvPr id="67" name="Text Box 171"/>
            <p:cNvSpPr txBox="1">
              <a:spLocks noChangeArrowheads="1"/>
            </p:cNvSpPr>
            <p:nvPr/>
          </p:nvSpPr>
          <p:spPr bwMode="auto">
            <a:xfrm>
              <a:off x="1709109" y="1134452"/>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7</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月</a:t>
              </a:r>
              <a:r>
                <a:rPr lang="en-US" altLang="zh-CN" sz="1000" b="1" kern="0" dirty="0">
                  <a:solidFill>
                    <a:schemeClr val="tx2">
                      <a:lumMod val="85000"/>
                    </a:schemeClr>
                  </a:solidFill>
                  <a:latin typeface="微软雅黑" panose="020B0503020204020204" pitchFamily="34" charset="-122"/>
                  <a:ea typeface="微软雅黑"/>
                </a:rPr>
                <a:t>22</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endParaRPr>
            </a:p>
          </p:txBody>
        </p:sp>
      </p:grpSp>
      <p:grpSp>
        <p:nvGrpSpPr>
          <p:cNvPr id="70" name="组合 69"/>
          <p:cNvGrpSpPr/>
          <p:nvPr/>
        </p:nvGrpSpPr>
        <p:grpSpPr>
          <a:xfrm>
            <a:off x="3725717" y="3576109"/>
            <a:ext cx="1318157" cy="851117"/>
            <a:chOff x="1382641" y="1134452"/>
            <a:chExt cx="1318157" cy="851117"/>
          </a:xfrm>
        </p:grpSpPr>
        <p:sp>
          <p:nvSpPr>
            <p:cNvPr id="71" name="椭圆 70"/>
            <p:cNvSpPr/>
            <p:nvPr/>
          </p:nvSpPr>
          <p:spPr>
            <a:xfrm>
              <a:off x="1941832" y="1316096"/>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72" name="Text Box 171"/>
            <p:cNvSpPr txBox="1">
              <a:spLocks noChangeArrowheads="1"/>
            </p:cNvSpPr>
            <p:nvPr/>
          </p:nvSpPr>
          <p:spPr bwMode="auto">
            <a:xfrm>
              <a:off x="1382641" y="1483919"/>
              <a:ext cx="1318157" cy="50165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专线链路</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建设完毕</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800" b="1" kern="0" dirty="0">
                  <a:solidFill>
                    <a:srgbClr val="C00000"/>
                  </a:solidFill>
                  <a:highlight>
                    <a:srgbClr val="00FF00"/>
                  </a:highlight>
                  <a:latin typeface="微软雅黑" panose="020B0503020204020204" pitchFamily="34" charset="-122"/>
                  <a:ea typeface="微软雅黑"/>
                </a:rPr>
                <a:t>具备调试条件（依赖上电）</a:t>
              </a:r>
              <a:endParaRPr kumimoji="0" lang="en-US" altLang="zh-CN" sz="800" b="1" i="0" u="none" strike="noStrike" kern="0" cap="none" spc="0" normalizeH="0" baseline="0" noProof="0" dirty="0">
                <a:ln>
                  <a:noFill/>
                </a:ln>
                <a:solidFill>
                  <a:srgbClr val="C00000"/>
                </a:solidFill>
                <a:effectLst/>
                <a:highlight>
                  <a:srgbClr val="00FF00"/>
                </a:highlight>
                <a:uLnTx/>
                <a:uFillTx/>
                <a:latin typeface="微软雅黑" panose="020B0503020204020204" pitchFamily="34" charset="-122"/>
                <a:ea typeface="微软雅黑"/>
                <a:cs typeface="+mn-cs"/>
              </a:endParaRPr>
            </a:p>
          </p:txBody>
        </p:sp>
        <p:sp>
          <p:nvSpPr>
            <p:cNvPr id="73" name="Text Box 171"/>
            <p:cNvSpPr txBox="1">
              <a:spLocks noChangeArrowheads="1"/>
            </p:cNvSpPr>
            <p:nvPr/>
          </p:nvSpPr>
          <p:spPr bwMode="auto">
            <a:xfrm>
              <a:off x="1709109" y="1134452"/>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000000"/>
                  </a:solidFill>
                  <a:latin typeface="微软雅黑" panose="020B0503020204020204" pitchFamily="34" charset="-122"/>
                  <a:ea typeface="微软雅黑"/>
                </a:rPr>
                <a:t>8</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30</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grpSp>
        <p:nvGrpSpPr>
          <p:cNvPr id="9" name="组合 8"/>
          <p:cNvGrpSpPr/>
          <p:nvPr/>
        </p:nvGrpSpPr>
        <p:grpSpPr>
          <a:xfrm>
            <a:off x="2178761" y="1805457"/>
            <a:ext cx="1130192" cy="1141083"/>
            <a:chOff x="1682128" y="1049926"/>
            <a:chExt cx="976930" cy="1141083"/>
          </a:xfrm>
        </p:grpSpPr>
        <p:sp>
          <p:nvSpPr>
            <p:cNvPr id="10" name="椭圆 9"/>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1" name="Text Box 171"/>
            <p:cNvSpPr txBox="1">
              <a:spLocks noChangeArrowheads="1"/>
            </p:cNvSpPr>
            <p:nvPr/>
          </p:nvSpPr>
          <p:spPr bwMode="auto">
            <a:xfrm>
              <a:off x="1682128" y="1504574"/>
              <a:ext cx="976930" cy="686435"/>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全部</a:t>
              </a:r>
              <a:r>
                <a:rPr lang="en-US" altLang="zh-CN" sz="1000" kern="0" dirty="0">
                  <a:solidFill>
                    <a:srgbClr val="000000"/>
                  </a:solidFill>
                  <a:latin typeface="微软雅黑" panose="020B0503020204020204" pitchFamily="34" charset="-122"/>
                  <a:ea typeface="微软雅黑"/>
                </a:rPr>
                <a:t>L1</a:t>
              </a:r>
              <a:r>
                <a:rPr lang="zh-CN" altLang="en-US" sz="1000" kern="0" dirty="0">
                  <a:solidFill>
                    <a:srgbClr val="000000"/>
                  </a:solidFill>
                  <a:latin typeface="微软雅黑" panose="020B0503020204020204" pitchFamily="34" charset="-122"/>
                  <a:ea typeface="微软雅黑"/>
                </a:rPr>
                <a:t>物料</a:t>
              </a:r>
              <a:endParaRPr lang="en-US" altLang="zh-CN" sz="1000" kern="0" dirty="0">
                <a:solidFill>
                  <a:srgbClr val="00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下单生产</a:t>
              </a:r>
              <a:endParaRPr lang="en-US" altLang="zh-CN" sz="1000" kern="0" dirty="0">
                <a:solidFill>
                  <a:srgbClr val="00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（定制管路下单）</a:t>
              </a:r>
              <a:endParaRPr lang="en-US" altLang="zh-CN" sz="1000" kern="0" dirty="0">
                <a:solidFill>
                  <a:srgbClr val="00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风险：合同未下发</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12"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7</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月</a:t>
              </a:r>
              <a:r>
                <a:rPr lang="en-US" altLang="zh-CN" sz="1000" b="1" kern="0" dirty="0">
                  <a:solidFill>
                    <a:schemeClr val="tx2">
                      <a:lumMod val="85000"/>
                    </a:schemeClr>
                  </a:solidFill>
                  <a:latin typeface="微软雅黑" panose="020B0503020204020204" pitchFamily="34" charset="-122"/>
                  <a:ea typeface="微软雅黑"/>
                </a:rPr>
                <a:t>22</a:t>
              </a:r>
              <a:r>
                <a:rPr kumimoji="0" lang="zh-CN" altLang="en-US"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chemeClr val="tx2">
                    <a:lumMod val="85000"/>
                  </a:schemeClr>
                </a:solidFill>
                <a:effectLst/>
                <a:uLnTx/>
                <a:uFillTx/>
                <a:latin typeface="微软雅黑" panose="020B0503020204020204" pitchFamily="34" charset="-122"/>
                <a:ea typeface="微软雅黑"/>
                <a:cs typeface="+mn-cs"/>
              </a:endParaRPr>
            </a:p>
          </p:txBody>
        </p:sp>
      </p:grpSp>
      <p:sp>
        <p:nvSpPr>
          <p:cNvPr id="19" name="Text Box 171"/>
          <p:cNvSpPr txBox="1">
            <a:spLocks noChangeArrowheads="1"/>
          </p:cNvSpPr>
          <p:nvPr/>
        </p:nvSpPr>
        <p:spPr bwMode="auto">
          <a:xfrm>
            <a:off x="7131072" y="4983916"/>
            <a:ext cx="540799" cy="37846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硬装</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端接</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nvGrpSpPr>
          <p:cNvPr id="25" name="组合 24"/>
          <p:cNvGrpSpPr/>
          <p:nvPr/>
        </p:nvGrpSpPr>
        <p:grpSpPr>
          <a:xfrm>
            <a:off x="4165740" y="1820977"/>
            <a:ext cx="976930" cy="669022"/>
            <a:chOff x="2168681" y="1055884"/>
            <a:chExt cx="976930" cy="669022"/>
          </a:xfrm>
        </p:grpSpPr>
        <p:sp>
          <p:nvSpPr>
            <p:cNvPr id="26" name="椭圆 25"/>
            <p:cNvSpPr/>
            <p:nvPr/>
          </p:nvSpPr>
          <p:spPr>
            <a:xfrm>
              <a:off x="2532369" y="1305824"/>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27" name="Text Box 171"/>
            <p:cNvSpPr txBox="1">
              <a:spLocks noChangeArrowheads="1"/>
            </p:cNvSpPr>
            <p:nvPr/>
          </p:nvSpPr>
          <p:spPr bwMode="auto">
            <a:xfrm>
              <a:off x="2168681" y="1500116"/>
              <a:ext cx="976930"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合同下发</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28" name="Text Box 171"/>
            <p:cNvSpPr txBox="1">
              <a:spLocks noChangeArrowheads="1"/>
            </p:cNvSpPr>
            <p:nvPr/>
          </p:nvSpPr>
          <p:spPr bwMode="auto">
            <a:xfrm>
              <a:off x="2306284" y="1055884"/>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000000"/>
                  </a:solidFill>
                  <a:latin typeface="微软雅黑" panose="020B0503020204020204" pitchFamily="34" charset="-122"/>
                  <a:ea typeface="微软雅黑"/>
                </a:rPr>
                <a:t>8</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31</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grpSp>
        <p:nvGrpSpPr>
          <p:cNvPr id="4" name="组合 3"/>
          <p:cNvGrpSpPr/>
          <p:nvPr/>
        </p:nvGrpSpPr>
        <p:grpSpPr>
          <a:xfrm>
            <a:off x="5143469" y="3501780"/>
            <a:ext cx="1079415" cy="833108"/>
            <a:chOff x="1682127" y="1049926"/>
            <a:chExt cx="1079415" cy="833108"/>
          </a:xfrm>
        </p:grpSpPr>
        <p:sp>
          <p:nvSpPr>
            <p:cNvPr id="18" name="椭圆 17"/>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20" name="Text Box 171"/>
            <p:cNvSpPr txBox="1">
              <a:spLocks noChangeArrowheads="1"/>
            </p:cNvSpPr>
            <p:nvPr/>
          </p:nvSpPr>
          <p:spPr bwMode="auto">
            <a:xfrm>
              <a:off x="1682127" y="1504574"/>
              <a:ext cx="1079415"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南北向</a:t>
              </a:r>
              <a:r>
                <a:rPr lang="en-US" altLang="zh-CN" sz="1000" kern="0" dirty="0">
                  <a:solidFill>
                    <a:srgbClr val="000000"/>
                  </a:solidFill>
                  <a:latin typeface="微软雅黑" panose="020B0503020204020204" pitchFamily="34" charset="-122"/>
                  <a:ea typeface="微软雅黑"/>
                </a:rPr>
                <a:t>L2</a:t>
              </a:r>
              <a:endParaRPr lang="en-US" altLang="zh-CN" sz="1000" kern="0" dirty="0">
                <a:solidFill>
                  <a:srgbClr val="00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设备到货</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29"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FF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FF0000"/>
                  </a:solidFill>
                  <a:effectLst/>
                  <a:uLnTx/>
                  <a:uFillTx/>
                  <a:latin typeface="微软雅黑" panose="020B0503020204020204" pitchFamily="34" charset="-122"/>
                  <a:ea typeface="微软雅黑"/>
                  <a:cs typeface="+mn-cs"/>
                </a:rPr>
                <a:t>月</a:t>
              </a:r>
              <a:r>
                <a:rPr lang="en-US" altLang="zh-CN" sz="1000" b="1" kern="0" dirty="0">
                  <a:solidFill>
                    <a:srgbClr val="FF0000"/>
                  </a:solidFill>
                  <a:latin typeface="微软雅黑" panose="020B0503020204020204" pitchFamily="34" charset="-122"/>
                  <a:ea typeface="微软雅黑"/>
                </a:rPr>
                <a:t>5</a:t>
              </a:r>
              <a:r>
                <a:rPr kumimoji="0" lang="zh-CN" altLang="en-US" sz="1000" b="1" i="0" u="none" strike="noStrike" kern="0" cap="none" spc="0" normalizeH="0" baseline="0" noProof="0" dirty="0">
                  <a:ln>
                    <a:noFill/>
                  </a:ln>
                  <a:solidFill>
                    <a:srgbClr val="FF0000"/>
                  </a:solidFill>
                  <a:effectLst/>
                  <a:uLnTx/>
                  <a:uFillTx/>
                  <a:latin typeface="微软雅黑" panose="020B0503020204020204" pitchFamily="34" charset="-122"/>
                  <a:ea typeface="微软雅黑"/>
                  <a:cs typeface="+mn-cs"/>
                </a:rPr>
                <a:t>日</a:t>
              </a:r>
              <a:endParaRPr kumimoji="0" lang="zh-CN" altLang="en-US" sz="1000" b="1" i="0" u="none" strike="noStrike" kern="0" cap="none" spc="0" normalizeH="0" baseline="0" noProof="0" dirty="0">
                <a:ln>
                  <a:noFill/>
                </a:ln>
                <a:solidFill>
                  <a:srgbClr val="FF0000"/>
                </a:solidFill>
                <a:effectLst/>
                <a:uLnTx/>
                <a:uFillTx/>
                <a:latin typeface="微软雅黑" panose="020B0503020204020204" pitchFamily="34" charset="-122"/>
                <a:ea typeface="微软雅黑"/>
                <a:cs typeface="+mn-cs"/>
              </a:endParaRPr>
            </a:p>
          </p:txBody>
        </p:sp>
      </p:grpSp>
      <p:grpSp>
        <p:nvGrpSpPr>
          <p:cNvPr id="33" name="组合 32"/>
          <p:cNvGrpSpPr/>
          <p:nvPr/>
        </p:nvGrpSpPr>
        <p:grpSpPr>
          <a:xfrm>
            <a:off x="6189913" y="4828742"/>
            <a:ext cx="1014520" cy="833149"/>
            <a:chOff x="1517883" y="1049926"/>
            <a:chExt cx="1014520" cy="833149"/>
          </a:xfrm>
        </p:grpSpPr>
        <p:sp>
          <p:nvSpPr>
            <p:cNvPr id="34" name="椭圆 33"/>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35" name="Text Box 171"/>
            <p:cNvSpPr txBox="1">
              <a:spLocks noChangeArrowheads="1"/>
            </p:cNvSpPr>
            <p:nvPr/>
          </p:nvSpPr>
          <p:spPr bwMode="auto">
            <a:xfrm>
              <a:off x="1517883" y="1504615"/>
              <a:ext cx="976930"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kern="0" dirty="0">
                  <a:solidFill>
                    <a:srgbClr val="000000"/>
                  </a:solidFill>
                  <a:latin typeface="微软雅黑" panose="020B0503020204020204" pitchFamily="34" charset="-122"/>
                  <a:ea typeface="微软雅黑"/>
                </a:rPr>
                <a:t>计算柜、总线柜到现场安装并柜</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sp>
          <p:nvSpPr>
            <p:cNvPr id="36"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10</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81" name="椭圆 80"/>
          <p:cNvSpPr/>
          <p:nvPr/>
        </p:nvSpPr>
        <p:spPr>
          <a:xfrm>
            <a:off x="10564052" y="3743702"/>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82" name="Text Box 171"/>
          <p:cNvSpPr txBox="1">
            <a:spLocks noChangeArrowheads="1"/>
          </p:cNvSpPr>
          <p:nvPr/>
        </p:nvSpPr>
        <p:spPr bwMode="auto">
          <a:xfrm>
            <a:off x="9994583" y="3919855"/>
            <a:ext cx="1516380" cy="686435"/>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FF0000"/>
                </a:solidFill>
                <a:latin typeface="微软雅黑" panose="020B0503020204020204" pitchFamily="34" charset="-122"/>
                <a:ea typeface="微软雅黑"/>
              </a:rPr>
              <a:t>ZJ</a:t>
            </a:r>
            <a:r>
              <a:rPr lang="zh-CN" altLang="en-US" sz="1000" b="1" kern="0" dirty="0">
                <a:solidFill>
                  <a:srgbClr val="FF0000"/>
                </a:solidFill>
                <a:latin typeface="微软雅黑" panose="020B0503020204020204" pitchFamily="34" charset="-122"/>
                <a:ea typeface="微软雅黑"/>
              </a:rPr>
              <a:t>内部：整网联调完毕</a:t>
            </a:r>
            <a:endParaRPr lang="en-US" altLang="zh-CN" sz="1000" b="1" kern="0" dirty="0">
              <a:solidFill>
                <a:srgbClr val="FF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FF0000"/>
                </a:solidFill>
                <a:latin typeface="微软雅黑" panose="020B0503020204020204" pitchFamily="34" charset="-122"/>
                <a:ea typeface="微软雅黑"/>
              </a:rPr>
              <a:t>移交业务</a:t>
            </a:r>
            <a:endParaRPr lang="en-US" altLang="zh-CN" sz="1000" b="1" kern="0" dirty="0">
              <a:solidFill>
                <a:srgbClr val="FF0000"/>
              </a:solidFill>
              <a:latin typeface="微软雅黑" panose="020B0503020204020204" pitchFamily="34" charset="-122"/>
              <a:ea typeface="微软雅黑"/>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（专线</a:t>
            </a: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南北向</a:t>
            </a: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-DT</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集群的</a:t>
            </a:r>
            <a:r>
              <a:rPr lang="zh-CN" altLang="en-US" sz="1000" b="1" kern="0" dirty="0">
                <a:solidFill>
                  <a:srgbClr val="1D1D1A"/>
                </a:solidFill>
                <a:latin typeface="微软雅黑" panose="020B0503020204020204" pitchFamily="34" charset="-122"/>
                <a:ea typeface="微软雅黑"/>
              </a:rPr>
              <a:t>管理面、业务面打通）</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endParaRPr>
          </a:p>
        </p:txBody>
      </p:sp>
      <p:sp>
        <p:nvSpPr>
          <p:cNvPr id="83" name="Text Box 171"/>
          <p:cNvSpPr txBox="1">
            <a:spLocks noChangeArrowheads="1"/>
          </p:cNvSpPr>
          <p:nvPr/>
        </p:nvSpPr>
        <p:spPr bwMode="auto">
          <a:xfrm>
            <a:off x="10331329" y="3562058"/>
            <a:ext cx="701723"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C00000"/>
                </a:solidFill>
                <a:latin typeface="微软雅黑" panose="020B0503020204020204" pitchFamily="34" charset="-122"/>
                <a:ea typeface="微软雅黑"/>
              </a:rPr>
              <a:t>？？？</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88" name="椭圆 87"/>
          <p:cNvSpPr/>
          <p:nvPr/>
        </p:nvSpPr>
        <p:spPr>
          <a:xfrm>
            <a:off x="9567357" y="3741555"/>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90" name="Text Box 171"/>
          <p:cNvSpPr txBox="1">
            <a:spLocks noChangeArrowheads="1"/>
          </p:cNvSpPr>
          <p:nvPr/>
        </p:nvSpPr>
        <p:spPr bwMode="auto">
          <a:xfrm>
            <a:off x="9227500" y="3902665"/>
            <a:ext cx="884412"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HW</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rPr>
              <a:t>移交超节点</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a:cs typeface="+mn-cs"/>
            </a:endParaRPr>
          </a:p>
        </p:txBody>
      </p:sp>
      <p:sp>
        <p:nvSpPr>
          <p:cNvPr id="84" name="Text Box 171"/>
          <p:cNvSpPr txBox="1">
            <a:spLocks noChangeArrowheads="1"/>
          </p:cNvSpPr>
          <p:nvPr/>
        </p:nvSpPr>
        <p:spPr bwMode="auto">
          <a:xfrm>
            <a:off x="5078729" y="2287510"/>
            <a:ext cx="1156771" cy="532765"/>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①具备南北向</a:t>
            </a:r>
            <a:r>
              <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L2</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设备入场时间</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C00000"/>
                </a:solidFill>
                <a:latin typeface="微软雅黑" panose="020B0503020204020204" pitchFamily="34" charset="-122"/>
                <a:ea typeface="微软雅黑"/>
              </a:rPr>
              <a:t>②预布线入场时间</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grpSp>
        <p:nvGrpSpPr>
          <p:cNvPr id="13" name="组合 12"/>
          <p:cNvGrpSpPr/>
          <p:nvPr/>
        </p:nvGrpSpPr>
        <p:grpSpPr>
          <a:xfrm>
            <a:off x="7471017" y="1829241"/>
            <a:ext cx="1008697" cy="831456"/>
            <a:chOff x="1679885" y="1049926"/>
            <a:chExt cx="1008697" cy="831456"/>
          </a:xfrm>
        </p:grpSpPr>
        <p:sp>
          <p:nvSpPr>
            <p:cNvPr id="14" name="椭圆 13"/>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5" name="Text Box 171"/>
            <p:cNvSpPr txBox="1">
              <a:spLocks noChangeArrowheads="1"/>
            </p:cNvSpPr>
            <p:nvPr/>
          </p:nvSpPr>
          <p:spPr bwMode="auto">
            <a:xfrm>
              <a:off x="1679885" y="1502922"/>
              <a:ext cx="1008697"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C00000"/>
                  </a:solidFill>
                  <a:latin typeface="微软雅黑" panose="020B0503020204020204" pitchFamily="34" charset="-122"/>
                  <a:ea typeface="微软雅黑"/>
                </a:rPr>
                <a:t>L2</a:t>
              </a:r>
              <a:r>
                <a:rPr lang="zh-CN" altLang="en-US" sz="1000" b="1" kern="0" dirty="0">
                  <a:solidFill>
                    <a:srgbClr val="C00000"/>
                  </a:solidFill>
                  <a:latin typeface="微软雅黑" panose="020B0503020204020204" pitchFamily="34" charset="-122"/>
                  <a:ea typeface="微软雅黑"/>
                </a:rPr>
                <a:t>所有设备</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上电</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C00000"/>
                  </a:solidFill>
                  <a:latin typeface="微软雅黑" panose="020B0503020204020204" pitchFamily="34" charset="-122"/>
                  <a:ea typeface="微软雅黑"/>
                </a:rPr>
                <a:t>液冷设备通液</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17"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15</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86" name="矩形 85"/>
          <p:cNvSpPr/>
          <p:nvPr/>
        </p:nvSpPr>
        <p:spPr>
          <a:xfrm>
            <a:off x="264693" y="3501344"/>
            <a:ext cx="421425" cy="2065578"/>
          </a:xfrm>
          <a:prstGeom prst="rect">
            <a:avLst/>
          </a:prstGeom>
          <a:solidFill>
            <a:srgbClr val="C00000"/>
          </a:solidFill>
        </p:spPr>
        <p:txBody>
          <a:bodyPr wrap="square" anchor="ctr">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en-US" altLang="zh-CN" sz="1200" b="1" kern="0" dirty="0">
                <a:solidFill>
                  <a:srgbClr val="FFFF00"/>
                </a:solidFill>
                <a:latin typeface="微软雅黑" panose="020B0503020204020204" pitchFamily="34" charset="-122"/>
                <a:ea typeface="微软雅黑" panose="020B0503020204020204" pitchFamily="34" charset="-122"/>
                <a:cs typeface="+mn-ea"/>
              </a:rPr>
              <a:t>L2</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200" b="1" kern="0" dirty="0">
                <a:solidFill>
                  <a:srgbClr val="FFFF00"/>
                </a:solidFill>
                <a:latin typeface="微软雅黑" panose="020B0503020204020204" pitchFamily="34" charset="-122"/>
                <a:ea typeface="微软雅黑" panose="020B0503020204020204" pitchFamily="34" charset="-122"/>
                <a:cs typeface="+mn-ea"/>
              </a:rPr>
              <a:t>设</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200" b="1" kern="0" dirty="0">
                <a:solidFill>
                  <a:srgbClr val="FFFF00"/>
                </a:solidFill>
                <a:latin typeface="微软雅黑" panose="020B0503020204020204" pitchFamily="34" charset="-122"/>
                <a:ea typeface="微软雅黑" panose="020B0503020204020204" pitchFamily="34" charset="-122"/>
                <a:cs typeface="+mn-ea"/>
              </a:rPr>
              <a:t>备</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200" b="1" kern="0" dirty="0">
                <a:solidFill>
                  <a:srgbClr val="FFFF00"/>
                </a:solidFill>
                <a:latin typeface="微软雅黑" panose="020B0503020204020204" pitchFamily="34" charset="-122"/>
                <a:ea typeface="微软雅黑" panose="020B0503020204020204" pitchFamily="34" charset="-122"/>
                <a:cs typeface="+mn-ea"/>
              </a:rPr>
              <a:t>交</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200" b="1" kern="0" dirty="0">
                <a:solidFill>
                  <a:srgbClr val="FFFF00"/>
                </a:solidFill>
                <a:latin typeface="微软雅黑" panose="020B0503020204020204" pitchFamily="34" charset="-122"/>
                <a:ea typeface="微软雅黑" panose="020B0503020204020204" pitchFamily="34" charset="-122"/>
                <a:cs typeface="+mn-ea"/>
              </a:rPr>
              <a:t>付</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ea"/>
            </a:endParaRPr>
          </a:p>
        </p:txBody>
      </p:sp>
      <p:sp>
        <p:nvSpPr>
          <p:cNvPr id="89" name="矩形 88"/>
          <p:cNvSpPr/>
          <p:nvPr/>
        </p:nvSpPr>
        <p:spPr>
          <a:xfrm>
            <a:off x="851809" y="5022382"/>
            <a:ext cx="511735" cy="275590"/>
          </a:xfrm>
          <a:prstGeom prst="rect">
            <a:avLst/>
          </a:prstGeom>
          <a:solidFill>
            <a:srgbClr val="C00000"/>
          </a:solidFill>
        </p:spPr>
        <p:txBody>
          <a:bodyPr wrap="square">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en-US" altLang="zh-CN" sz="1200" b="1" kern="0" dirty="0">
                <a:solidFill>
                  <a:srgbClr val="FFFF00"/>
                </a:solidFill>
                <a:latin typeface="微软雅黑" panose="020B0503020204020204" pitchFamily="34" charset="-122"/>
                <a:ea typeface="微软雅黑" panose="020B0503020204020204" pitchFamily="34" charset="-122"/>
                <a:cs typeface="+mn-ea"/>
              </a:rPr>
              <a:t>HW</a:t>
            </a:r>
            <a:endParaRPr kumimoji="1" lang="en-US" altLang="zh-CN" sz="1200" b="1"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ea"/>
            </a:endParaRPr>
          </a:p>
        </p:txBody>
      </p:sp>
      <p:grpSp>
        <p:nvGrpSpPr>
          <p:cNvPr id="92" name="组合 91"/>
          <p:cNvGrpSpPr/>
          <p:nvPr/>
        </p:nvGrpSpPr>
        <p:grpSpPr>
          <a:xfrm>
            <a:off x="6314326" y="1829136"/>
            <a:ext cx="976930" cy="831456"/>
            <a:chOff x="1679886" y="1049926"/>
            <a:chExt cx="976930" cy="831456"/>
          </a:xfrm>
        </p:grpSpPr>
        <p:sp>
          <p:nvSpPr>
            <p:cNvPr id="93" name="椭圆 92"/>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94" name="Text Box 171"/>
            <p:cNvSpPr txBox="1">
              <a:spLocks noChangeArrowheads="1"/>
            </p:cNvSpPr>
            <p:nvPr/>
          </p:nvSpPr>
          <p:spPr bwMode="auto">
            <a:xfrm>
              <a:off x="1679886" y="1502922"/>
              <a:ext cx="976930"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C00000"/>
                  </a:solidFill>
                  <a:latin typeface="微软雅黑" panose="020B0503020204020204" pitchFamily="34" charset="-122"/>
                  <a:ea typeface="微软雅黑"/>
                </a:rPr>
                <a:t>具备</a:t>
              </a:r>
              <a:r>
                <a:rPr lang="en-US" altLang="zh-CN" sz="1000" b="1" kern="0" dirty="0">
                  <a:solidFill>
                    <a:srgbClr val="C00000"/>
                  </a:solidFill>
                  <a:latin typeface="微软雅黑" panose="020B0503020204020204" pitchFamily="34" charset="-122"/>
                  <a:ea typeface="微软雅黑"/>
                </a:rPr>
                <a:t>L2-DTpod </a:t>
              </a:r>
              <a:r>
                <a:rPr lang="zh-CN" altLang="en-US" sz="1000" b="1" kern="0" dirty="0">
                  <a:solidFill>
                    <a:srgbClr val="C00000"/>
                  </a:solidFill>
                  <a:latin typeface="微软雅黑" panose="020B0503020204020204" pitchFamily="34" charset="-122"/>
                  <a:ea typeface="微软雅黑"/>
                </a:rPr>
                <a:t>入场条件</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97"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10</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3" name="右大括号 2"/>
          <p:cNvSpPr/>
          <p:nvPr/>
        </p:nvSpPr>
        <p:spPr>
          <a:xfrm rot="16200000">
            <a:off x="7155858" y="1873770"/>
            <a:ext cx="231264" cy="310084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0" name="Text Box 171"/>
          <p:cNvSpPr txBox="1">
            <a:spLocks noChangeArrowheads="1"/>
          </p:cNvSpPr>
          <p:nvPr/>
        </p:nvSpPr>
        <p:spPr bwMode="auto">
          <a:xfrm>
            <a:off x="6395866" y="3182963"/>
            <a:ext cx="1403299" cy="224790"/>
          </a:xfrm>
          <a:prstGeom prst="rect">
            <a:avLst/>
          </a:prstGeom>
          <a:solidFill>
            <a:schemeClr val="accent5">
              <a:lumMod val="20000"/>
              <a:lumOff val="80000"/>
            </a:schemeClr>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a:rPr>
              <a:t>南北向网络建设调试</a:t>
            </a:r>
            <a:endParaRPr lang="en-US" altLang="zh-CN" sz="1000" b="1" kern="0" dirty="0">
              <a:solidFill>
                <a:srgbClr val="000000"/>
              </a:solidFill>
              <a:latin typeface="微软雅黑" panose="020B0503020204020204" pitchFamily="34" charset="-122"/>
              <a:ea typeface="微软雅黑"/>
            </a:endParaRPr>
          </a:p>
        </p:txBody>
      </p:sp>
      <p:grpSp>
        <p:nvGrpSpPr>
          <p:cNvPr id="111" name="组合 110"/>
          <p:cNvGrpSpPr/>
          <p:nvPr/>
        </p:nvGrpSpPr>
        <p:grpSpPr>
          <a:xfrm>
            <a:off x="7444214" y="4812795"/>
            <a:ext cx="1008697" cy="831466"/>
            <a:chOff x="1617191" y="1049926"/>
            <a:chExt cx="1008697" cy="831466"/>
          </a:xfrm>
        </p:grpSpPr>
        <p:sp>
          <p:nvSpPr>
            <p:cNvPr id="112" name="椭圆 111"/>
            <p:cNvSpPr/>
            <p:nvPr/>
          </p:nvSpPr>
          <p:spPr>
            <a:xfrm>
              <a:off x="2055024" y="1316211"/>
              <a:ext cx="204698" cy="169267"/>
            </a:xfrm>
            <a:prstGeom prst="ellipse">
              <a:avLst/>
            </a:prstGeom>
            <a:solidFill>
              <a:srgbClr val="C00000"/>
            </a:solidFill>
            <a:ln w="25400" cap="flat" cmpd="sng" algn="ctr">
              <a:noFill/>
              <a:prstDash val="solid"/>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a:cs typeface="+mn-cs"/>
              </a:endParaRPr>
            </a:p>
          </p:txBody>
        </p:sp>
        <p:sp>
          <p:nvSpPr>
            <p:cNvPr id="113" name="Text Box 171"/>
            <p:cNvSpPr txBox="1">
              <a:spLocks noChangeArrowheads="1"/>
            </p:cNvSpPr>
            <p:nvPr/>
          </p:nvSpPr>
          <p:spPr bwMode="auto">
            <a:xfrm>
              <a:off x="1617191" y="1502932"/>
              <a:ext cx="1008697" cy="37846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DT</a:t>
              </a: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集群</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rPr>
                <a:t>上电</a:t>
              </a:r>
              <a:endParaRPr kumimoji="0" lang="en-US" altLang="zh-CN" sz="1000" b="1" i="0" u="none" strike="noStrike" kern="0" cap="none" spc="0" normalizeH="0" baseline="0" noProof="0" dirty="0">
                <a:ln>
                  <a:noFill/>
                </a:ln>
                <a:solidFill>
                  <a:srgbClr val="C00000"/>
                </a:solidFill>
                <a:effectLst/>
                <a:uLnTx/>
                <a:uFillTx/>
                <a:latin typeface="微软雅黑" panose="020B0503020204020204" pitchFamily="34" charset="-122"/>
                <a:ea typeface="微软雅黑"/>
                <a:cs typeface="+mn-cs"/>
              </a:endParaRPr>
            </a:p>
          </p:txBody>
        </p:sp>
        <p:sp>
          <p:nvSpPr>
            <p:cNvPr id="114" name="Text Box 171"/>
            <p:cNvSpPr txBox="1">
              <a:spLocks noChangeArrowheads="1"/>
            </p:cNvSpPr>
            <p:nvPr/>
          </p:nvSpPr>
          <p:spPr bwMode="auto">
            <a:xfrm>
              <a:off x="1830680" y="1049926"/>
              <a:ext cx="701723" cy="224790"/>
            </a:xfrm>
            <a:prstGeom prst="rect">
              <a:avLst/>
            </a:prstGeom>
            <a:solidFill>
              <a:srgbClr val="FFFFFF"/>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9</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月</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15</a:t>
              </a: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日</a:t>
              </a:r>
              <a:endPar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grpSp>
      <p:sp>
        <p:nvSpPr>
          <p:cNvPr id="116" name="右大括号 115"/>
          <p:cNvSpPr/>
          <p:nvPr/>
        </p:nvSpPr>
        <p:spPr>
          <a:xfrm rot="16200000">
            <a:off x="10053187" y="2944200"/>
            <a:ext cx="200279" cy="1018554"/>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Text Box 171"/>
          <p:cNvSpPr txBox="1">
            <a:spLocks noChangeArrowheads="1"/>
          </p:cNvSpPr>
          <p:nvPr/>
        </p:nvSpPr>
        <p:spPr bwMode="auto">
          <a:xfrm>
            <a:off x="9457373" y="3146425"/>
            <a:ext cx="1510665" cy="207010"/>
          </a:xfrm>
          <a:prstGeom prst="rect">
            <a:avLst/>
          </a:prstGeom>
          <a:solidFill>
            <a:schemeClr val="accent5">
              <a:lumMod val="20000"/>
              <a:lumOff val="80000"/>
            </a:schemeClr>
          </a:solidFill>
          <a:ln w="9525">
            <a:noFill/>
            <a:miter lim="800000"/>
          </a:ln>
        </p:spPr>
        <p:txBody>
          <a:bodyPr wrap="square" lIns="35986" tIns="35986" rIns="35986" bIns="35986">
            <a:no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a:rPr>
              <a:t>整网联调：</a:t>
            </a:r>
            <a:r>
              <a:rPr lang="en-US" altLang="zh-CN" sz="1000" b="1" kern="0" dirty="0">
                <a:solidFill>
                  <a:srgbClr val="000000"/>
                </a:solidFill>
                <a:latin typeface="微软雅黑" panose="020B0503020204020204" pitchFamily="34" charset="-122"/>
                <a:ea typeface="微软雅黑"/>
              </a:rPr>
              <a:t>ZJ </a:t>
            </a:r>
            <a:r>
              <a:rPr lang="zh-CN" altLang="en-US" sz="1000" b="1" kern="0" dirty="0">
                <a:solidFill>
                  <a:srgbClr val="000000"/>
                </a:solidFill>
                <a:latin typeface="微软雅黑" panose="020B0503020204020204" pitchFamily="34" charset="-122"/>
                <a:ea typeface="微软雅黑"/>
              </a:rPr>
              <a:t>业务测试</a:t>
            </a:r>
            <a:endParaRPr lang="zh-CN" altLang="en-US" sz="1000" b="1" kern="0" dirty="0">
              <a:solidFill>
                <a:srgbClr val="000000"/>
              </a:solidFill>
              <a:latin typeface="微软雅黑" panose="020B0503020204020204" pitchFamily="34" charset="-122"/>
              <a:ea typeface="微软雅黑"/>
            </a:endParaRPr>
          </a:p>
        </p:txBody>
      </p:sp>
      <p:sp>
        <p:nvSpPr>
          <p:cNvPr id="118" name="右大括号 117"/>
          <p:cNvSpPr/>
          <p:nvPr/>
        </p:nvSpPr>
        <p:spPr>
          <a:xfrm rot="16200000">
            <a:off x="3287837" y="2442220"/>
            <a:ext cx="284233" cy="196971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 name="Text Box 171"/>
          <p:cNvSpPr txBox="1">
            <a:spLocks noChangeArrowheads="1"/>
          </p:cNvSpPr>
          <p:nvPr/>
        </p:nvSpPr>
        <p:spPr bwMode="auto">
          <a:xfrm>
            <a:off x="2731559" y="3182306"/>
            <a:ext cx="1403299" cy="224790"/>
          </a:xfrm>
          <a:prstGeom prst="rect">
            <a:avLst/>
          </a:prstGeom>
          <a:solidFill>
            <a:schemeClr val="accent5">
              <a:lumMod val="20000"/>
              <a:lumOff val="80000"/>
            </a:schemeClr>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a:rPr>
              <a:t>专线建设</a:t>
            </a:r>
            <a:endParaRPr lang="en-US" altLang="zh-CN" sz="1000" b="1" kern="0" dirty="0">
              <a:solidFill>
                <a:srgbClr val="000000"/>
              </a:solidFill>
              <a:latin typeface="微软雅黑" panose="020B0503020204020204" pitchFamily="34" charset="-122"/>
              <a:ea typeface="微软雅黑"/>
            </a:endParaRPr>
          </a:p>
        </p:txBody>
      </p:sp>
      <p:sp>
        <p:nvSpPr>
          <p:cNvPr id="121" name="右大括号 120"/>
          <p:cNvSpPr/>
          <p:nvPr/>
        </p:nvSpPr>
        <p:spPr>
          <a:xfrm rot="16200000">
            <a:off x="8060670" y="3361968"/>
            <a:ext cx="301717" cy="2711657"/>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 name="Text Box 171"/>
          <p:cNvSpPr txBox="1">
            <a:spLocks noChangeArrowheads="1"/>
          </p:cNvSpPr>
          <p:nvPr/>
        </p:nvSpPr>
        <p:spPr bwMode="auto">
          <a:xfrm>
            <a:off x="7495325" y="4463303"/>
            <a:ext cx="1403299" cy="224790"/>
          </a:xfrm>
          <a:prstGeom prst="rect">
            <a:avLst/>
          </a:prstGeom>
          <a:solidFill>
            <a:schemeClr val="accent5">
              <a:lumMod val="20000"/>
              <a:lumOff val="80000"/>
            </a:schemeClr>
          </a:solid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lang="zh-CN" altLang="en-US" sz="1000" b="1" kern="0" dirty="0">
                <a:solidFill>
                  <a:srgbClr val="000000"/>
                </a:solidFill>
                <a:latin typeface="微软雅黑" panose="020B0503020204020204" pitchFamily="34" charset="-122"/>
                <a:ea typeface="微软雅黑"/>
              </a:rPr>
              <a:t>超节点集群交付</a:t>
            </a:r>
            <a:endParaRPr lang="en-US" altLang="zh-CN" sz="1000" b="1" kern="0" dirty="0">
              <a:solidFill>
                <a:srgbClr val="000000"/>
              </a:solidFill>
              <a:latin typeface="微软雅黑" panose="020B0503020204020204" pitchFamily="34" charset="-122"/>
              <a:ea typeface="微软雅黑"/>
            </a:endParaRPr>
          </a:p>
        </p:txBody>
      </p:sp>
      <p:sp>
        <p:nvSpPr>
          <p:cNvPr id="145" name="矩形 144"/>
          <p:cNvSpPr/>
          <p:nvPr/>
        </p:nvSpPr>
        <p:spPr>
          <a:xfrm>
            <a:off x="275473" y="1402080"/>
            <a:ext cx="421425" cy="1700142"/>
          </a:xfrm>
          <a:prstGeom prst="rect">
            <a:avLst/>
          </a:prstGeom>
          <a:solidFill>
            <a:srgbClr val="C00000"/>
          </a:solidFill>
        </p:spPr>
        <p:txBody>
          <a:bodyPr wrap="square" anchor="ctr">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en-US" altLang="zh-CN" sz="1200" b="1" kern="0" dirty="0">
                <a:solidFill>
                  <a:srgbClr val="FFFF00"/>
                </a:solidFill>
                <a:latin typeface="微软雅黑" panose="020B0503020204020204" pitchFamily="34" charset="-122"/>
                <a:ea typeface="微软雅黑" panose="020B0503020204020204" pitchFamily="34" charset="-122"/>
                <a:cs typeface="+mn-ea"/>
              </a:rPr>
              <a:t>L1</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200" b="1" kern="0" dirty="0">
                <a:solidFill>
                  <a:srgbClr val="FFFF00"/>
                </a:solidFill>
                <a:latin typeface="微软雅黑" panose="020B0503020204020204" pitchFamily="34" charset="-122"/>
                <a:ea typeface="微软雅黑" panose="020B0503020204020204" pitchFamily="34" charset="-122"/>
                <a:cs typeface="+mn-ea"/>
              </a:rPr>
              <a:t>机房工程建设</a:t>
            </a:r>
            <a:endParaRPr kumimoji="1" lang="en-US" altLang="zh-CN" sz="1200" b="1" kern="0" dirty="0">
              <a:solidFill>
                <a:srgbClr val="FFFF00"/>
              </a:solidFill>
              <a:latin typeface="微软雅黑" panose="020B0503020204020204" pitchFamily="34" charset="-122"/>
              <a:ea typeface="微软雅黑" panose="020B0503020204020204" pitchFamily="34" charset="-122"/>
              <a:cs typeface="+mn-ea"/>
            </a:endParaRPr>
          </a:p>
        </p:txBody>
      </p:sp>
      <p:sp>
        <p:nvSpPr>
          <p:cNvPr id="8" name="箭头: V 形 7"/>
          <p:cNvSpPr/>
          <p:nvPr/>
        </p:nvSpPr>
        <p:spPr>
          <a:xfrm>
            <a:off x="11019135" y="3705462"/>
            <a:ext cx="970947" cy="274435"/>
          </a:xfrm>
          <a:prstGeom prst="chevron">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146" name="Text Box 171"/>
          <p:cNvSpPr txBox="1">
            <a:spLocks noChangeArrowheads="1"/>
          </p:cNvSpPr>
          <p:nvPr/>
        </p:nvSpPr>
        <p:spPr bwMode="auto">
          <a:xfrm>
            <a:off x="11088936" y="3742622"/>
            <a:ext cx="872862" cy="224790"/>
          </a:xfrm>
          <a:prstGeom prst="rect">
            <a:avLst/>
          </a:prstGeom>
          <a:noFill/>
          <a:ln w="9525">
            <a:noFill/>
            <a:miter lim="800000"/>
          </a:ln>
        </p:spPr>
        <p:txBody>
          <a:bodyPr wrap="square" lIns="35986" tIns="35986" rIns="35986" bIns="35986">
            <a:spAutoFit/>
          </a:bodyPr>
          <a:lstStyle/>
          <a:p>
            <a:pPr marL="0" marR="0" lvl="0" indent="0" algn="ctr" defTabSz="72263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rPr>
              <a:t>现网使用运维</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a:cs typeface="+mn-cs"/>
            </a:endParaRPr>
          </a:p>
        </p:txBody>
      </p:sp>
      <p:cxnSp>
        <p:nvCxnSpPr>
          <p:cNvPr id="6" name="直接箭头连接符 5"/>
          <p:cNvCxnSpPr>
            <a:stCxn id="186" idx="2"/>
          </p:cNvCxnSpPr>
          <p:nvPr/>
        </p:nvCxnSpPr>
        <p:spPr>
          <a:xfrm flipH="1">
            <a:off x="8732299" y="4298166"/>
            <a:ext cx="114935" cy="1654810"/>
          </a:xfrm>
          <a:prstGeom prst="straightConnector1">
            <a:avLst/>
          </a:prstGeom>
          <a:ln w="12700">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614353" y="1167130"/>
            <a:ext cx="0" cy="4455160"/>
          </a:xfrm>
          <a:prstGeom prst="line">
            <a:avLst/>
          </a:prstGeom>
          <a:ln w="28575" cmpd="thickThin">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31" name="直接连接符 30"/>
          <p:cNvCxnSpPr/>
          <p:nvPr/>
        </p:nvCxnSpPr>
        <p:spPr>
          <a:xfrm>
            <a:off x="6855778" y="1226185"/>
            <a:ext cx="0" cy="4455160"/>
          </a:xfrm>
          <a:prstGeom prst="line">
            <a:avLst/>
          </a:prstGeom>
          <a:ln w="12700" cmpd="sng">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32" name="直接连接符 31"/>
          <p:cNvCxnSpPr/>
          <p:nvPr/>
        </p:nvCxnSpPr>
        <p:spPr>
          <a:xfrm>
            <a:off x="7957503" y="1171575"/>
            <a:ext cx="0" cy="4455160"/>
          </a:xfrm>
          <a:prstGeom prst="line">
            <a:avLst/>
          </a:prstGeom>
          <a:ln w="12700" cmpd="sng">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cxnSp>
      <p:sp>
        <p:nvSpPr>
          <p:cNvPr id="37" name="文本框 36"/>
          <p:cNvSpPr txBox="1"/>
          <p:nvPr/>
        </p:nvSpPr>
        <p:spPr>
          <a:xfrm>
            <a:off x="7510145" y="5953125"/>
            <a:ext cx="2531745" cy="286385"/>
          </a:xfrm>
          <a:prstGeom prst="rect">
            <a:avLst/>
          </a:prstGeom>
          <a:noFill/>
          <a:ln w="28575" cmpd="sng">
            <a:solidFill>
              <a:schemeClr val="accent1">
                <a:shade val="50000"/>
              </a:schemeClr>
            </a:solidFill>
            <a:prstDash val="sysDot"/>
          </a:ln>
        </p:spPr>
        <p:txBody>
          <a:bodyPr wrap="square" lIns="0" tIns="0" rIns="0" bIns="0" rtlCol="0" anchor="t">
            <a:noAutofit/>
          </a:bodyPr>
          <a:p>
            <a:pPr marL="0" marR="0" lvl="0" indent="0" algn="ctr" defTabSz="722630" rtl="0" eaLnBrk="1" fontAlgn="auto" latinLnBrk="0" hangingPunct="1">
              <a:lnSpc>
                <a:spcPct val="100000"/>
              </a:lnSpc>
              <a:spcBef>
                <a:spcPts val="0"/>
              </a:spcBef>
              <a:spcAft>
                <a:spcPts val="0"/>
              </a:spcAft>
              <a:buClrTx/>
              <a:buSzTx/>
              <a:buFontTx/>
              <a:buNone/>
              <a:defRPr/>
            </a:pPr>
            <a:r>
              <a:rPr lang="en-US" altLang="zh-CN" sz="1000" b="1" kern="0" dirty="0">
                <a:solidFill>
                  <a:srgbClr val="FF0000"/>
                </a:solidFill>
                <a:latin typeface="微软雅黑" panose="020B0503020204020204" pitchFamily="34" charset="-122"/>
                <a:ea typeface="微软雅黑"/>
                <a:sym typeface="+mn-ea"/>
              </a:rPr>
              <a:t>*</a:t>
            </a:r>
            <a:r>
              <a:rPr lang="zh-CN" altLang="en-US" sz="1000" b="1" kern="0" dirty="0">
                <a:solidFill>
                  <a:srgbClr val="FF0000"/>
                </a:solidFill>
                <a:latin typeface="微软雅黑" panose="020B0503020204020204" pitchFamily="34" charset="-122"/>
                <a:ea typeface="微软雅黑"/>
                <a:sym typeface="+mn-ea"/>
              </a:rPr>
              <a:t>基于临时组网方案调测</a:t>
            </a:r>
            <a:endParaRPr lang="zh-CN" altLang="en-US" sz="1000" b="1" kern="0" dirty="0">
              <a:solidFill>
                <a:srgbClr val="FF0000"/>
              </a:solidFill>
              <a:latin typeface="微软雅黑" panose="020B0503020204020204" pitchFamily="34" charset="-122"/>
              <a:ea typeface="微软雅黑"/>
              <a:sym typeface="+mn-ea"/>
            </a:endParaRPr>
          </a:p>
          <a:p>
            <a:pPr marL="0" marR="0" lvl="0" indent="0" algn="ctr" defTabSz="722630" rtl="0" eaLnBrk="1" fontAlgn="auto" latinLnBrk="0" hangingPunct="1">
              <a:lnSpc>
                <a:spcPct val="100000"/>
              </a:lnSpc>
              <a:spcBef>
                <a:spcPts val="0"/>
              </a:spcBef>
              <a:spcAft>
                <a:spcPts val="0"/>
              </a:spcAft>
              <a:buClrTx/>
              <a:buSzTx/>
              <a:buFontTx/>
              <a:buNone/>
              <a:defRPr/>
            </a:pPr>
            <a:r>
              <a:rPr kumimoji="1" lang="zh-CN" altLang="en-US" sz="1000" b="1" kern="0" dirty="0" smtClean="0">
                <a:solidFill>
                  <a:srgbClr val="FF0000"/>
                </a:solidFill>
                <a:latin typeface="微软雅黑" panose="020B0503020204020204" pitchFamily="34" charset="-122"/>
                <a:ea typeface="微软雅黑"/>
                <a:sym typeface="+mn-ea"/>
              </a:rPr>
              <a:t>不依赖</a:t>
            </a:r>
            <a:r>
              <a:rPr kumimoji="1" lang="en-US" altLang="zh-CN" sz="1000" b="1" kern="0" dirty="0" smtClean="0">
                <a:solidFill>
                  <a:srgbClr val="FF0000"/>
                </a:solidFill>
                <a:latin typeface="微软雅黑" panose="020B0503020204020204" pitchFamily="34" charset="-122"/>
                <a:ea typeface="微软雅黑"/>
                <a:sym typeface="+mn-ea"/>
              </a:rPr>
              <a:t>ZJ</a:t>
            </a:r>
            <a:r>
              <a:rPr kumimoji="1" lang="zh-CN" altLang="en-US" sz="1000" b="1" kern="0" dirty="0" smtClean="0">
                <a:solidFill>
                  <a:srgbClr val="FF0000"/>
                </a:solidFill>
                <a:latin typeface="微软雅黑" panose="020B0503020204020204" pitchFamily="34" charset="-122"/>
                <a:ea typeface="微软雅黑"/>
                <a:sym typeface="+mn-ea"/>
              </a:rPr>
              <a:t>网络调通</a:t>
            </a:r>
            <a:endParaRPr kumimoji="1" lang="zh-CN" altLang="en-US" sz="1000" b="1" kern="0" dirty="0" smtClean="0">
              <a:solidFill>
                <a:srgbClr val="FF0000"/>
              </a:solidFill>
              <a:latin typeface="微软雅黑" panose="020B0503020204020204" pitchFamily="34" charset="-122"/>
              <a:ea typeface="微软雅黑"/>
              <a:sym typeface="+mn-ea"/>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a:spLocks noChangeArrowheads="1"/>
          </p:cNvSpPr>
          <p:nvPr/>
        </p:nvSpPr>
        <p:spPr bwMode="auto">
          <a:xfrm>
            <a:off x="147909" y="751279"/>
            <a:ext cx="10948270" cy="329642"/>
          </a:xfrm>
          <a:prstGeom prst="rect">
            <a:avLst/>
          </a:prstGeom>
          <a:noFill/>
          <a:ln w="9525">
            <a:noFill/>
            <a:miter lim="800000"/>
          </a:ln>
        </p:spPr>
        <p:txBody>
          <a:bodyPr wrap="square">
            <a:spAutoFit/>
          </a:bodyPr>
          <a:lstStyle/>
          <a:p>
            <a:pPr defTabSz="914400" fontAlgn="base">
              <a:spcBef>
                <a:spcPct val="0"/>
              </a:spcBef>
              <a:spcAft>
                <a:spcPct val="0"/>
              </a:spcAft>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填写项目全生命周期的</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自有人力</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租赁人员</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的月度计划（需求类型、数量、获取途径）。</a:t>
            </a:r>
            <a:r>
              <a:rPr lang="zh-CN" altLang="en-US"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参照项目交付范围编写</a:t>
            </a:r>
            <a:r>
              <a:rPr lang="zh-CN" altLang="en-US"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标题 2"/>
          <p:cNvSpPr>
            <a:spLocks noGrp="1"/>
          </p:cNvSpPr>
          <p:nvPr>
            <p:ph type="title" idx="4294967295"/>
          </p:nvPr>
        </p:nvSpPr>
        <p:spPr>
          <a:xfrm>
            <a:off x="0" y="165100"/>
            <a:ext cx="7632700" cy="474663"/>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人力资源计划</a:t>
            </a:r>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对应</a:t>
            </a:r>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512</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卡交付范围</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graphicFrame>
        <p:nvGraphicFramePr>
          <p:cNvPr id="10" name="表格 9"/>
          <p:cNvGraphicFramePr>
            <a:graphicFrameLocks noGrp="1"/>
          </p:cNvGraphicFramePr>
          <p:nvPr/>
        </p:nvGraphicFramePr>
        <p:xfrm>
          <a:off x="984885" y="1192437"/>
          <a:ext cx="9866630" cy="4955540"/>
        </p:xfrm>
        <a:graphic>
          <a:graphicData uri="http://schemas.openxmlformats.org/drawingml/2006/table">
            <a:tbl>
              <a:tblPr/>
              <a:tblGrid>
                <a:gridCol w="790575"/>
                <a:gridCol w="805180"/>
                <a:gridCol w="696595"/>
                <a:gridCol w="964565"/>
                <a:gridCol w="838835"/>
                <a:gridCol w="813435"/>
                <a:gridCol w="629285"/>
                <a:gridCol w="781050"/>
                <a:gridCol w="781050"/>
                <a:gridCol w="781050"/>
                <a:gridCol w="780415"/>
                <a:gridCol w="1204595"/>
              </a:tblGrid>
              <a:tr h="617220">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岗位</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角色</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人员级别</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人员类别</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资源部门</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作战模式</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总人月</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规划设计</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L1</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改造</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L2</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部署</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转维移交</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rowSpan="2">
                  <a:txBody>
                    <a:bodyPr/>
                    <a:lstStyle/>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备注</a:t>
                      </a:r>
                      <a:endParaRPr lang="en-US" altLang="zh-CN" sz="1050" b="1" i="0" u="none" strike="noStrike" dirty="0">
                        <a:solidFill>
                          <a:srgbClr val="FFFFFF"/>
                        </a:solidFill>
                        <a:effectLst/>
                        <a:latin typeface="微软雅黑" panose="020B0503020204020204" pitchFamily="34" charset="-122"/>
                        <a:ea typeface="微软雅黑" panose="020B0503020204020204" pitchFamily="34" charset="-122"/>
                      </a:endParaRPr>
                    </a:p>
                    <a:p>
                      <a:pPr algn="ctr" rtl="0" fontAlgn="ct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（资源缺口、获取途径等）</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r>
              <a:tr h="432435">
                <a:tc vMerge="1">
                  <a:tcPr/>
                </a:tc>
                <a:tc vMerge="1">
                  <a:tcPr marL="6067" marR="6067" marT="6067" marB="0" anchor="ct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7</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月</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8</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月</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9</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月</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rtl="0" fontAlgn="ctr"/>
                      <a:r>
                        <a:rPr lang="en-US" sz="1050" b="1" i="0" u="none" strike="noStrike" dirty="0">
                          <a:solidFill>
                            <a:srgbClr val="FFFFFF"/>
                          </a:solidFill>
                          <a:effectLst/>
                          <a:latin typeface="微软雅黑" panose="020B0503020204020204" pitchFamily="34" charset="-122"/>
                          <a:ea typeface="微软雅黑" panose="020B0503020204020204" pitchFamily="34" charset="-122"/>
                        </a:rPr>
                        <a:t>10</a:t>
                      </a:r>
                      <a:r>
                        <a:rPr lang="zh-CN" altLang="en-US" sz="1050" b="1" i="0" u="none" strike="noStrike" dirty="0">
                          <a:solidFill>
                            <a:srgbClr val="FFFFFF"/>
                          </a:solidFill>
                          <a:effectLst/>
                          <a:latin typeface="微软雅黑" panose="020B0503020204020204" pitchFamily="34" charset="-122"/>
                          <a:ea typeface="微软雅黑" panose="020B0503020204020204" pitchFamily="34" charset="-122"/>
                        </a:rPr>
                        <a:t>月</a:t>
                      </a:r>
                      <a:endParaRPr lang="zh-CN" altLang="en-US" sz="1050" b="1" i="0" u="none" strike="noStrike" dirty="0">
                        <a:solidFill>
                          <a:srgbClr val="FFFFFF"/>
                        </a:solidFill>
                        <a:effectLst/>
                        <a:latin typeface="微软雅黑" panose="020B0503020204020204" pitchFamily="34" charset="-122"/>
                        <a:ea typeface="微软雅黑" panose="020B0503020204020204" pitchFamily="34"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r>
              <a:tr h="342900">
                <a:tc rowSpan="2">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项目管理</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PD</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L3</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代表处</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2.5</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0.5</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4805">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PCM</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L2</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租赁</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代表处</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3.2</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0.2</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3535">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方案设计</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SA</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L3</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产品线</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2.5</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0.5</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0.8</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0.2</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1188085"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2900">
                <a:tc rowSpan="2">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技术管理</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TD</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L2</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dirty="0">
                          <a:solidFill>
                            <a:srgbClr val="000000"/>
                          </a:solidFill>
                          <a:effectLst/>
                          <a:latin typeface="方正雅意黑 GB18030L2 R" panose="02000500000000000000" charset="-122"/>
                          <a:ea typeface="方正雅意黑 GB18030L2 R" panose="02000500000000000000" charset="-122"/>
                          <a:sym typeface="+mn-ea"/>
                        </a:rPr>
                        <a:t>代表处</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4</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4805">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en-US" sz="1050" b="0" i="0" u="none" strike="noStrike" dirty="0">
                          <a:solidFill>
                            <a:srgbClr val="000000"/>
                          </a:solidFill>
                          <a:effectLst/>
                          <a:latin typeface="方正雅意黑 GB18030L2 R" panose="02000500000000000000" charset="-122"/>
                          <a:ea typeface="方正雅意黑 GB18030L2 R" panose="02000500000000000000" charset="-122"/>
                        </a:rPr>
                        <a:t>DTD</a:t>
                      </a:r>
                      <a:endParaRPr lang="en-US"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en-US" sz="1050" b="0" i="0" u="none" strike="noStrike" dirty="0">
                          <a:solidFill>
                            <a:srgbClr val="000000"/>
                          </a:solidFill>
                          <a:effectLst/>
                          <a:latin typeface="方正雅意黑 GB18030L2 R" panose="02000500000000000000" charset="-122"/>
                          <a:ea typeface="方正雅意黑 GB18030L2 R" panose="02000500000000000000" charset="-122"/>
                        </a:rPr>
                        <a:t>L3</a:t>
                      </a:r>
                      <a:endParaRPr lang="en-US"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军团</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4</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2900">
                <a:tc rowSpan="2">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计算</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智算</a:t>
                      </a: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a:t>
                      </a:r>
                      <a:r>
                        <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TL</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L1</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代表处</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现场</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4</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1188085" rtl="0" eaLnBrk="1" fontAlgn="ctr"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000000"/>
                        </a:solidFill>
                        <a:effectLst/>
                        <a:uLnTx/>
                        <a:uFillTx/>
                        <a:latin typeface="方正雅意黑 GB18030L2 R" panose="02000500000000000000" charset="-122"/>
                        <a:ea typeface="方正雅意黑 GB18030L2 R" panose="02000500000000000000" charset="-122"/>
                        <a:cs typeface="+mn-cs"/>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5765">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智算</a:t>
                      </a: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a:t>
                      </a:r>
                      <a:r>
                        <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T</a:t>
                      </a: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E</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GTS</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latin typeface="方正雅意黑 GB18030L2 R" panose="02000500000000000000" charset="-122"/>
                          <a:ea typeface="方正雅意黑 GB18030L2 R" panose="02000500000000000000" charset="-122"/>
                          <a:cs typeface="方正雅意黑 GB18030L2 R" panose="02000500000000000000" charset="-122"/>
                        </a:rPr>
                        <a:t>OCC</a:t>
                      </a:r>
                      <a:r>
                        <a:rPr kumimoji="0" lang="zh-CN" altLang="en-US" sz="1050" b="0" i="0" u="none" strike="noStrike" kern="1200" cap="none" spc="0" normalizeH="0" baseline="0" noProof="0" dirty="0">
                          <a:ln>
                            <a:noFill/>
                          </a:ln>
                          <a:solidFill>
                            <a:srgbClr val="000000"/>
                          </a:solidFill>
                          <a:effectLst/>
                          <a:uLnTx/>
                          <a:uFillTx/>
                          <a:latin typeface="方正雅意黑 GB18030L2 R" panose="02000500000000000000" charset="-122"/>
                          <a:ea typeface="方正雅意黑 GB18030L2 R" panose="02000500000000000000" charset="-122"/>
                          <a:cs typeface="方正雅意黑 GB18030L2 R" panose="02000500000000000000" charset="-122"/>
                        </a:rPr>
                        <a:t>拉远</a:t>
                      </a:r>
                      <a:endParaRPr kumimoji="0" lang="zh-CN" altLang="en-US" sz="1050" b="0" i="0" u="none" strike="noStrike" kern="1200" cap="none" spc="0" normalizeH="0" baseline="0" noProof="0" dirty="0">
                        <a:ln>
                          <a:noFill/>
                        </a:ln>
                        <a:solidFill>
                          <a:srgbClr val="000000"/>
                        </a:solidFill>
                        <a:effectLst/>
                        <a:uLnTx/>
                        <a:uFillTx/>
                        <a:latin typeface="方正雅意黑 GB18030L2 R" panose="02000500000000000000" charset="-122"/>
                        <a:ea typeface="方正雅意黑 GB18030L2 R" panose="02000500000000000000" charset="-122"/>
                        <a:cs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8</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a:solidFill>
                            <a:srgbClr val="000000"/>
                          </a:solidFill>
                          <a:effectLst/>
                          <a:latin typeface="方正雅意黑 GB18030L2 R" panose="02000500000000000000" charset="-122"/>
                          <a:ea typeface="方正雅意黑 GB18030L2 R" panose="02000500000000000000" charset="-122"/>
                          <a:sym typeface="+mn-ea"/>
                        </a:rPr>
                        <a:t>2</a:t>
                      </a:r>
                      <a:r>
                        <a:rPr lang="zh-CN" altLang="en-US" sz="1800" b="0" i="0" u="none" strike="noStrike">
                          <a:solidFill>
                            <a:srgbClr val="000000"/>
                          </a:solidFill>
                          <a:effectLst/>
                          <a:latin typeface="方正雅意黑 GB18030L2 R" panose="02000500000000000000" charset="-122"/>
                          <a:ea typeface="方正雅意黑 GB18030L2 R" panose="02000500000000000000" charset="-122"/>
                        </a:rPr>
                        <a:t>　</a:t>
                      </a:r>
                      <a:endParaRPr lang="zh-CN" altLang="en-US" sz="180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0</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2</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2</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1188085" rtl="0" eaLnBrk="1" fontAlgn="ctr"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000000"/>
                        </a:solidFill>
                        <a:effectLst/>
                        <a:uLnTx/>
                        <a:uFillTx/>
                        <a:latin typeface="方正雅意黑 GB18030L2 R" panose="02000500000000000000" charset="-122"/>
                        <a:ea typeface="方正雅意黑 GB18030L2 R" panose="02000500000000000000" charset="-122"/>
                        <a:cs typeface="+mn-cs"/>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4805">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网络</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网络</a:t>
                      </a: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a:t>
                      </a:r>
                      <a:r>
                        <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rPr>
                        <a:t>TL</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cs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L2</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租赁</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代表处</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1.2</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0</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0.2</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42900">
                <a:tc rowSpan="2">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产品线</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DPM</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产品线</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4</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5765">
                <a:tc v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sz="1050" b="0" i="0" u="none" strike="noStrike" dirty="0">
                          <a:solidFill>
                            <a:srgbClr val="000000"/>
                          </a:solidFill>
                          <a:effectLst/>
                          <a:latin typeface="方正雅意黑 GB18030L2 R" panose="02000500000000000000" charset="-122"/>
                          <a:ea typeface="方正雅意黑 GB18030L2 R" panose="02000500000000000000" charset="-122"/>
                        </a:rPr>
                        <a:t>研发</a:t>
                      </a:r>
                      <a:endParaRPr 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方正雅意黑 GB18030L2 R" panose="02000500000000000000" charset="-122"/>
                          <a:ea typeface="方正雅意黑 GB18030L2 R" panose="02000500000000000000" charset="-122"/>
                        </a:rPr>
                        <a:t>\</a:t>
                      </a:r>
                      <a:endParaRPr 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自有</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dirty="0">
                          <a:solidFill>
                            <a:srgbClr val="000000"/>
                          </a:solidFill>
                          <a:effectLst/>
                          <a:latin typeface="方正雅意黑 GB18030L2 R" panose="02000500000000000000" charset="-122"/>
                          <a:ea typeface="方正雅意黑 GB18030L2 R" panose="02000500000000000000" charset="-122"/>
                          <a:sym typeface="+mn-ea"/>
                        </a:rPr>
                        <a:t>产品线</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1050" b="0" i="0" u="none" strike="noStrike" dirty="0">
                          <a:solidFill>
                            <a:srgbClr val="000000"/>
                          </a:solidFill>
                          <a:effectLst/>
                          <a:latin typeface="方正雅意黑 GB18030L2 R" panose="02000500000000000000" charset="-122"/>
                          <a:ea typeface="方正雅意黑 GB18030L2 R" panose="02000500000000000000" charset="-122"/>
                        </a:rPr>
                        <a:t>现场</a:t>
                      </a:r>
                      <a:endParaRPr lang="zh-CN" altLang="en-US"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10</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0</a:t>
                      </a:r>
                      <a:r>
                        <a:rPr lang="zh-CN" altLang="en-US" sz="1800" b="0" i="0" u="none" strike="noStrike">
                          <a:solidFill>
                            <a:srgbClr val="000000"/>
                          </a:solidFill>
                          <a:effectLst/>
                          <a:latin typeface="方正雅意黑 GB18030L2 R" panose="02000500000000000000" charset="-122"/>
                          <a:ea typeface="方正雅意黑 GB18030L2 R" panose="02000500000000000000" charset="-122"/>
                        </a:rPr>
                        <a:t>　</a:t>
                      </a:r>
                      <a:endParaRPr lang="zh-CN" altLang="en-US" sz="180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a:solidFill>
                            <a:srgbClr val="000000"/>
                          </a:solidFill>
                          <a:effectLst/>
                          <a:latin typeface="方正雅意黑 GB18030L2 R" panose="02000500000000000000" charset="-122"/>
                          <a:ea typeface="方正雅意黑 GB18030L2 R" panose="02000500000000000000" charset="-122"/>
                        </a:rPr>
                        <a:t>1</a:t>
                      </a:r>
                      <a:endParaRPr lang="en-US" altLang="zh-CN" sz="1050" b="0" i="0" u="none" strike="noStrike">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6</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3</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44805">
                <a:tc gridSpan="6">
                  <a:txBody>
                    <a:bodyPr/>
                    <a:lstStyle/>
                    <a:p>
                      <a:pPr algn="ctr" rtl="0" fontAlgn="ctr"/>
                      <a:r>
                        <a:rPr lang="zh-CN" altLang="en-US" sz="1050" b="0" i="0" u="none" strike="noStrike" dirty="0">
                          <a:solidFill>
                            <a:srgbClr val="0D0D0D"/>
                          </a:solidFill>
                          <a:effectLst/>
                          <a:latin typeface="方正雅意黑 GB18030L2 R" panose="02000500000000000000" charset="-122"/>
                          <a:ea typeface="方正雅意黑 GB18030L2 R" panose="02000500000000000000" charset="-122"/>
                        </a:rPr>
                        <a:t>合计</a:t>
                      </a:r>
                      <a:endParaRPr lang="zh-CN" altLang="en-US" sz="1050" b="0" i="0" u="none" strike="noStrike" dirty="0">
                        <a:solidFill>
                          <a:srgbClr val="0D0D0D"/>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00000"/>
                          </a:solidFill>
                          <a:effectLst/>
                          <a:latin typeface="方正雅意黑 GB18030L2 R" panose="02000500000000000000" charset="-122"/>
                          <a:ea typeface="方正雅意黑 GB18030L2 R" panose="02000500000000000000" charset="-122"/>
                        </a:rPr>
                        <a:t>41.4</a:t>
                      </a:r>
                      <a:endParaRPr lang="en-US" altLang="zh-CN" sz="1050" b="0" i="0" u="none" strike="noStrike" dirty="0">
                        <a:solidFill>
                          <a:srgbClr val="000000"/>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D0D0D"/>
                          </a:solidFill>
                          <a:effectLst/>
                          <a:latin typeface="方正雅意黑 GB18030L2 R" panose="02000500000000000000" charset="-122"/>
                          <a:ea typeface="方正雅意黑 GB18030L2 R" panose="02000500000000000000" charset="-122"/>
                        </a:rPr>
                        <a:t>7.2</a:t>
                      </a:r>
                      <a:endParaRPr lang="en-US" altLang="zh-CN" sz="1050" b="0" i="0" u="none" strike="noStrike">
                        <a:solidFill>
                          <a:srgbClr val="0D0D0D"/>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a:solidFill>
                            <a:srgbClr val="0D0D0D"/>
                          </a:solidFill>
                          <a:effectLst/>
                          <a:latin typeface="方正雅意黑 GB18030L2 R" panose="02000500000000000000" charset="-122"/>
                          <a:ea typeface="方正雅意黑 GB18030L2 R" panose="02000500000000000000" charset="-122"/>
                        </a:rPr>
                        <a:t>7.5</a:t>
                      </a:r>
                      <a:endParaRPr lang="en-US" altLang="zh-CN" sz="1050" b="0" i="0" u="none" strike="noStrike">
                        <a:solidFill>
                          <a:srgbClr val="0D0D0D"/>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D0D0D"/>
                          </a:solidFill>
                          <a:effectLst/>
                          <a:latin typeface="方正雅意黑 GB18030L2 R" panose="02000500000000000000" charset="-122"/>
                          <a:ea typeface="方正雅意黑 GB18030L2 R" panose="02000500000000000000" charset="-122"/>
                        </a:rPr>
                        <a:t>15.8</a:t>
                      </a:r>
                      <a:endParaRPr lang="en-US" altLang="zh-CN" sz="1050" b="0" i="0" u="none" strike="noStrike" dirty="0">
                        <a:solidFill>
                          <a:srgbClr val="0D0D0D"/>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50" b="0" i="0" u="none" strike="noStrike" dirty="0">
                          <a:solidFill>
                            <a:srgbClr val="0D0D0D"/>
                          </a:solidFill>
                          <a:effectLst/>
                          <a:latin typeface="方正雅意黑 GB18030L2 R" panose="02000500000000000000" charset="-122"/>
                          <a:ea typeface="方正雅意黑 GB18030L2 R" panose="02000500000000000000" charset="-122"/>
                        </a:rPr>
                        <a:t>10.9</a:t>
                      </a:r>
                      <a:endParaRPr lang="en-US" altLang="zh-CN" sz="1050" b="0" i="0" u="none" strike="noStrike" dirty="0">
                        <a:solidFill>
                          <a:srgbClr val="0D0D0D"/>
                        </a:solidFill>
                        <a:effectLst/>
                        <a:latin typeface="方正雅意黑 GB18030L2 R" panose="02000500000000000000" charset="-122"/>
                        <a:ea typeface="方正雅意黑 GB18030L2 R" panose="02000500000000000000"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n-US" altLang="zh-CN" sz="1050" b="0" i="0" u="none" strike="noStrike" dirty="0">
                        <a:solidFill>
                          <a:srgbClr val="0D0D0D"/>
                        </a:solidFill>
                        <a:effectLst/>
                        <a:latin typeface="方正雅意黑 GB18030L2 R" panose="02000500000000000000" charset="-122"/>
                        <a:ea typeface="方正雅意黑 GB18030L2 R" panose="02000500000000000000" charset="-122"/>
                      </a:endParaRPr>
                    </a:p>
                  </a:txBody>
                  <a:tcPr marL="6067" marR="6067" marT="60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8"/>
          <p:cNvSpPr txBox="1">
            <a:spLocks noChangeArrowheads="1"/>
          </p:cNvSpPr>
          <p:nvPr/>
        </p:nvSpPr>
        <p:spPr bwMode="auto">
          <a:xfrm>
            <a:off x="184535" y="631058"/>
            <a:ext cx="11668953" cy="706027"/>
          </a:xfrm>
          <a:prstGeom prst="rect">
            <a:avLst/>
          </a:prstGeom>
          <a:noFill/>
          <a:ln w="9525">
            <a:noFill/>
            <a:miter lim="800000"/>
          </a:ln>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填写说明：</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、业务需求部门对采购需求的准确性和完整性负责</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采购</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PPM</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对采购策略的准确性负责</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标题 1"/>
          <p:cNvSpPr>
            <a:spLocks noGrp="1"/>
          </p:cNvSpPr>
          <p:nvPr>
            <p:ph type="title"/>
          </p:nvPr>
        </p:nvSpPr>
        <p:spPr>
          <a:xfrm>
            <a:off x="118167" y="143380"/>
            <a:ext cx="6984763" cy="440821"/>
          </a:xfrm>
          <a:noFill/>
          <a:ln w="9525">
            <a:noFill/>
            <a:miter lim="800000"/>
          </a:ln>
        </p:spPr>
        <p:txBody>
          <a:bodyPr vert="horz" wrap="square" lIns="91361" tIns="45680" rIns="91361" bIns="45680" numCol="1" anchor="ctr" anchorCtr="0" compatLnSpc="1"/>
          <a:lstStyle/>
          <a:p>
            <a:r>
              <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项目采购需求及采购策略</a:t>
            </a:r>
            <a:r>
              <a:rPr lang="en-US" altLang="zh-CN" sz="1500"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非转售采购需求</a:t>
            </a:r>
            <a:endPar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2" name="文本框 1"/>
          <p:cNvSpPr txBox="1"/>
          <p:nvPr/>
        </p:nvSpPr>
        <p:spPr>
          <a:xfrm>
            <a:off x="5226283" y="5733398"/>
            <a:ext cx="2711148" cy="261610"/>
          </a:xfrm>
          <a:prstGeom prst="rect">
            <a:avLst/>
          </a:prstGeom>
          <a:noFill/>
          <a:ln w="28575">
            <a:solidFill>
              <a:schemeClr val="tx1"/>
            </a:solidFill>
            <a:prstDash val="sysDash"/>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B0F0"/>
                </a:solidFill>
                <a:effectLst/>
                <a:uLnTx/>
                <a:uFillTx/>
                <a:latin typeface="Arial" panose="02080604020202020204" pitchFamily="34" charset="0"/>
                <a:ea typeface="宋体" pitchFamily="2" charset="-122"/>
                <a:cs typeface="+mn-cs"/>
              </a:rPr>
              <a:t>项目采购</a:t>
            </a:r>
            <a:r>
              <a:rPr kumimoji="0" lang="en-US" altLang="zh-CN" sz="1100" b="1" i="0" u="none" strike="noStrike" kern="1200" cap="none" spc="0" normalizeH="0" baseline="0" noProof="0" dirty="0">
                <a:ln>
                  <a:noFill/>
                </a:ln>
                <a:solidFill>
                  <a:srgbClr val="00B0F0"/>
                </a:solidFill>
                <a:effectLst/>
                <a:uLnTx/>
                <a:uFillTx/>
                <a:latin typeface="Arial" panose="02080604020202020204" pitchFamily="34" charset="0"/>
                <a:ea typeface="宋体" pitchFamily="2" charset="-122"/>
                <a:cs typeface="+mn-cs"/>
              </a:rPr>
              <a:t>PPM</a:t>
            </a:r>
            <a:r>
              <a:rPr kumimoji="0" lang="zh-CN" altLang="en-US" sz="1100" b="1" i="0" u="none" strike="noStrike" kern="1200" cap="none" spc="0" normalizeH="0" baseline="0" noProof="0" dirty="0">
                <a:ln>
                  <a:noFill/>
                </a:ln>
                <a:solidFill>
                  <a:srgbClr val="00B0F0"/>
                </a:solidFill>
                <a:effectLst/>
                <a:uLnTx/>
                <a:uFillTx/>
                <a:latin typeface="Arial" panose="02080604020202020204" pitchFamily="34" charset="0"/>
                <a:ea typeface="宋体" pitchFamily="2" charset="-122"/>
                <a:cs typeface="+mn-cs"/>
              </a:rPr>
              <a:t>书面确认证据</a:t>
            </a:r>
            <a:endParaRPr kumimoji="0" lang="zh-CN" altLang="en-US" sz="1100" b="1" i="0" u="none" strike="noStrike" kern="1200" cap="none" spc="0" normalizeH="0" baseline="0" noProof="0" dirty="0">
              <a:ln>
                <a:noFill/>
              </a:ln>
              <a:solidFill>
                <a:srgbClr val="00B0F0"/>
              </a:solidFill>
              <a:effectLst/>
              <a:uLnTx/>
              <a:uFillTx/>
              <a:latin typeface="Arial" panose="02080604020202020204" pitchFamily="34" charset="0"/>
              <a:ea typeface="宋体" pitchFamily="2" charset="-122"/>
              <a:cs typeface="+mn-cs"/>
            </a:endParaRPr>
          </a:p>
        </p:txBody>
      </p:sp>
      <p:sp>
        <p:nvSpPr>
          <p:cNvPr id="10" name="矩形 9"/>
          <p:cNvSpPr/>
          <p:nvPr/>
        </p:nvSpPr>
        <p:spPr>
          <a:xfrm>
            <a:off x="1870524" y="5709707"/>
            <a:ext cx="3258105" cy="308995"/>
          </a:xfrm>
          <a:prstGeom prst="rect">
            <a:avLst/>
          </a:prstGeom>
        </p:spPr>
        <p:txBody>
          <a:bodyPr wrap="square">
            <a:spAutoFit/>
          </a:bodyPr>
          <a:lstStyle/>
          <a:p>
            <a:pPr marL="294005" marR="0" lvl="0" indent="-294005" algn="l" defTabSz="914400" rtl="0" eaLnBrk="1" fontAlgn="base" latinLnBrk="0" hangingPunct="1">
              <a:lnSpc>
                <a:spcPct val="130000"/>
              </a:lnSpc>
              <a:spcBef>
                <a:spcPct val="0"/>
              </a:spcBef>
              <a:spcAft>
                <a:spcPct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项目采购</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PPM</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对采购策略的书面确认依据：</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527810" y="1575352"/>
            <a:ext cx="11119646" cy="3268531"/>
          </a:xfrm>
          <a:prstGeom prst="rect">
            <a:avLst/>
          </a:prstGeom>
        </p:spPr>
      </p:pic>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18946" y="143808"/>
            <a:ext cx="9584672" cy="440764"/>
          </a:xfrm>
          <a:noFill/>
          <a:ln w="9525">
            <a:noFill/>
            <a:miter lim="800000"/>
          </a:ln>
        </p:spPr>
        <p:txBody>
          <a:bodyPr vert="horz" wrap="square" lIns="91349" tIns="45674" rIns="91349" bIns="45674" numCol="1" anchor="ctr" anchorCtr="0" compatLnSpc="1"/>
          <a:lstStyle/>
          <a:p>
            <a:r>
              <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项目第三方产品转售采购需求（仅展示场景三）</a:t>
            </a:r>
            <a:endPar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12" name="TextBox 8"/>
          <p:cNvSpPr txBox="1">
            <a:spLocks noChangeArrowheads="1"/>
          </p:cNvSpPr>
          <p:nvPr/>
        </p:nvSpPr>
        <p:spPr bwMode="auto">
          <a:xfrm>
            <a:off x="185305" y="631424"/>
            <a:ext cx="11667434" cy="705935"/>
          </a:xfrm>
          <a:prstGeom prst="rect">
            <a:avLst/>
          </a:prstGeom>
          <a:noFill/>
          <a:ln w="9525">
            <a:noFill/>
            <a:miter lim="800000"/>
          </a:ln>
        </p:spPr>
        <p:txBody>
          <a:bodyPr wrap="square">
            <a:spAutoFit/>
          </a:bodyPr>
          <a:lstStyle/>
          <a:p>
            <a:pPr defTabSz="914400" fontAlgn="base">
              <a:lnSpc>
                <a:spcPct val="150000"/>
              </a:lnSpc>
              <a:spcBef>
                <a:spcPct val="0"/>
              </a:spcBef>
              <a:spcAft>
                <a:spcPct val="0"/>
              </a:spcAft>
              <a:defRPr/>
            </a:pPr>
            <a:r>
              <a:rPr lang="zh-CN" altLang="en-US" sz="16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sz="16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、项目采购需求由业务需求部门负责，业务需求部门对采购需求的准确性和完整性负责（保持整个材料前后的一致性），采购</a:t>
            </a: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PPM</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对采购策略的准确性负责</a:t>
            </a:r>
            <a:endPar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446103" y="1870514"/>
            <a:ext cx="6112276" cy="369332"/>
          </a:xfrm>
          <a:prstGeom prst="rect">
            <a:avLst/>
          </a:prstGeom>
          <a:noFill/>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cs typeface="+mj-cs"/>
                <a:sym typeface="微软雅黑" panose="020B0503020204020204" pitchFamily="34" charset="-122"/>
              </a:rPr>
              <a:t>不涉及</a:t>
            </a:r>
            <a:endParaRPr lang="zh-CN" altLang="en-US" dirty="0">
              <a:solidFill>
                <a:srgbClr val="FF0000"/>
              </a:solidFill>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18946" y="143808"/>
            <a:ext cx="9584672" cy="440764"/>
          </a:xfrm>
          <a:noFill/>
          <a:ln w="9525">
            <a:noFill/>
            <a:miter lim="800000"/>
          </a:ln>
        </p:spPr>
        <p:txBody>
          <a:bodyPr vert="horz" wrap="square" lIns="91349" tIns="45674" rIns="91349" bIns="45674" numCol="1" anchor="ctr" anchorCtr="0" compatLnSpc="1"/>
          <a:lstStyle/>
          <a:p>
            <a:r>
              <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项目研发合作及机关采购（非转售）需求</a:t>
            </a:r>
            <a:r>
              <a:rPr lang="en-US" altLang="zh-CN"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其他服务成本</a:t>
            </a:r>
            <a:endParaRPr lang="zh-CN" altLang="en-US"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12" name="TextBox 8"/>
          <p:cNvSpPr txBox="1">
            <a:spLocks noChangeArrowheads="1"/>
          </p:cNvSpPr>
          <p:nvPr/>
        </p:nvSpPr>
        <p:spPr bwMode="auto">
          <a:xfrm>
            <a:off x="185305" y="4414858"/>
            <a:ext cx="11667434" cy="1537024"/>
          </a:xfrm>
          <a:prstGeom prst="rect">
            <a:avLst/>
          </a:prstGeom>
          <a:noFill/>
          <a:ln w="9525">
            <a:noFill/>
            <a:miter lim="800000"/>
          </a:ln>
        </p:spPr>
        <p:txBody>
          <a:bodyPr wrap="square">
            <a:spAutoFit/>
          </a:bodyPr>
          <a:lstStyle/>
          <a:p>
            <a:pPr defTabSz="914400" fontAlgn="base">
              <a:lnSpc>
                <a:spcPct val="150000"/>
              </a:lnSpc>
              <a:spcBef>
                <a:spcPct val="0"/>
              </a:spcBef>
              <a:spcAft>
                <a:spcPct val="0"/>
              </a:spcAft>
              <a:defRPr/>
            </a:pPr>
            <a:r>
              <a:rPr lang="zh-CN" altLang="en-US" sz="16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sz="16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、研发合作及机关采购不要与中国区工程采购混淆在一起</a:t>
            </a:r>
            <a:endPar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、谁提供成本谁对成本的准确性负责（不属于中国区工程采购的评审范围）</a:t>
            </a:r>
            <a:endPar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、此页成本正常情况下应归属于</a:t>
            </a: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PBA</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页面中的“其他服务成本”；如归属于“合作成本” ，需要项目</a:t>
            </a:r>
            <a:r>
              <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PFC</a:t>
            </a:r>
            <a:r>
              <a:rPr lang="zh-CN" altLang="en-US"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书面确认</a:t>
            </a:r>
            <a:endPar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fontAlgn="base">
              <a:lnSpc>
                <a:spcPct val="150000"/>
              </a:lnSpc>
              <a:spcBef>
                <a:spcPct val="0"/>
              </a:spcBef>
              <a:spcAft>
                <a:spcPct val="0"/>
              </a:spcAft>
              <a:defRPr/>
            </a:pPr>
            <a:endParaRPr lang="en-US" altLang="zh-CN" sz="1200" b="1"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a:xfrm>
            <a:off x="446103" y="1870514"/>
            <a:ext cx="6112276" cy="369332"/>
          </a:xfrm>
          <a:prstGeom prst="rect">
            <a:avLst/>
          </a:prstGeom>
          <a:noFill/>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cs typeface="+mj-cs"/>
                <a:sym typeface="微软雅黑" panose="020B0503020204020204" pitchFamily="34" charset="-122"/>
              </a:rPr>
              <a:t>不涉及</a:t>
            </a:r>
            <a:endParaRPr lang="zh-CN" altLang="en-US" dirty="0">
              <a:solidFill>
                <a:srgbClr val="FF0000"/>
              </a:solidFill>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18863" y="768084"/>
            <a:ext cx="11718798" cy="545086"/>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54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填写说明：</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供应工作内容</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（设备、物料、起始地点描述）；</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物料采购方案</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（各类物料采购地点、采购方式）；</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备货方案</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（齐套方案，备货流程）；</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分包商选择方案</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（运输、仓储）；</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供货计划</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（图表）；</a:t>
            </a:r>
            <a:r>
              <a:rPr kumimoji="0" lang="zh-CN" altLang="en-US" sz="1400" b="1" i="1"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各类货期</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（备货、生产、运输）</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标题 1"/>
          <p:cNvSpPr>
            <a:spLocks noGrp="1"/>
          </p:cNvSpPr>
          <p:nvPr>
            <p:ph type="title" idx="4294967295"/>
          </p:nvPr>
        </p:nvSpPr>
        <p:spPr>
          <a:xfrm>
            <a:off x="0" y="160338"/>
            <a:ext cx="7632700" cy="490537"/>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供应链管理计划</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3" name="文本框 2"/>
          <p:cNvSpPr txBox="1"/>
          <p:nvPr/>
        </p:nvSpPr>
        <p:spPr>
          <a:xfrm>
            <a:off x="492034" y="1780065"/>
            <a:ext cx="6897709"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计算、存储、网络等整体设备</a:t>
            </a:r>
            <a:r>
              <a:rPr kumimoji="1" lang="en-US" altLang="zh-CN" dirty="0">
                <a:solidFill>
                  <a:srgbClr val="000000"/>
                </a:solidFill>
                <a:latin typeface="微软雅黑" panose="020B0503020204020204" pitchFamily="34" charset="-122"/>
                <a:ea typeface="微软雅黑" panose="020B0503020204020204" pitchFamily="34" charset="-122"/>
              </a:rPr>
              <a:t>9</a:t>
            </a: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月中旬到货，发货现场</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a:graphicFrameLocks noGrp="1"/>
          </p:cNvGraphicFramePr>
          <p:nvPr/>
        </p:nvGraphicFramePr>
        <p:xfrm>
          <a:off x="677545" y="2280920"/>
          <a:ext cx="8046720" cy="1304290"/>
        </p:xfrm>
        <a:graphic>
          <a:graphicData uri="http://schemas.openxmlformats.org/drawingml/2006/table">
            <a:tbl>
              <a:tblPr/>
              <a:tblGrid>
                <a:gridCol w="1954530"/>
                <a:gridCol w="1953895"/>
                <a:gridCol w="2183765"/>
                <a:gridCol w="1954530"/>
              </a:tblGrid>
              <a:tr h="434826">
                <a:tc>
                  <a:txBody>
                    <a:bodyPr/>
                    <a:lstStyle/>
                    <a:p>
                      <a:pPr algn="ctr" fontAlgn="ctr"/>
                      <a:r>
                        <a:rPr lang="zh-CN" altLang="en-US" sz="1600" b="1" i="0" u="none" strike="noStrike">
                          <a:solidFill>
                            <a:srgbClr val="FFFFFF"/>
                          </a:solidFill>
                          <a:effectLst/>
                          <a:latin typeface="微软雅黑" panose="020B0503020204020204" pitchFamily="34" charset="-122"/>
                          <a:ea typeface="微软雅黑" panose="020B0503020204020204" pitchFamily="34" charset="-122"/>
                        </a:rPr>
                        <a:t>产品类别</a:t>
                      </a:r>
                      <a:endParaRPr lang="zh-CN" altLang="en-US" sz="1600" b="1" i="0" u="none" strike="noStrike">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zh-CN" altLang="en-US" sz="1600" b="1" i="0" u="none" strike="noStrike">
                          <a:solidFill>
                            <a:srgbClr val="FFFFFF"/>
                          </a:solidFill>
                          <a:effectLst/>
                          <a:latin typeface="微软雅黑" panose="020B0503020204020204" pitchFamily="34" charset="-122"/>
                          <a:ea typeface="微软雅黑" panose="020B0503020204020204" pitchFamily="34" charset="-122"/>
                        </a:rPr>
                        <a:t>厂商</a:t>
                      </a:r>
                      <a:endParaRPr lang="zh-CN" altLang="en-US" sz="1600" b="1" i="0" u="none" strike="noStrike">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zh-CN" altLang="en-US" sz="1600" b="1" i="0" u="none" strike="noStrike" dirty="0">
                          <a:solidFill>
                            <a:srgbClr val="FFFFFF"/>
                          </a:solidFill>
                          <a:effectLst/>
                          <a:latin typeface="微软雅黑" panose="020B0503020204020204" pitchFamily="34" charset="-122"/>
                          <a:ea typeface="微软雅黑" panose="020B0503020204020204" pitchFamily="34" charset="-122"/>
                        </a:rPr>
                        <a:t>供货计划</a:t>
                      </a:r>
                      <a:endParaRPr lang="zh-CN" altLang="en-US" sz="16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ctr"/>
                      <a:r>
                        <a:rPr lang="zh-CN" altLang="en-US" sz="1600" b="1" i="0" u="none" strike="noStrike" dirty="0">
                          <a:solidFill>
                            <a:srgbClr val="FFFFFF"/>
                          </a:solidFill>
                          <a:effectLst/>
                          <a:latin typeface="微软雅黑" panose="020B0503020204020204" pitchFamily="34" charset="-122"/>
                          <a:ea typeface="微软雅黑" panose="020B0503020204020204" pitchFamily="34" charset="-122"/>
                        </a:rPr>
                        <a:t>到货地址</a:t>
                      </a:r>
                      <a:endParaRPr lang="zh-CN" altLang="en-US" sz="1600" b="1" i="0" u="none" strike="noStrike" dirty="0">
                        <a:solidFill>
                          <a:srgbClr val="FFFFFF"/>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r>
              <a:tr h="434826">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计算</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华为</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2026/9/15</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直发现场</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4826">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网络</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华为</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2026/9/15</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直发现场</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96373" y="629246"/>
            <a:ext cx="11524464" cy="1556323"/>
          </a:xfrm>
          <a:prstGeom prst="rect">
            <a:avLst/>
          </a:prstGeom>
          <a:noFill/>
          <a:ln w="9525">
            <a:noFill/>
            <a:miter lim="800000"/>
          </a:ln>
        </p:spPr>
        <p:txBody>
          <a:bodyPr wrap="square">
            <a:spAutoFit/>
          </a:bodyPr>
          <a:lstStyle/>
          <a:p>
            <a:pPr marL="294005" marR="0" lvl="0" indent="-294005" algn="l" defTabSz="914400" rtl="0" eaLnBrk="1" fontAlgn="base" latinLnBrk="0" hangingPunct="1">
              <a:lnSpc>
                <a:spcPct val="150000"/>
              </a:lnSpc>
              <a:spcBef>
                <a:spcPct val="0"/>
              </a:spcBef>
              <a:spcAft>
                <a:spcPct val="0"/>
              </a:spcAft>
              <a:buClrTx/>
              <a:buSzTx/>
              <a:buFontTx/>
              <a:buNone/>
              <a:defRPr/>
            </a:pPr>
            <a:r>
              <a:rPr kumimoji="0" lang="zh-CN" altLang="en-US" sz="154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填写说明：</a:t>
            </a:r>
            <a:endParaRPr kumimoji="0" lang="en-US" altLang="zh-CN" sz="154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质量管理：质量、验收标准（项目前期与客户、合作伙伴，有明确文档输出）；质量保证、验收流程及文档 ；质量培训（自有人员、</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ASP,CSP</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等） ；质量工作评价、奖惩机制  。             </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 EHS</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管理规范要求。</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请各项目经理根据项目情况制定计划，参考样例如下，详见附件：</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标题 1"/>
          <p:cNvSpPr>
            <a:spLocks noGrp="1"/>
          </p:cNvSpPr>
          <p:nvPr>
            <p:ph type="title" idx="4294967295"/>
          </p:nvPr>
        </p:nvSpPr>
        <p:spPr>
          <a:xfrm>
            <a:off x="0" y="169863"/>
            <a:ext cx="10353675" cy="457200"/>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质量和</a:t>
            </a:r>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EHS</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管理计划</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12" name="内容占位符 2"/>
          <p:cNvSpPr txBox="1"/>
          <p:nvPr/>
        </p:nvSpPr>
        <p:spPr bwMode="auto">
          <a:xfrm>
            <a:off x="103545" y="2358336"/>
            <a:ext cx="3766320" cy="425663"/>
          </a:xfrm>
          <a:prstGeom prst="rect">
            <a:avLst/>
          </a:prstGeom>
          <a:noFill/>
          <a:ln w="9525">
            <a:noFill/>
            <a:miter lim="800000"/>
          </a:ln>
        </p:spPr>
        <p:txBody>
          <a:bodyPr lIns="78376" tIns="39187" rIns="78376" bIns="39187"/>
          <a:lstStyle/>
          <a:p>
            <a:pPr marL="294005" marR="0" lvl="0" indent="-294005" algn="l" defTabSz="914400" rtl="0" eaLnBrk="0" fontAlgn="base" latinLnBrk="0" hangingPunct="0">
              <a:lnSpc>
                <a:spcPct val="140000"/>
              </a:lnSpc>
              <a:spcBef>
                <a:spcPct val="0"/>
              </a:spcBef>
              <a:spcAft>
                <a:spcPct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a:t>
            </a: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、本项目</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质量保证计划如下，详见附件</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内容占位符 2"/>
          <p:cNvSpPr txBox="1"/>
          <p:nvPr/>
        </p:nvSpPr>
        <p:spPr bwMode="auto">
          <a:xfrm>
            <a:off x="6819828" y="2521621"/>
            <a:ext cx="3766320" cy="425663"/>
          </a:xfrm>
          <a:prstGeom prst="rect">
            <a:avLst/>
          </a:prstGeom>
          <a:noFill/>
          <a:ln w="9525">
            <a:noFill/>
            <a:miter lim="800000"/>
          </a:ln>
        </p:spPr>
        <p:txBody>
          <a:bodyPr lIns="78376" tIns="39187" rIns="78376" bIns="39187"/>
          <a:lstStyle/>
          <a:p>
            <a:pPr marL="294005" marR="0" lvl="0" indent="-294005" algn="l" defTabSz="914400" rtl="0" eaLnBrk="0" fontAlgn="base" latinLnBrk="0" hangingPunct="0">
              <a:lnSpc>
                <a:spcPct val="140000"/>
              </a:lnSpc>
              <a:spcBef>
                <a:spcPct val="0"/>
              </a:spcBef>
              <a:spcAft>
                <a:spcPct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a:t>
            </a: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、本项目</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EHS</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管理规定如下，详见附件</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aphicFrame>
        <p:nvGraphicFramePr>
          <p:cNvPr id="10" name="表格 9"/>
          <p:cNvGraphicFramePr>
            <a:graphicFrameLocks noGrp="1"/>
          </p:cNvGraphicFramePr>
          <p:nvPr/>
        </p:nvGraphicFramePr>
        <p:xfrm>
          <a:off x="6819828" y="1482992"/>
          <a:ext cx="4132145" cy="1066800"/>
        </p:xfrm>
        <a:graphic>
          <a:graphicData uri="http://schemas.openxmlformats.org/drawingml/2006/table">
            <a:tbl>
              <a:tblPr firstRow="1" firstCol="1" bandRow="1" bandCol="1"/>
              <a:tblGrid>
                <a:gridCol w="979776"/>
                <a:gridCol w="3152369"/>
              </a:tblGrid>
              <a:tr h="149816">
                <a:tc>
                  <a:txBody>
                    <a:bodyPr/>
                    <a:lstStyle/>
                    <a:p>
                      <a:pPr algn="ctr">
                        <a:lnSpc>
                          <a:spcPct val="100000"/>
                        </a:lnSpc>
                        <a:spcAft>
                          <a:spcPts val="0"/>
                        </a:spcAft>
                      </a:pPr>
                      <a:r>
                        <a:rPr lang="zh-CN" sz="800" b="1" dirty="0">
                          <a:effectLst/>
                          <a:latin typeface="+mn-ea"/>
                          <a:ea typeface="+mn-ea"/>
                          <a:cs typeface="宋体" pitchFamily="2" charset="-122"/>
                        </a:rPr>
                        <a:t>模块</a:t>
                      </a:r>
                      <a:endParaRPr lang="zh-CN" sz="800" dirty="0">
                        <a:effectLst/>
                        <a:latin typeface="+mn-ea"/>
                        <a:ea typeface="+mn-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altLang="en-US" sz="800" b="1" dirty="0">
                          <a:effectLst/>
                          <a:latin typeface="+mn-ea"/>
                          <a:ea typeface="+mn-ea"/>
                          <a:cs typeface="宋体" pitchFamily="2" charset="-122"/>
                        </a:rPr>
                        <a:t>质量保证计划 </a:t>
                      </a:r>
                      <a:r>
                        <a:rPr lang="zh-CN" sz="800" b="1" dirty="0">
                          <a:effectLst/>
                          <a:latin typeface="+mn-ea"/>
                          <a:ea typeface="+mn-ea"/>
                          <a:cs typeface="宋体" pitchFamily="2" charset="-122"/>
                        </a:rPr>
                        <a:t>评审关键点</a:t>
                      </a:r>
                      <a:endParaRPr lang="zh-CN" sz="800" dirty="0">
                        <a:effectLst/>
                        <a:latin typeface="+mn-ea"/>
                        <a:ea typeface="+mn-e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816">
                <a:tc>
                  <a:txBody>
                    <a:bodyPr/>
                    <a:lstStyle/>
                    <a:p>
                      <a:pPr>
                        <a:lnSpc>
                          <a:spcPct val="100000"/>
                        </a:lnSpc>
                        <a:spcAft>
                          <a:spcPts val="0"/>
                        </a:spcAft>
                      </a:pPr>
                      <a:r>
                        <a:rPr lang="zh-CN" sz="800">
                          <a:effectLst/>
                          <a:latin typeface="+mn-ea"/>
                          <a:ea typeface="+mn-ea"/>
                          <a:cs typeface="宋体" pitchFamily="2" charset="-122"/>
                        </a:rPr>
                        <a:t>范围和目的 </a:t>
                      </a:r>
                      <a:endParaRPr lang="zh-CN" sz="800">
                        <a:effectLst/>
                        <a:latin typeface="+mn-ea"/>
                        <a:ea typeface="+mn-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800" dirty="0">
                          <a:effectLst/>
                          <a:latin typeface="+mn-ea"/>
                          <a:ea typeface="+mn-ea"/>
                          <a:cs typeface="宋体" pitchFamily="2" charset="-122"/>
                        </a:rPr>
                        <a:t>1</a:t>
                      </a:r>
                      <a:r>
                        <a:rPr lang="zh-CN" sz="800" dirty="0">
                          <a:effectLst/>
                          <a:latin typeface="+mn-ea"/>
                          <a:ea typeface="+mn-ea"/>
                          <a:cs typeface="宋体" pitchFamily="2" charset="-122"/>
                        </a:rPr>
                        <a:t>、范围是否和项目范围相符</a:t>
                      </a:r>
                      <a:endParaRPr lang="zh-CN" sz="800" dirty="0">
                        <a:effectLst/>
                        <a:latin typeface="+mn-ea"/>
                        <a:ea typeface="+mn-e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816">
                <a:tc>
                  <a:txBody>
                    <a:bodyPr/>
                    <a:lstStyle/>
                    <a:p>
                      <a:pPr>
                        <a:lnSpc>
                          <a:spcPct val="100000"/>
                        </a:lnSpc>
                        <a:spcAft>
                          <a:spcPts val="0"/>
                        </a:spcAft>
                      </a:pPr>
                      <a:r>
                        <a:rPr lang="zh-CN" sz="800">
                          <a:effectLst/>
                          <a:latin typeface="+mn-ea"/>
                          <a:ea typeface="+mn-ea"/>
                          <a:cs typeface="宋体" pitchFamily="2" charset="-122"/>
                        </a:rPr>
                        <a:t>质量目标</a:t>
                      </a:r>
                      <a:endParaRPr lang="zh-CN" sz="800">
                        <a:effectLst/>
                        <a:latin typeface="+mn-ea"/>
                        <a:ea typeface="+mn-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800" dirty="0">
                          <a:effectLst/>
                          <a:latin typeface="+mn-ea"/>
                          <a:ea typeface="+mn-ea"/>
                          <a:cs typeface="宋体" pitchFamily="2" charset="-122"/>
                        </a:rPr>
                        <a:t>2</a:t>
                      </a:r>
                      <a:r>
                        <a:rPr lang="zh-CN" sz="800" dirty="0">
                          <a:effectLst/>
                          <a:latin typeface="+mn-ea"/>
                          <a:ea typeface="+mn-ea"/>
                          <a:cs typeface="宋体" pitchFamily="2" charset="-122"/>
                        </a:rPr>
                        <a:t>、目标是否符合实际、可度量</a:t>
                      </a:r>
                      <a:endParaRPr lang="zh-CN" sz="800" dirty="0">
                        <a:effectLst/>
                        <a:latin typeface="+mn-ea"/>
                        <a:ea typeface="+mn-e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816">
                <a:tc>
                  <a:txBody>
                    <a:bodyPr/>
                    <a:lstStyle/>
                    <a:p>
                      <a:pPr>
                        <a:lnSpc>
                          <a:spcPct val="100000"/>
                        </a:lnSpc>
                        <a:spcAft>
                          <a:spcPts val="0"/>
                        </a:spcAft>
                      </a:pPr>
                      <a:r>
                        <a:rPr lang="zh-CN" sz="800">
                          <a:effectLst/>
                          <a:latin typeface="+mn-ea"/>
                          <a:ea typeface="+mn-ea"/>
                          <a:cs typeface="宋体" pitchFamily="2" charset="-122"/>
                        </a:rPr>
                        <a:t>管理职责 </a:t>
                      </a:r>
                      <a:endParaRPr lang="zh-CN" sz="800">
                        <a:effectLst/>
                        <a:latin typeface="+mn-ea"/>
                        <a:ea typeface="+mn-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800" dirty="0">
                          <a:effectLst/>
                          <a:latin typeface="+mn-ea"/>
                          <a:ea typeface="+mn-ea"/>
                          <a:cs typeface="宋体" pitchFamily="2" charset="-122"/>
                        </a:rPr>
                        <a:t>3</a:t>
                      </a:r>
                      <a:r>
                        <a:rPr lang="zh-CN" sz="800" dirty="0">
                          <a:effectLst/>
                          <a:latin typeface="+mn-ea"/>
                          <a:ea typeface="+mn-ea"/>
                          <a:cs typeface="宋体" pitchFamily="2" charset="-122"/>
                        </a:rPr>
                        <a:t>、</a:t>
                      </a:r>
                      <a:r>
                        <a:rPr lang="en-US" sz="800" dirty="0">
                          <a:effectLst/>
                          <a:latin typeface="+mn-ea"/>
                          <a:ea typeface="+mn-ea"/>
                          <a:cs typeface="宋体" pitchFamily="2" charset="-122"/>
                        </a:rPr>
                        <a:t>DQA</a:t>
                      </a:r>
                      <a:r>
                        <a:rPr lang="zh-CN" sz="800" dirty="0">
                          <a:effectLst/>
                          <a:latin typeface="+mn-ea"/>
                          <a:ea typeface="+mn-ea"/>
                          <a:cs typeface="宋体" pitchFamily="2" charset="-122"/>
                        </a:rPr>
                        <a:t>是否已经到位 </a:t>
                      </a:r>
                      <a:endParaRPr lang="zh-CN" sz="800" dirty="0">
                        <a:effectLst/>
                        <a:latin typeface="+mn-ea"/>
                        <a:ea typeface="+mn-e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816">
                <a:tc>
                  <a:txBody>
                    <a:bodyPr/>
                    <a:lstStyle/>
                    <a:p>
                      <a:pPr>
                        <a:lnSpc>
                          <a:spcPct val="100000"/>
                        </a:lnSpc>
                        <a:spcAft>
                          <a:spcPts val="0"/>
                        </a:spcAft>
                      </a:pPr>
                      <a:r>
                        <a:rPr lang="zh-CN" sz="800">
                          <a:effectLst/>
                          <a:latin typeface="+mn-ea"/>
                          <a:ea typeface="+mn-ea"/>
                          <a:cs typeface="宋体" pitchFamily="2" charset="-122"/>
                        </a:rPr>
                        <a:t>质量保证活动</a:t>
                      </a:r>
                      <a:endParaRPr lang="zh-CN" sz="800">
                        <a:effectLst/>
                        <a:latin typeface="+mn-ea"/>
                        <a:ea typeface="+mn-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800" dirty="0">
                          <a:effectLst/>
                          <a:latin typeface="+mn-ea"/>
                          <a:ea typeface="+mn-ea"/>
                          <a:cs typeface="宋体" pitchFamily="2" charset="-122"/>
                        </a:rPr>
                        <a:t>4</a:t>
                      </a:r>
                      <a:r>
                        <a:rPr lang="zh-CN" sz="800" dirty="0">
                          <a:effectLst/>
                          <a:latin typeface="+mn-ea"/>
                          <a:ea typeface="+mn-ea"/>
                          <a:cs typeface="宋体" pitchFamily="2" charset="-122"/>
                        </a:rPr>
                        <a:t>、质量活动计划是否清晰，且已明确具体责任人及时间点</a:t>
                      </a:r>
                      <a:endParaRPr lang="zh-CN" sz="800" dirty="0">
                        <a:effectLst/>
                        <a:latin typeface="+mn-ea"/>
                        <a:ea typeface="+mn-e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对象 6"/>
          <p:cNvGraphicFramePr>
            <a:graphicFrameLocks noChangeAspect="1"/>
          </p:cNvGraphicFramePr>
          <p:nvPr/>
        </p:nvGraphicFramePr>
        <p:xfrm>
          <a:off x="4783273" y="2294458"/>
          <a:ext cx="914400" cy="766763"/>
        </p:xfrm>
        <a:graphic>
          <a:graphicData uri="http://schemas.openxmlformats.org/presentationml/2006/ole">
            <mc:AlternateContent xmlns:mc="http://schemas.openxmlformats.org/markup-compatibility/2006">
              <mc:Choice xmlns:v="urn:schemas-microsoft-com:vml" Requires="v">
                <p:oleObj spid="_x0000_s26742" name="Document" showAsIcon="1" r:id="rId1" imgW="664845" imgH="557530" progId="Word.Document.12">
                  <p:embed/>
                </p:oleObj>
              </mc:Choice>
              <mc:Fallback>
                <p:oleObj name="Document" showAsIcon="1" r:id="rId1" imgW="664845" imgH="557530" progId="Word.Document.12">
                  <p:embed/>
                  <p:pic>
                    <p:nvPicPr>
                      <p:cNvPr id="0" name="对象 6"/>
                      <p:cNvPicPr/>
                      <p:nvPr/>
                    </p:nvPicPr>
                    <p:blipFill>
                      <a:blip r:embed="rId2"/>
                      <a:stretch>
                        <a:fillRect/>
                      </a:stretch>
                    </p:blipFill>
                    <p:spPr>
                      <a:xfrm>
                        <a:off x="4783273" y="2294458"/>
                        <a:ext cx="914400" cy="766763"/>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10909904" y="2358336"/>
          <a:ext cx="914400" cy="766763"/>
        </p:xfrm>
        <a:graphic>
          <a:graphicData uri="http://schemas.openxmlformats.org/presentationml/2006/ole">
            <mc:AlternateContent xmlns:mc="http://schemas.openxmlformats.org/markup-compatibility/2006">
              <mc:Choice xmlns:v="urn:schemas-microsoft-com:vml" Requires="v">
                <p:oleObj spid="_x0000_s26743" name="Document" showAsIcon="1" r:id="rId3" imgW="664845" imgH="557530" progId="Word.Document.12">
                  <p:embed/>
                </p:oleObj>
              </mc:Choice>
              <mc:Fallback>
                <p:oleObj name="Document" showAsIcon="1" r:id="rId3" imgW="664845" imgH="557530" progId="Word.Document.12">
                  <p:embed/>
                  <p:pic>
                    <p:nvPicPr>
                      <p:cNvPr id="0" name="对象 1"/>
                      <p:cNvPicPr/>
                      <p:nvPr/>
                    </p:nvPicPr>
                    <p:blipFill>
                      <a:blip r:embed="rId4"/>
                      <a:stretch>
                        <a:fillRect/>
                      </a:stretch>
                    </p:blipFill>
                    <p:spPr>
                      <a:xfrm>
                        <a:off x="10909904" y="2358336"/>
                        <a:ext cx="914400" cy="766763"/>
                      </a:xfrm>
                      <a:prstGeom prst="rect">
                        <a:avLst/>
                      </a:prstGeom>
                    </p:spPr>
                  </p:pic>
                </p:oleObj>
              </mc:Fallback>
            </mc:AlternateContent>
          </a:graphicData>
        </a:graphic>
      </p:graphicFrame>
      <p:graphicFrame>
        <p:nvGraphicFramePr>
          <p:cNvPr id="3" name="表格 2"/>
          <p:cNvGraphicFramePr>
            <a:graphicFrameLocks noGrp="1"/>
          </p:cNvGraphicFramePr>
          <p:nvPr/>
        </p:nvGraphicFramePr>
        <p:xfrm>
          <a:off x="323849" y="2883508"/>
          <a:ext cx="5961523" cy="3400545"/>
        </p:xfrm>
        <a:graphic>
          <a:graphicData uri="http://schemas.openxmlformats.org/drawingml/2006/table">
            <a:tbl>
              <a:tblPr firstRow="1" firstCol="1" lastRow="1" lastCol="1" bandRow="1" bandCol="1"/>
              <a:tblGrid>
                <a:gridCol w="357692"/>
                <a:gridCol w="560383"/>
                <a:gridCol w="2028110"/>
                <a:gridCol w="606883"/>
                <a:gridCol w="1042074"/>
                <a:gridCol w="1366381"/>
              </a:tblGrid>
              <a:tr h="180042">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序号</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项目阶段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质量管理关键活动</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责任人</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输出件</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50000"/>
                        </a:lnSpc>
                        <a:spcAft>
                          <a:spcPts val="0"/>
                        </a:spcAft>
                        <a:tabLst>
                          <a:tab pos="342900" algn="l"/>
                        </a:tabLst>
                      </a:pPr>
                      <a:r>
                        <a:rPr lang="zh-CN" sz="800" b="1" kern="100">
                          <a:effectLst/>
                          <a:latin typeface="Times New Roman" panose="02020603050405020304" pitchFamily="18" charset="0"/>
                          <a:ea typeface="宋体" pitchFamily="2" charset="-122"/>
                          <a:cs typeface="Times New Roman" panose="02020603050405020304" pitchFamily="18" charset="0"/>
                        </a:rPr>
                        <a:t>时间点</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1</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dirty="0">
                          <a:effectLst/>
                          <a:latin typeface="Times New Roman" panose="02020603050405020304" pitchFamily="18" charset="0"/>
                          <a:ea typeface="宋体" pitchFamily="2" charset="-122"/>
                          <a:cs typeface="Times New Roman" panose="02020603050405020304" pitchFamily="18" charset="0"/>
                        </a:rPr>
                        <a:t>准备阶段</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识别客户要求，制定项目质量保证计划</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质量保证计划</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2025</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12</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5</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131">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2</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200">
                          <a:solidFill>
                            <a:srgbClr val="000000"/>
                          </a:solidFill>
                          <a:effectLst/>
                          <a:latin typeface="Times New Roman" panose="02020603050405020304" pitchFamily="18" charset="0"/>
                          <a:ea typeface="宋体" pitchFamily="2" charset="-122"/>
                          <a:cs typeface="Arial" panose="02080604020202020204" pitchFamily="34" charset="0"/>
                        </a:rPr>
                        <a:t>与客户、监理、分包商共同确认项目</a:t>
                      </a:r>
                      <a:r>
                        <a:rPr lang="zh-CN" sz="800" kern="100">
                          <a:effectLst/>
                          <a:latin typeface="Times New Roman" panose="02020603050405020304" pitchFamily="18" charset="0"/>
                          <a:ea typeface="宋体" pitchFamily="2" charset="-122"/>
                          <a:cs typeface="Times New Roman" panose="02020603050405020304" pitchFamily="18" charset="0"/>
                        </a:rPr>
                        <a:t>质量标准，包括</a:t>
                      </a:r>
                      <a:r>
                        <a:rPr lang="en-US" sz="800" kern="100">
                          <a:effectLst/>
                          <a:latin typeface="Times New Roman" panose="02020603050405020304" pitchFamily="18" charset="0"/>
                          <a:ea typeface="宋体" pitchFamily="2" charset="-122"/>
                          <a:cs typeface="Times New Roman" panose="02020603050405020304" pitchFamily="18" charset="0"/>
                        </a:rPr>
                        <a:t>ICT</a:t>
                      </a:r>
                      <a:r>
                        <a:rPr lang="zh-CN" sz="800" kern="100">
                          <a:effectLst/>
                          <a:latin typeface="Times New Roman" panose="02020603050405020304" pitchFamily="18" charset="0"/>
                          <a:ea typeface="宋体" pitchFamily="2" charset="-122"/>
                          <a:cs typeface="Times New Roman" panose="02020603050405020304" pitchFamily="18" charset="0"/>
                        </a:rPr>
                        <a:t>基础设施、端侧硬件设备等</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项目质量标准</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dirty="0">
                          <a:effectLst/>
                          <a:latin typeface="宋体" pitchFamily="2" charset="-122"/>
                          <a:ea typeface="宋体" pitchFamily="2" charset="-122"/>
                          <a:cs typeface="Times New Roman" panose="02020603050405020304" pitchFamily="18" charset="0"/>
                        </a:rPr>
                        <a:t>2025</a:t>
                      </a:r>
                      <a:r>
                        <a:rPr lang="zh-CN" sz="800" kern="100" dirty="0">
                          <a:effectLst/>
                          <a:latin typeface="Times New Roman" panose="02020603050405020304" pitchFamily="18" charset="0"/>
                          <a:ea typeface="宋体" pitchFamily="2" charset="-122"/>
                          <a:cs typeface="Times New Roman" panose="02020603050405020304" pitchFamily="18" charset="0"/>
                        </a:rPr>
                        <a:t>年</a:t>
                      </a:r>
                      <a:r>
                        <a:rPr lang="en-US" sz="800" kern="100" dirty="0">
                          <a:effectLst/>
                          <a:latin typeface="Times New Roman" panose="02020603050405020304" pitchFamily="18" charset="0"/>
                          <a:ea typeface="宋体" pitchFamily="2" charset="-122"/>
                          <a:cs typeface="Times New Roman" panose="02020603050405020304" pitchFamily="18" charset="0"/>
                        </a:rPr>
                        <a:t>12</a:t>
                      </a:r>
                      <a:r>
                        <a:rPr lang="zh-CN" sz="800" kern="100" dirty="0">
                          <a:effectLst/>
                          <a:latin typeface="Times New Roman" panose="02020603050405020304" pitchFamily="18" charset="0"/>
                          <a:ea typeface="宋体" pitchFamily="2" charset="-122"/>
                          <a:cs typeface="Times New Roman" panose="02020603050405020304" pitchFamily="18" charset="0"/>
                        </a:rPr>
                        <a:t>月</a:t>
                      </a:r>
                      <a:r>
                        <a:rPr lang="en-US" sz="800" kern="100" dirty="0">
                          <a:effectLst/>
                          <a:latin typeface="Times New Roman" panose="02020603050405020304" pitchFamily="18" charset="0"/>
                          <a:ea typeface="宋体" pitchFamily="2" charset="-122"/>
                          <a:cs typeface="Times New Roman" panose="02020603050405020304" pitchFamily="18" charset="0"/>
                        </a:rPr>
                        <a:t>5</a:t>
                      </a:r>
                      <a:r>
                        <a:rPr lang="zh-CN" sz="800" kern="100" dirty="0">
                          <a:effectLst/>
                          <a:latin typeface="Times New Roman" panose="02020603050405020304" pitchFamily="18" charset="0"/>
                          <a:ea typeface="宋体" pitchFamily="2" charset="-122"/>
                          <a:cs typeface="Times New Roman" panose="02020603050405020304" pitchFamily="18" charset="0"/>
                        </a:rPr>
                        <a:t>日</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3</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项目质量</a:t>
                      </a:r>
                      <a:r>
                        <a:rPr lang="en-US" sz="800" kern="100">
                          <a:effectLst/>
                          <a:latin typeface="Times New Roman" panose="02020603050405020304" pitchFamily="18" charset="0"/>
                          <a:ea typeface="宋体" pitchFamily="2" charset="-122"/>
                          <a:cs typeface="Times New Roman" panose="02020603050405020304" pitchFamily="18" charset="0"/>
                        </a:rPr>
                        <a:t>&amp;EHS</a:t>
                      </a:r>
                      <a:r>
                        <a:rPr lang="zh-CN" sz="800" kern="100">
                          <a:effectLst/>
                          <a:latin typeface="Times New Roman" panose="02020603050405020304" pitchFamily="18" charset="0"/>
                          <a:ea typeface="宋体" pitchFamily="2" charset="-122"/>
                          <a:cs typeface="Times New Roman" panose="02020603050405020304" pitchFamily="18" charset="0"/>
                        </a:rPr>
                        <a:t>交底及培训</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会议纪要</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2025</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12</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10</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4</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建设示范站（可选）</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TD</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示范站总结</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不涉及</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9679">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5</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实施阶段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分包商依据质量标准进行</a:t>
                      </a:r>
                      <a:r>
                        <a:rPr lang="en-US" sz="800" kern="100">
                          <a:effectLst/>
                          <a:latin typeface="Times New Roman" panose="02020603050405020304" pitchFamily="18" charset="0"/>
                          <a:ea typeface="宋体" pitchFamily="2" charset="-122"/>
                          <a:cs typeface="Times New Roman" panose="02020603050405020304" pitchFamily="18" charset="0"/>
                        </a:rPr>
                        <a:t>100</a:t>
                      </a:r>
                      <a:r>
                        <a:rPr lang="zh-CN" sz="800" kern="100">
                          <a:effectLst/>
                          <a:latin typeface="Times New Roman" panose="02020603050405020304" pitchFamily="18" charset="0"/>
                          <a:ea typeface="宋体" pitchFamily="2" charset="-122"/>
                          <a:cs typeface="Times New Roman" panose="02020603050405020304" pitchFamily="18" charset="0"/>
                        </a:rPr>
                        <a:t>％自检</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分包商</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软、硬件自检报告、站点照片</a:t>
                      </a:r>
                      <a:r>
                        <a:rPr lang="zh-CN" sz="700" i="1" kern="100">
                          <a:effectLst/>
                          <a:latin typeface="Times New Roman" panose="02020603050405020304" pitchFamily="18" charset="0"/>
                          <a:ea typeface="宋体" pitchFamily="2" charset="-122"/>
                          <a:cs typeface="Times New Roman" panose="02020603050405020304" pitchFamily="18" charset="0"/>
                        </a:rPr>
                        <a:t>（要求详见下文）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a:effectLst/>
                          <a:latin typeface="宋体" pitchFamily="2" charset="-122"/>
                          <a:ea typeface="宋体" pitchFamily="2" charset="-122"/>
                          <a:cs typeface="Times New Roman" panose="02020603050405020304" pitchFamily="18" charset="0"/>
                        </a:rPr>
                        <a:t>2025</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12</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15</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131">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6</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实施阶段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项目组进行过程质量抽检，建议抽检比例</a:t>
                      </a:r>
                      <a:r>
                        <a:rPr lang="en-US" sz="800" kern="100">
                          <a:effectLst/>
                          <a:latin typeface="Times New Roman" panose="02020603050405020304" pitchFamily="18" charset="0"/>
                          <a:ea typeface="宋体" pitchFamily="2" charset="-122"/>
                          <a:cs typeface="Times New Roman" panose="02020603050405020304" pitchFamily="18" charset="0"/>
                        </a:rPr>
                        <a:t>20%</a:t>
                      </a:r>
                      <a:r>
                        <a:rPr lang="zh-CN" sz="800" kern="100">
                          <a:effectLst/>
                          <a:latin typeface="Times New Roman" panose="02020603050405020304" pitchFamily="18" charset="0"/>
                          <a:ea typeface="宋体" pitchFamily="2" charset="-122"/>
                          <a:cs typeface="Times New Roman" panose="02020603050405020304" pitchFamily="18" charset="0"/>
                        </a:rPr>
                        <a:t>以上</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检查报告、照片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a:effectLst/>
                          <a:latin typeface="宋体" pitchFamily="2" charset="-122"/>
                          <a:ea typeface="宋体" pitchFamily="2" charset="-122"/>
                          <a:cs typeface="Times New Roman" panose="02020603050405020304" pitchFamily="18" charset="0"/>
                        </a:rPr>
                        <a:t>2025</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12</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31</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98310">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7</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实施阶段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a.</a:t>
                      </a:r>
                      <a:r>
                        <a:rPr lang="zh-CN" sz="800" kern="100">
                          <a:effectLst/>
                          <a:latin typeface="Times New Roman" panose="02020603050405020304" pitchFamily="18" charset="0"/>
                          <a:ea typeface="宋体" pitchFamily="2" charset="-122"/>
                          <a:cs typeface="Times New Roman" panose="02020603050405020304" pitchFamily="18" charset="0"/>
                        </a:rPr>
                        <a:t>所有项目质量问题要进行监控和闭环（问题闭环周期小于</a:t>
                      </a:r>
                      <a:r>
                        <a:rPr lang="en-US" sz="800" kern="100">
                          <a:effectLst/>
                          <a:latin typeface="Times New Roman" panose="02020603050405020304" pitchFamily="18" charset="0"/>
                          <a:ea typeface="宋体" pitchFamily="2" charset="-122"/>
                          <a:cs typeface="Times New Roman" panose="02020603050405020304" pitchFamily="18" charset="0"/>
                        </a:rPr>
                        <a:t>15</a:t>
                      </a:r>
                      <a:r>
                        <a:rPr lang="zh-CN" sz="800" kern="100">
                          <a:effectLst/>
                          <a:latin typeface="Times New Roman" panose="02020603050405020304" pitchFamily="18" charset="0"/>
                          <a:ea typeface="宋体" pitchFamily="2" charset="-122"/>
                          <a:cs typeface="Times New Roman" panose="02020603050405020304" pitchFamily="18" charset="0"/>
                        </a:rPr>
                        <a:t>天）；</a:t>
                      </a:r>
                      <a:br>
                        <a:rPr lang="en-US" sz="800" kern="100">
                          <a:effectLst/>
                          <a:latin typeface="Times New Roman" panose="02020603050405020304" pitchFamily="18" charset="0"/>
                          <a:ea typeface="宋体" pitchFamily="2" charset="-122"/>
                          <a:cs typeface="Times New Roman" panose="02020603050405020304" pitchFamily="18" charset="0"/>
                        </a:rPr>
                      </a:br>
                      <a:r>
                        <a:rPr lang="en-US" sz="800" kern="100">
                          <a:effectLst/>
                          <a:latin typeface="Times New Roman" panose="02020603050405020304" pitchFamily="18" charset="0"/>
                          <a:ea typeface="宋体" pitchFamily="2" charset="-122"/>
                          <a:cs typeface="Times New Roman" panose="02020603050405020304" pitchFamily="18" charset="0"/>
                        </a:rPr>
                        <a:t>b.</a:t>
                      </a:r>
                      <a:r>
                        <a:rPr lang="zh-CN" sz="800" kern="100">
                          <a:effectLst/>
                          <a:latin typeface="Times New Roman" panose="02020603050405020304" pitchFamily="18" charset="0"/>
                          <a:ea typeface="宋体" pitchFamily="2" charset="-122"/>
                          <a:cs typeface="Times New Roman" panose="02020603050405020304" pitchFamily="18" charset="0"/>
                        </a:rPr>
                        <a:t>通过项目简报通报项目质量状态，质量问题处理进展、困难与求助等。</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质量简报（含问题监控表）</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a:effectLst/>
                          <a:latin typeface="宋体" pitchFamily="2" charset="-122"/>
                          <a:ea typeface="宋体" pitchFamily="2" charset="-122"/>
                          <a:cs typeface="Times New Roman" panose="02020603050405020304" pitchFamily="18" charset="0"/>
                        </a:rPr>
                        <a:t>2025</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12</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31</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8</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实施阶段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隐蔽工程、分项工程质量验收</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内部验收报告</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a:effectLst/>
                          <a:latin typeface="宋体" pitchFamily="2" charset="-122"/>
                          <a:ea typeface="宋体" pitchFamily="2" charset="-122"/>
                          <a:cs typeface="Times New Roman" panose="02020603050405020304" pitchFamily="18" charset="0"/>
                        </a:rPr>
                        <a:t>2026</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31</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9</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实施阶段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重大质量问题</a:t>
                      </a:r>
                      <a:r>
                        <a:rPr lang="en-US" sz="800" kern="100">
                          <a:effectLst/>
                          <a:latin typeface="Times New Roman" panose="02020603050405020304" pitchFamily="18" charset="0"/>
                          <a:ea typeface="宋体" pitchFamily="2" charset="-122"/>
                          <a:cs typeface="Times New Roman" panose="02020603050405020304" pitchFamily="18" charset="0"/>
                        </a:rPr>
                        <a:t>/</a:t>
                      </a:r>
                      <a:r>
                        <a:rPr lang="zh-CN" sz="800" kern="100">
                          <a:effectLst/>
                          <a:latin typeface="Times New Roman" panose="02020603050405020304" pitchFamily="18" charset="0"/>
                          <a:ea typeface="宋体" pitchFamily="2" charset="-122"/>
                          <a:cs typeface="Times New Roman" panose="02020603050405020304" pitchFamily="18" charset="0"/>
                        </a:rPr>
                        <a:t>客户投诉专项处理</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PM</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回溯报告</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a:effectLst/>
                          <a:latin typeface="宋体" pitchFamily="2" charset="-122"/>
                          <a:ea typeface="宋体" pitchFamily="2" charset="-122"/>
                          <a:cs typeface="Times New Roman" panose="02020603050405020304" pitchFamily="18" charset="0"/>
                        </a:rPr>
                        <a:t>2026</a:t>
                      </a:r>
                      <a:r>
                        <a:rPr lang="zh-CN" sz="800" kern="100">
                          <a:effectLst/>
                          <a:latin typeface="Times New Roman" panose="02020603050405020304" pitchFamily="18" charset="0"/>
                          <a:ea typeface="宋体" pitchFamily="2" charset="-122"/>
                          <a:cs typeface="Times New Roman" panose="02020603050405020304" pitchFamily="18" charset="0"/>
                        </a:rPr>
                        <a:t>年</a:t>
                      </a:r>
                      <a:r>
                        <a:rPr lang="en-US" sz="800" kern="100">
                          <a:effectLst/>
                          <a:latin typeface="Times New Roman" panose="02020603050405020304" pitchFamily="18" charset="0"/>
                          <a:ea typeface="宋体" pitchFamily="2" charset="-122"/>
                          <a:cs typeface="Times New Roman" panose="02020603050405020304" pitchFamily="18" charset="0"/>
                        </a:rPr>
                        <a:t>1</a:t>
                      </a:r>
                      <a:r>
                        <a:rPr lang="zh-CN" sz="800" kern="100">
                          <a:effectLst/>
                          <a:latin typeface="Times New Roman" panose="02020603050405020304" pitchFamily="18" charset="0"/>
                          <a:ea typeface="宋体" pitchFamily="2" charset="-122"/>
                          <a:cs typeface="Times New Roman" panose="02020603050405020304" pitchFamily="18" charset="0"/>
                        </a:rPr>
                        <a:t>月</a:t>
                      </a:r>
                      <a:r>
                        <a:rPr lang="en-US" sz="800" kern="100">
                          <a:effectLst/>
                          <a:latin typeface="Times New Roman" panose="02020603050405020304" pitchFamily="18" charset="0"/>
                          <a:ea typeface="宋体" pitchFamily="2" charset="-122"/>
                          <a:cs typeface="Times New Roman" panose="02020603050405020304" pitchFamily="18" charset="0"/>
                        </a:rPr>
                        <a:t>31</a:t>
                      </a:r>
                      <a:r>
                        <a:rPr lang="zh-CN" sz="8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042">
                <a:tc>
                  <a:txBody>
                    <a:bodyPr/>
                    <a:lstStyle/>
                    <a:p>
                      <a:pPr algn="ctr">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10</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关闭阶段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分包商绩效评估</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en-US" sz="800" kern="100">
                          <a:effectLst/>
                          <a:latin typeface="宋体" pitchFamily="2" charset="-122"/>
                          <a:ea typeface="宋体" pitchFamily="2" charset="-122"/>
                          <a:cs typeface="Times New Roman" panose="02020603050405020304" pitchFamily="18" charset="0"/>
                        </a:rPr>
                        <a:t>DQA</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tabLst>
                          <a:tab pos="342900" algn="l"/>
                        </a:tabLst>
                      </a:pPr>
                      <a:r>
                        <a:rPr lang="zh-CN" sz="800" kern="100">
                          <a:effectLst/>
                          <a:latin typeface="Times New Roman" panose="02020603050405020304" pitchFamily="18" charset="0"/>
                          <a:ea typeface="宋体" pitchFamily="2" charset="-122"/>
                          <a:cs typeface="Times New Roman" panose="02020603050405020304" pitchFamily="18" charset="0"/>
                        </a:rPr>
                        <a:t>绩效评估</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800" kern="100" dirty="0">
                          <a:effectLst/>
                          <a:latin typeface="宋体" pitchFamily="2" charset="-122"/>
                          <a:ea typeface="宋体" pitchFamily="2" charset="-122"/>
                          <a:cs typeface="Times New Roman" panose="02020603050405020304" pitchFamily="18" charset="0"/>
                        </a:rPr>
                        <a:t>2026</a:t>
                      </a:r>
                      <a:r>
                        <a:rPr lang="zh-CN" sz="800" kern="100" dirty="0">
                          <a:effectLst/>
                          <a:latin typeface="Times New Roman" panose="02020603050405020304" pitchFamily="18" charset="0"/>
                          <a:ea typeface="宋体" pitchFamily="2" charset="-122"/>
                          <a:cs typeface="Times New Roman" panose="02020603050405020304" pitchFamily="18" charset="0"/>
                        </a:rPr>
                        <a:t>年</a:t>
                      </a:r>
                      <a:r>
                        <a:rPr lang="en-US" sz="800" kern="100" dirty="0">
                          <a:effectLst/>
                          <a:latin typeface="Times New Roman" panose="02020603050405020304" pitchFamily="18" charset="0"/>
                          <a:ea typeface="宋体" pitchFamily="2" charset="-122"/>
                          <a:cs typeface="Times New Roman" panose="02020603050405020304" pitchFamily="18" charset="0"/>
                        </a:rPr>
                        <a:t>2</a:t>
                      </a:r>
                      <a:r>
                        <a:rPr lang="zh-CN" sz="800" kern="100" dirty="0">
                          <a:effectLst/>
                          <a:latin typeface="Times New Roman" panose="02020603050405020304" pitchFamily="18" charset="0"/>
                          <a:ea typeface="宋体" pitchFamily="2" charset="-122"/>
                          <a:cs typeface="Times New Roman" panose="02020603050405020304" pitchFamily="18" charset="0"/>
                        </a:rPr>
                        <a:t>月</a:t>
                      </a:r>
                      <a:r>
                        <a:rPr lang="en-US" sz="800" kern="100" dirty="0">
                          <a:effectLst/>
                          <a:latin typeface="Times New Roman" panose="02020603050405020304" pitchFamily="18" charset="0"/>
                          <a:ea typeface="宋体" pitchFamily="2" charset="-122"/>
                          <a:cs typeface="Times New Roman" panose="02020603050405020304" pitchFamily="18" charset="0"/>
                        </a:rPr>
                        <a:t>10</a:t>
                      </a:r>
                      <a:r>
                        <a:rPr lang="zh-CN" sz="800" kern="100" dirty="0">
                          <a:effectLst/>
                          <a:latin typeface="Times New Roman" panose="02020603050405020304" pitchFamily="18" charset="0"/>
                          <a:ea typeface="宋体" pitchFamily="2" charset="-122"/>
                          <a:cs typeface="Times New Roman" panose="02020603050405020304" pitchFamily="18" charset="0"/>
                        </a:rPr>
                        <a:t>日</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 name="表格 8"/>
          <p:cNvGraphicFramePr>
            <a:graphicFrameLocks noGrp="1"/>
          </p:cNvGraphicFramePr>
          <p:nvPr/>
        </p:nvGraphicFramePr>
        <p:xfrm>
          <a:off x="6528974" y="2883508"/>
          <a:ext cx="5343941" cy="3345242"/>
        </p:xfrm>
        <a:graphic>
          <a:graphicData uri="http://schemas.openxmlformats.org/drawingml/2006/table">
            <a:tbl>
              <a:tblPr firstRow="1" firstCol="1" bandRow="1"/>
              <a:tblGrid>
                <a:gridCol w="328118"/>
                <a:gridCol w="527981"/>
                <a:gridCol w="1980464"/>
                <a:gridCol w="1253689"/>
                <a:gridCol w="1253689"/>
              </a:tblGrid>
              <a:tr h="178198">
                <a:tc>
                  <a:txBody>
                    <a:bodyPr/>
                    <a:lstStyle/>
                    <a:p>
                      <a:pPr algn="just">
                        <a:lnSpc>
                          <a:spcPct val="150000"/>
                        </a:lnSpc>
                        <a:spcAft>
                          <a:spcPts val="0"/>
                        </a:spcAft>
                      </a:pPr>
                      <a:r>
                        <a:rPr lang="zh-CN" sz="600" b="1" kern="100">
                          <a:effectLst/>
                          <a:latin typeface="Times New Roman" panose="02020603050405020304" pitchFamily="18" charset="0"/>
                          <a:ea typeface="宋体" pitchFamily="2" charset="-122"/>
                          <a:cs typeface="Times New Roman" panose="02020603050405020304" pitchFamily="18" charset="0"/>
                        </a:rPr>
                        <a:t>序号</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0"/>
                        </a:spcAft>
                      </a:pPr>
                      <a:r>
                        <a:rPr lang="zh-CN" sz="600" b="1" kern="100">
                          <a:effectLst/>
                          <a:latin typeface="Times New Roman" panose="02020603050405020304" pitchFamily="18" charset="0"/>
                          <a:ea typeface="宋体" pitchFamily="2" charset="-122"/>
                          <a:cs typeface="Times New Roman" panose="02020603050405020304" pitchFamily="18" charset="0"/>
                        </a:rPr>
                        <a:t>项目阶段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0"/>
                        </a:spcAft>
                      </a:pPr>
                      <a:r>
                        <a:rPr lang="en-US" sz="600" b="1" kern="100">
                          <a:effectLst/>
                          <a:latin typeface="宋体" pitchFamily="2" charset="-122"/>
                          <a:ea typeface="宋体" pitchFamily="2" charset="-122"/>
                          <a:cs typeface="Times New Roman" panose="02020603050405020304" pitchFamily="18" charset="0"/>
                        </a:rPr>
                        <a:t>EHS</a:t>
                      </a:r>
                      <a:r>
                        <a:rPr lang="zh-CN" sz="600" b="1" kern="100">
                          <a:effectLst/>
                          <a:latin typeface="Times New Roman" panose="02020603050405020304" pitchFamily="18" charset="0"/>
                          <a:ea typeface="宋体" pitchFamily="2" charset="-122"/>
                          <a:cs typeface="Times New Roman" panose="02020603050405020304" pitchFamily="18" charset="0"/>
                        </a:rPr>
                        <a:t>管理规定动作</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0"/>
                        </a:spcAft>
                      </a:pPr>
                      <a:r>
                        <a:rPr lang="zh-CN" sz="600" b="1" kern="100">
                          <a:effectLst/>
                          <a:latin typeface="Times New Roman" panose="02020603050405020304" pitchFamily="18" charset="0"/>
                          <a:ea typeface="宋体" pitchFamily="2" charset="-122"/>
                          <a:cs typeface="Times New Roman" panose="02020603050405020304" pitchFamily="18" charset="0"/>
                        </a:rPr>
                        <a:t>输出件</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0"/>
                        </a:spcAft>
                      </a:pPr>
                      <a:r>
                        <a:rPr lang="zh-CN" sz="600" b="1" kern="100">
                          <a:effectLst/>
                          <a:latin typeface="Times New Roman" panose="02020603050405020304" pitchFamily="18" charset="0"/>
                          <a:ea typeface="宋体" pitchFamily="2" charset="-122"/>
                          <a:cs typeface="Times New Roman" panose="02020603050405020304" pitchFamily="18" charset="0"/>
                        </a:rPr>
                        <a:t>时间点</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257167">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总体组识别</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风险，制定</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管理规定及相关具体要求</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管理规定及附件</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2026</a:t>
                      </a:r>
                      <a:r>
                        <a:rPr lang="zh-CN" sz="600" kern="100">
                          <a:effectLst/>
                          <a:latin typeface="Times New Roman" panose="02020603050405020304" pitchFamily="18" charset="0"/>
                          <a:ea typeface="宋体" pitchFamily="2" charset="-122"/>
                          <a:cs typeface="Times New Roman" panose="02020603050405020304" pitchFamily="18" charset="0"/>
                        </a:rPr>
                        <a:t>年</a:t>
                      </a:r>
                      <a:r>
                        <a:rPr lang="en-US" altLang="zh-CN" sz="600" kern="100">
                          <a:effectLst/>
                          <a:latin typeface="Times New Roman" panose="02020603050405020304" pitchFamily="18" charset="0"/>
                          <a:ea typeface="宋体" pitchFamily="2" charset="-122"/>
                          <a:cs typeface="Times New Roman" panose="02020603050405020304" pitchFamily="18" charset="0"/>
                        </a:rPr>
                        <a:t>9</a:t>
                      </a:r>
                      <a:r>
                        <a:rPr lang="zh-CN" sz="600" kern="100">
                          <a:effectLst/>
                          <a:latin typeface="Times New Roman" panose="02020603050405020304" pitchFamily="18" charset="0"/>
                          <a:ea typeface="宋体" pitchFamily="2" charset="-122"/>
                          <a:cs typeface="Times New Roman" panose="02020603050405020304" pitchFamily="18" charset="0"/>
                        </a:rPr>
                        <a:t>月</a:t>
                      </a:r>
                      <a:r>
                        <a:rPr lang="en-US" sz="600" kern="100">
                          <a:effectLst/>
                          <a:latin typeface="Times New Roman" panose="02020603050405020304" pitchFamily="18" charset="0"/>
                          <a:ea typeface="宋体" pitchFamily="2" charset="-122"/>
                          <a:cs typeface="Times New Roman" panose="02020603050405020304" pitchFamily="18" charset="0"/>
                        </a:rPr>
                        <a:t>5</a:t>
                      </a:r>
                      <a:r>
                        <a:rPr lang="zh-CN" sz="600" kern="100">
                          <a:effectLst/>
                          <a:latin typeface="Times New Roman" panose="02020603050405020304" pitchFamily="18" charset="0"/>
                          <a:ea typeface="宋体" pitchFamily="2" charset="-122"/>
                          <a:cs typeface="Times New Roman" panose="02020603050405020304" pitchFamily="18" charset="0"/>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7167">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2</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组织入场前</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培训及安全技术交底（附件</a:t>
                      </a:r>
                      <a:r>
                        <a:rPr lang="en-US" sz="600" kern="100">
                          <a:effectLst/>
                          <a:latin typeface="Times New Roman" panose="02020603050405020304" pitchFamily="18" charset="0"/>
                          <a:ea typeface="宋体" pitchFamily="2" charset="-122"/>
                          <a:cs typeface="Times New Roman" panose="02020603050405020304" pitchFamily="18" charset="0"/>
                        </a:rPr>
                        <a:t>1</a:t>
                      </a:r>
                      <a:r>
                        <a:rPr lang="zh-CN" sz="600" kern="100">
                          <a:effectLst/>
                          <a:latin typeface="Times New Roman" panose="02020603050405020304" pitchFamily="18" charset="0"/>
                          <a:ea typeface="宋体" pitchFamily="2" charset="-122"/>
                          <a:cs typeface="Times New Roman" panose="02020603050405020304" pitchFamily="18" charset="0"/>
                        </a:rPr>
                        <a:t>、附件</a:t>
                      </a:r>
                      <a:r>
                        <a:rPr lang="en-US" sz="600" kern="100">
                          <a:effectLst/>
                          <a:latin typeface="Times New Roman" panose="02020603050405020304" pitchFamily="18" charset="0"/>
                          <a:ea typeface="宋体" pitchFamily="2" charset="-122"/>
                          <a:cs typeface="Times New Roman" panose="02020603050405020304" pitchFamily="18" charset="0"/>
                        </a:rPr>
                        <a:t>9</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培训</a:t>
                      </a:r>
                      <a:r>
                        <a:rPr lang="en-US" sz="600" kern="100">
                          <a:effectLst/>
                          <a:latin typeface="Times New Roman" panose="02020603050405020304" pitchFamily="18" charset="0"/>
                          <a:ea typeface="宋体" pitchFamily="2" charset="-122"/>
                          <a:cs typeface="Times New Roman" panose="02020603050405020304" pitchFamily="18" charset="0"/>
                        </a:rPr>
                        <a:t>/</a:t>
                      </a:r>
                      <a:r>
                        <a:rPr lang="zh-CN" sz="600" kern="100">
                          <a:effectLst/>
                          <a:latin typeface="Times New Roman" panose="02020603050405020304" pitchFamily="18" charset="0"/>
                          <a:ea typeface="宋体" pitchFamily="2" charset="-122"/>
                          <a:cs typeface="Times New Roman" panose="02020603050405020304" pitchFamily="18" charset="0"/>
                        </a:rPr>
                        <a:t>交底签到表、照片、纪要</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sym typeface="+mn-ea"/>
                        </a:rPr>
                        <a:t>2026</a:t>
                      </a:r>
                      <a:r>
                        <a:rPr lang="zh-CN" sz="600" kern="100">
                          <a:effectLst/>
                          <a:latin typeface="Times New Roman" panose="02020603050405020304" pitchFamily="18" charset="0"/>
                          <a:ea typeface="宋体" pitchFamily="2" charset="-122"/>
                          <a:cs typeface="Times New Roman" panose="02020603050405020304" pitchFamily="18" charset="0"/>
                          <a:sym typeface="+mn-ea"/>
                        </a:rPr>
                        <a:t>年</a:t>
                      </a:r>
                      <a:r>
                        <a:rPr lang="en-US" altLang="zh-CN" sz="600" kern="100">
                          <a:effectLst/>
                          <a:latin typeface="Times New Roman" panose="02020603050405020304" pitchFamily="18" charset="0"/>
                          <a:ea typeface="宋体" pitchFamily="2" charset="-122"/>
                          <a:cs typeface="Times New Roman" panose="02020603050405020304" pitchFamily="18" charset="0"/>
                          <a:sym typeface="+mn-ea"/>
                        </a:rPr>
                        <a:t>9</a:t>
                      </a:r>
                      <a:r>
                        <a:rPr lang="zh-CN" sz="600" kern="100">
                          <a:effectLst/>
                          <a:latin typeface="Times New Roman" panose="02020603050405020304" pitchFamily="18" charset="0"/>
                          <a:ea typeface="宋体" pitchFamily="2" charset="-122"/>
                          <a:cs typeface="Times New Roman" panose="02020603050405020304" pitchFamily="18" charset="0"/>
                          <a:sym typeface="+mn-ea"/>
                        </a:rPr>
                        <a:t>月</a:t>
                      </a:r>
                      <a:r>
                        <a:rPr lang="en-US" sz="600" kern="100">
                          <a:effectLst/>
                          <a:latin typeface="Times New Roman" panose="02020603050405020304" pitchFamily="18" charset="0"/>
                          <a:ea typeface="宋体" pitchFamily="2" charset="-122"/>
                          <a:cs typeface="Times New Roman" panose="02020603050405020304" pitchFamily="18" charset="0"/>
                          <a:sym typeface="+mn-ea"/>
                        </a:rPr>
                        <a:t>5</a:t>
                      </a:r>
                      <a:r>
                        <a:rPr lang="zh-CN" sz="600" kern="100">
                          <a:effectLst/>
                          <a:latin typeface="Times New Roman" panose="02020603050405020304" pitchFamily="18" charset="0"/>
                          <a:ea typeface="宋体" pitchFamily="2" charset="-122"/>
                          <a:cs typeface="Times New Roman" panose="02020603050405020304" pitchFamily="18" charset="0"/>
                          <a:sym typeface="+mn-ea"/>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3</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确定施工现场专职</a:t>
                      </a:r>
                      <a:r>
                        <a:rPr lang="en-US" sz="600" kern="100">
                          <a:effectLst/>
                          <a:latin typeface="Times New Roman" panose="02020603050405020304" pitchFamily="18" charset="0"/>
                          <a:ea typeface="宋体" pitchFamily="2" charset="-122"/>
                          <a:cs typeface="Times New Roman" panose="02020603050405020304" pitchFamily="18" charset="0"/>
                        </a:rPr>
                        <a:t>/</a:t>
                      </a:r>
                      <a:r>
                        <a:rPr lang="zh-CN" sz="600" kern="100">
                          <a:effectLst/>
                          <a:latin typeface="Times New Roman" panose="02020603050405020304" pitchFamily="18" charset="0"/>
                          <a:ea typeface="宋体" pitchFamily="2" charset="-122"/>
                          <a:cs typeface="Times New Roman" panose="02020603050405020304" pitchFamily="18" charset="0"/>
                        </a:rPr>
                        <a:t>兼职安全员</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安全员名单</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sym typeface="+mn-ea"/>
                        </a:rPr>
                        <a:t>2026</a:t>
                      </a:r>
                      <a:r>
                        <a:rPr lang="zh-CN" sz="600" kern="100">
                          <a:effectLst/>
                          <a:latin typeface="Times New Roman" panose="02020603050405020304" pitchFamily="18" charset="0"/>
                          <a:ea typeface="宋体" pitchFamily="2" charset="-122"/>
                          <a:cs typeface="Times New Roman" panose="02020603050405020304" pitchFamily="18" charset="0"/>
                          <a:sym typeface="+mn-ea"/>
                        </a:rPr>
                        <a:t>年</a:t>
                      </a:r>
                      <a:r>
                        <a:rPr lang="en-US" altLang="zh-CN" sz="600" kern="100">
                          <a:effectLst/>
                          <a:latin typeface="Times New Roman" panose="02020603050405020304" pitchFamily="18" charset="0"/>
                          <a:ea typeface="宋体" pitchFamily="2" charset="-122"/>
                          <a:cs typeface="Times New Roman" panose="02020603050405020304" pitchFamily="18" charset="0"/>
                          <a:sym typeface="+mn-ea"/>
                        </a:rPr>
                        <a:t>9</a:t>
                      </a:r>
                      <a:r>
                        <a:rPr lang="zh-CN" sz="600" kern="100">
                          <a:effectLst/>
                          <a:latin typeface="Times New Roman" panose="02020603050405020304" pitchFamily="18" charset="0"/>
                          <a:ea typeface="宋体" pitchFamily="2" charset="-122"/>
                          <a:cs typeface="Times New Roman" panose="02020603050405020304" pitchFamily="18" charset="0"/>
                          <a:sym typeface="+mn-ea"/>
                        </a:rPr>
                        <a:t>月</a:t>
                      </a:r>
                      <a:r>
                        <a:rPr lang="en-US" sz="600" kern="100">
                          <a:effectLst/>
                          <a:latin typeface="Times New Roman" panose="02020603050405020304" pitchFamily="18" charset="0"/>
                          <a:ea typeface="宋体" pitchFamily="2" charset="-122"/>
                          <a:cs typeface="Times New Roman" panose="02020603050405020304" pitchFamily="18" charset="0"/>
                          <a:sym typeface="+mn-ea"/>
                        </a:rPr>
                        <a:t>5</a:t>
                      </a:r>
                      <a:r>
                        <a:rPr lang="zh-CN" sz="600" kern="100">
                          <a:effectLst/>
                          <a:latin typeface="Times New Roman" panose="02020603050405020304" pitchFamily="18" charset="0"/>
                          <a:ea typeface="宋体" pitchFamily="2" charset="-122"/>
                          <a:cs typeface="Times New Roman" panose="02020603050405020304" pitchFamily="18" charset="0"/>
                          <a:sym typeface="+mn-ea"/>
                        </a:rPr>
                        <a:t>日</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7167">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4</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特种作业人员资质（登高证、电工证等）检查并登记备案</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特种资质登记表</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sym typeface="+mn-ea"/>
                        </a:rPr>
                        <a:t>2026</a:t>
                      </a:r>
                      <a:r>
                        <a:rPr lang="zh-CN" sz="600" kern="100">
                          <a:effectLst/>
                          <a:latin typeface="Times New Roman" panose="02020603050405020304" pitchFamily="18" charset="0"/>
                          <a:ea typeface="宋体" pitchFamily="2" charset="-122"/>
                          <a:cs typeface="Times New Roman" panose="02020603050405020304" pitchFamily="18" charset="0"/>
                          <a:sym typeface="+mn-ea"/>
                        </a:rPr>
                        <a:t>年</a:t>
                      </a:r>
                      <a:r>
                        <a:rPr lang="en-US" altLang="zh-CN" sz="600" kern="100">
                          <a:effectLst/>
                          <a:latin typeface="Times New Roman" panose="02020603050405020304" pitchFamily="18" charset="0"/>
                          <a:ea typeface="宋体" pitchFamily="2" charset="-122"/>
                          <a:cs typeface="Times New Roman" panose="02020603050405020304" pitchFamily="18" charset="0"/>
                          <a:sym typeface="+mn-ea"/>
                        </a:rPr>
                        <a:t>9</a:t>
                      </a:r>
                      <a:r>
                        <a:rPr lang="zh-CN" sz="600" kern="100">
                          <a:effectLst/>
                          <a:latin typeface="Times New Roman" panose="02020603050405020304" pitchFamily="18" charset="0"/>
                          <a:ea typeface="宋体" pitchFamily="2" charset="-122"/>
                          <a:cs typeface="Times New Roman" panose="02020603050405020304" pitchFamily="18" charset="0"/>
                          <a:sym typeface="+mn-ea"/>
                        </a:rPr>
                        <a:t>月</a:t>
                      </a:r>
                      <a:r>
                        <a:rPr lang="en-US" sz="600" kern="100">
                          <a:effectLst/>
                          <a:latin typeface="Times New Roman" panose="02020603050405020304" pitchFamily="18" charset="0"/>
                          <a:ea typeface="宋体" pitchFamily="2" charset="-122"/>
                          <a:cs typeface="Times New Roman" panose="02020603050405020304" pitchFamily="18" charset="0"/>
                          <a:sym typeface="+mn-ea"/>
                        </a:rPr>
                        <a:t>5</a:t>
                      </a:r>
                      <a:r>
                        <a:rPr lang="zh-CN" sz="600" kern="100">
                          <a:effectLst/>
                          <a:latin typeface="Times New Roman" panose="02020603050405020304" pitchFamily="18" charset="0"/>
                          <a:ea typeface="宋体" pitchFamily="2" charset="-122"/>
                          <a:cs typeface="Times New Roman" panose="02020603050405020304" pitchFamily="18" charset="0"/>
                          <a:sym typeface="+mn-ea"/>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5</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组织签署</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承诺书（附件</a:t>
                      </a:r>
                      <a:r>
                        <a:rPr lang="en-US" sz="600" kern="100">
                          <a:effectLst/>
                          <a:latin typeface="Times New Roman" panose="02020603050405020304" pitchFamily="18" charset="0"/>
                          <a:ea typeface="宋体" pitchFamily="2" charset="-122"/>
                          <a:cs typeface="Times New Roman" panose="02020603050405020304" pitchFamily="18" charset="0"/>
                        </a:rPr>
                        <a:t>2</a:t>
                      </a:r>
                      <a:r>
                        <a:rPr lang="zh-CN" sz="600" kern="100">
                          <a:effectLst/>
                          <a:latin typeface="Times New Roman" panose="02020603050405020304" pitchFamily="18" charset="0"/>
                          <a:ea typeface="宋体" pitchFamily="2" charset="-122"/>
                          <a:cs typeface="Times New Roman" panose="02020603050405020304" pitchFamily="18" charset="0"/>
                        </a:rPr>
                        <a:t>）并归档</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承诺书签字件</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sym typeface="+mn-ea"/>
                        </a:rPr>
                        <a:t>2026</a:t>
                      </a:r>
                      <a:r>
                        <a:rPr lang="zh-CN" sz="600" kern="100">
                          <a:effectLst/>
                          <a:latin typeface="Times New Roman" panose="02020603050405020304" pitchFamily="18" charset="0"/>
                          <a:ea typeface="宋体" pitchFamily="2" charset="-122"/>
                          <a:cs typeface="Times New Roman" panose="02020603050405020304" pitchFamily="18" charset="0"/>
                          <a:sym typeface="+mn-ea"/>
                        </a:rPr>
                        <a:t>年</a:t>
                      </a:r>
                      <a:r>
                        <a:rPr lang="en-US" altLang="zh-CN" sz="600" kern="100">
                          <a:effectLst/>
                          <a:latin typeface="Times New Roman" panose="02020603050405020304" pitchFamily="18" charset="0"/>
                          <a:ea typeface="宋体" pitchFamily="2" charset="-122"/>
                          <a:cs typeface="Times New Roman" panose="02020603050405020304" pitchFamily="18" charset="0"/>
                          <a:sym typeface="+mn-ea"/>
                        </a:rPr>
                        <a:t>9</a:t>
                      </a:r>
                      <a:r>
                        <a:rPr lang="zh-CN" sz="600" kern="100">
                          <a:effectLst/>
                          <a:latin typeface="Times New Roman" panose="02020603050405020304" pitchFamily="18" charset="0"/>
                          <a:ea typeface="宋体" pitchFamily="2" charset="-122"/>
                          <a:cs typeface="Times New Roman" panose="02020603050405020304" pitchFamily="18" charset="0"/>
                          <a:sym typeface="+mn-ea"/>
                        </a:rPr>
                        <a:t>月</a:t>
                      </a:r>
                      <a:r>
                        <a:rPr lang="en-US" sz="600" kern="100">
                          <a:effectLst/>
                          <a:latin typeface="Times New Roman" panose="02020603050405020304" pitchFamily="18" charset="0"/>
                          <a:ea typeface="宋体" pitchFamily="2" charset="-122"/>
                          <a:cs typeface="Times New Roman" panose="02020603050405020304" pitchFamily="18" charset="0"/>
                          <a:sym typeface="+mn-ea"/>
                        </a:rPr>
                        <a:t>5</a:t>
                      </a:r>
                      <a:r>
                        <a:rPr lang="zh-CN" sz="600" kern="100">
                          <a:effectLst/>
                          <a:latin typeface="Times New Roman" panose="02020603050405020304" pitchFamily="18" charset="0"/>
                          <a:ea typeface="宋体" pitchFamily="2" charset="-122"/>
                          <a:cs typeface="Times New Roman" panose="02020603050405020304" pitchFamily="18" charset="0"/>
                          <a:sym typeface="+mn-ea"/>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6</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落实现场施工</a:t>
                      </a:r>
                      <a:r>
                        <a:rPr lang="en-US" sz="600" kern="100">
                          <a:effectLst/>
                          <a:latin typeface="Times New Roman" panose="02020603050405020304" pitchFamily="18" charset="0"/>
                          <a:ea typeface="宋体" pitchFamily="2" charset="-122"/>
                          <a:cs typeface="Times New Roman" panose="02020603050405020304" pitchFamily="18" charset="0"/>
                        </a:rPr>
                        <a:t>PPE</a:t>
                      </a:r>
                      <a:r>
                        <a:rPr lang="zh-CN" sz="600" kern="100">
                          <a:effectLst/>
                          <a:latin typeface="Times New Roman" panose="02020603050405020304" pitchFamily="18" charset="0"/>
                          <a:ea typeface="宋体" pitchFamily="2" charset="-122"/>
                          <a:cs typeface="Times New Roman" panose="02020603050405020304" pitchFamily="18" charset="0"/>
                        </a:rPr>
                        <a:t>配置要求（附件</a:t>
                      </a:r>
                      <a:r>
                        <a:rPr lang="en-US" sz="600" kern="100">
                          <a:effectLst/>
                          <a:latin typeface="Times New Roman" panose="02020603050405020304" pitchFamily="18" charset="0"/>
                          <a:ea typeface="宋体" pitchFamily="2" charset="-122"/>
                          <a:cs typeface="Times New Roman" panose="02020603050405020304" pitchFamily="18" charset="0"/>
                        </a:rPr>
                        <a:t>5</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PPE</a:t>
                      </a:r>
                      <a:r>
                        <a:rPr lang="zh-CN" sz="600" kern="100">
                          <a:effectLst/>
                          <a:latin typeface="Times New Roman" panose="02020603050405020304" pitchFamily="18" charset="0"/>
                          <a:ea typeface="宋体" pitchFamily="2" charset="-122"/>
                          <a:cs typeface="Times New Roman" panose="02020603050405020304" pitchFamily="18" charset="0"/>
                        </a:rPr>
                        <a:t>配置</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sym typeface="+mn-ea"/>
                        </a:rPr>
                        <a:t>2026</a:t>
                      </a:r>
                      <a:r>
                        <a:rPr lang="zh-CN" sz="600" kern="100">
                          <a:effectLst/>
                          <a:latin typeface="Times New Roman" panose="02020603050405020304" pitchFamily="18" charset="0"/>
                          <a:ea typeface="宋体" pitchFamily="2" charset="-122"/>
                          <a:cs typeface="Times New Roman" panose="02020603050405020304" pitchFamily="18" charset="0"/>
                          <a:sym typeface="+mn-ea"/>
                        </a:rPr>
                        <a:t>年</a:t>
                      </a:r>
                      <a:r>
                        <a:rPr lang="en-US" altLang="zh-CN" sz="600" kern="100">
                          <a:effectLst/>
                          <a:latin typeface="Times New Roman" panose="02020603050405020304" pitchFamily="18" charset="0"/>
                          <a:ea typeface="宋体" pitchFamily="2" charset="-122"/>
                          <a:cs typeface="Times New Roman" panose="02020603050405020304" pitchFamily="18" charset="0"/>
                          <a:sym typeface="+mn-ea"/>
                        </a:rPr>
                        <a:t>9</a:t>
                      </a:r>
                      <a:r>
                        <a:rPr lang="zh-CN" sz="600" kern="100">
                          <a:effectLst/>
                          <a:latin typeface="Times New Roman" panose="02020603050405020304" pitchFamily="18" charset="0"/>
                          <a:ea typeface="宋体" pitchFamily="2" charset="-122"/>
                          <a:cs typeface="Times New Roman" panose="02020603050405020304" pitchFamily="18" charset="0"/>
                          <a:sym typeface="+mn-ea"/>
                        </a:rPr>
                        <a:t>月</a:t>
                      </a:r>
                      <a:r>
                        <a:rPr lang="en-US" sz="600" kern="100">
                          <a:effectLst/>
                          <a:latin typeface="Times New Roman" panose="02020603050405020304" pitchFamily="18" charset="0"/>
                          <a:ea typeface="宋体" pitchFamily="2" charset="-122"/>
                          <a:cs typeface="Times New Roman" panose="02020603050405020304" pitchFamily="18" charset="0"/>
                          <a:sym typeface="+mn-ea"/>
                        </a:rPr>
                        <a:t>5</a:t>
                      </a:r>
                      <a:r>
                        <a:rPr lang="zh-CN" sz="600" kern="100">
                          <a:effectLst/>
                          <a:latin typeface="Times New Roman" panose="02020603050405020304" pitchFamily="18" charset="0"/>
                          <a:ea typeface="宋体" pitchFamily="2" charset="-122"/>
                          <a:cs typeface="Times New Roman" panose="02020603050405020304" pitchFamily="18" charset="0"/>
                          <a:sym typeface="+mn-ea"/>
                        </a:rPr>
                        <a:t>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7</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现场灭火器等消防及相关配套设施配备及检查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消防器具等照片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600" kern="100">
                          <a:effectLst/>
                          <a:latin typeface="Times New Roman" panose="02020603050405020304" pitchFamily="18" charset="0"/>
                          <a:ea typeface="宋体" pitchFamily="2" charset="-122"/>
                          <a:cs typeface="Times New Roman" panose="02020603050405020304" pitchFamily="18" charset="0"/>
                        </a:rPr>
                        <a:t>2026年9月5日</a:t>
                      </a:r>
                      <a:endParaRPr lang="zh-CN" altLang="en-US" sz="600" kern="100">
                        <a:effectLst/>
                        <a:latin typeface="Times New Roman" panose="02020603050405020304" pitchFamily="18" charset="0"/>
                        <a:ea typeface="宋体" pitchFamily="2" charset="-122"/>
                        <a:cs typeface="Times New Roman" panose="02020603050405020304" pitchFamily="18" charset="0"/>
                      </a:endParaRPr>
                    </a:p>
                    <a:p>
                      <a:pPr algn="just">
                        <a:spcAft>
                          <a:spcPts val="0"/>
                        </a:spcAft>
                      </a:pP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8</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现场</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相关要求、警示标志张贴（附件</a:t>
                      </a:r>
                      <a:r>
                        <a:rPr lang="en-US" sz="600" kern="100">
                          <a:effectLst/>
                          <a:latin typeface="Times New Roman" panose="02020603050405020304" pitchFamily="18" charset="0"/>
                          <a:ea typeface="宋体" pitchFamily="2" charset="-122"/>
                          <a:cs typeface="Times New Roman" panose="02020603050405020304" pitchFamily="18" charset="0"/>
                        </a:rPr>
                        <a:t>6</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600" kern="100">
                          <a:effectLst/>
                          <a:latin typeface="Times New Roman" panose="02020603050405020304" pitchFamily="18" charset="0"/>
                          <a:ea typeface="宋体" pitchFamily="2" charset="-122"/>
                          <a:cs typeface="Times New Roman" panose="02020603050405020304" pitchFamily="18" charset="0"/>
                        </a:rPr>
                        <a:t>2026年9月5日</a:t>
                      </a:r>
                      <a:endParaRPr lang="zh-CN" altLang="en-US" sz="600" kern="100">
                        <a:effectLst/>
                        <a:latin typeface="Times New Roman" panose="02020603050405020304" pitchFamily="18" charset="0"/>
                        <a:ea typeface="宋体" pitchFamily="2" charset="-122"/>
                        <a:cs typeface="Times New Roman" panose="02020603050405020304" pitchFamily="18" charset="0"/>
                      </a:endParaRPr>
                    </a:p>
                    <a:p>
                      <a:pPr algn="just">
                        <a:spcAft>
                          <a:spcPts val="0"/>
                        </a:spcAft>
                      </a:pP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9</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准备阶段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组织消防演习等（附件</a:t>
                      </a:r>
                      <a:r>
                        <a:rPr lang="en-US" sz="600" kern="100">
                          <a:effectLst/>
                          <a:latin typeface="Times New Roman" panose="02020603050405020304" pitchFamily="18" charset="0"/>
                          <a:ea typeface="宋体" pitchFamily="2" charset="-122"/>
                          <a:cs typeface="Times New Roman" panose="02020603050405020304" pitchFamily="18" charset="0"/>
                        </a:rPr>
                        <a:t>7</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消防演习策划书及照片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600" kern="100">
                          <a:effectLst/>
                          <a:latin typeface="Times New Roman" panose="02020603050405020304" pitchFamily="18" charset="0"/>
                          <a:ea typeface="宋体" pitchFamily="2" charset="-122"/>
                          <a:cs typeface="Times New Roman" panose="02020603050405020304" pitchFamily="18" charset="0"/>
                        </a:rPr>
                        <a:t>2026年9月5日</a:t>
                      </a:r>
                      <a:endParaRPr lang="zh-CN" altLang="en-US" sz="600" kern="100">
                        <a:effectLst/>
                        <a:latin typeface="Times New Roman" panose="02020603050405020304" pitchFamily="18" charset="0"/>
                        <a:ea typeface="宋体" pitchFamily="2" charset="-122"/>
                        <a:cs typeface="Times New Roman" panose="02020603050405020304" pitchFamily="18" charset="0"/>
                      </a:endParaRPr>
                    </a:p>
                    <a:p>
                      <a:pPr algn="just">
                        <a:spcAft>
                          <a:spcPts val="0"/>
                        </a:spcAft>
                      </a:pP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10</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每日施工前安全教育与安全交底会</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交底照片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交付阶段每天</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11</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安全员每日施工过程中</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自检（附件</a:t>
                      </a:r>
                      <a:r>
                        <a:rPr lang="en-US" sz="600" kern="100">
                          <a:effectLst/>
                          <a:latin typeface="Times New Roman" panose="02020603050405020304" pitchFamily="18" charset="0"/>
                          <a:ea typeface="宋体" pitchFamily="2" charset="-122"/>
                          <a:cs typeface="Times New Roman" panose="02020603050405020304" pitchFamily="18" charset="0"/>
                        </a:rPr>
                        <a:t>3</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检查表及照片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交付阶段每天</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12</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项目组不定期</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遵从性检查（附件</a:t>
                      </a:r>
                      <a:r>
                        <a:rPr lang="en-US" sz="600" kern="100">
                          <a:effectLst/>
                          <a:latin typeface="Times New Roman" panose="02020603050405020304" pitchFamily="18" charset="0"/>
                          <a:ea typeface="宋体" pitchFamily="2" charset="-122"/>
                          <a:cs typeface="Times New Roman" panose="02020603050405020304" pitchFamily="18" charset="0"/>
                        </a:rPr>
                        <a:t>4</a:t>
                      </a:r>
                      <a:r>
                        <a:rPr lang="zh-CN" sz="600" kern="100">
                          <a:effectLst/>
                          <a:latin typeface="Times New Roman" panose="02020603050405020304" pitchFamily="18" charset="0"/>
                          <a:ea typeface="宋体" pitchFamily="2" charset="-122"/>
                          <a:cs typeface="Times New Roman" panose="02020603050405020304" pitchFamily="18" charset="0"/>
                        </a:rPr>
                        <a:t>）</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检查表及照片</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100" dirty="0">
                          <a:effectLst/>
                          <a:latin typeface="Times New Roman" panose="02020603050405020304" pitchFamily="18" charset="0"/>
                          <a:ea typeface="宋体" pitchFamily="2" charset="-122"/>
                          <a:cs typeface="Times New Roman" panose="02020603050405020304" pitchFamily="18" charset="0"/>
                        </a:rPr>
                        <a:t>交付阶段不定期</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7167">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13</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项目组定期输出</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简报（附件</a:t>
                      </a:r>
                      <a:r>
                        <a:rPr lang="en-US" sz="600" kern="100">
                          <a:effectLst/>
                          <a:latin typeface="Times New Roman" panose="02020603050405020304" pitchFamily="18" charset="0"/>
                          <a:ea typeface="宋体" pitchFamily="2" charset="-122"/>
                          <a:cs typeface="Times New Roman" panose="02020603050405020304" pitchFamily="18" charset="0"/>
                        </a:rPr>
                        <a:t>8</a:t>
                      </a:r>
                      <a:r>
                        <a:rPr lang="zh-CN" sz="600" kern="100">
                          <a:effectLst/>
                          <a:latin typeface="Times New Roman" panose="02020603050405020304" pitchFamily="18" charset="0"/>
                          <a:ea typeface="宋体" pitchFamily="2" charset="-122"/>
                          <a:cs typeface="Times New Roman" panose="02020603050405020304" pitchFamily="18" charset="0"/>
                        </a:rPr>
                        <a:t>），根据情况发送客户、监理等相关方</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简报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交付阶段每半月</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14</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重大</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风险、安全隐患问题专项改进</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相关记录</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交付阶段每月</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15</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交付阶段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事故及时上报</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通报</a:t>
                      </a:r>
                      <a:r>
                        <a:rPr lang="en-US" sz="600" kern="100">
                          <a:effectLst/>
                          <a:latin typeface="Times New Roman" panose="02020603050405020304" pitchFamily="18" charset="0"/>
                          <a:ea typeface="宋体" pitchFamily="2" charset="-122"/>
                          <a:cs typeface="Times New Roman" panose="02020603050405020304" pitchFamily="18" charset="0"/>
                        </a:rPr>
                        <a:t>/EHS</a:t>
                      </a:r>
                      <a:r>
                        <a:rPr lang="zh-CN" sz="600" kern="100">
                          <a:effectLst/>
                          <a:latin typeface="Times New Roman" panose="02020603050405020304" pitchFamily="18" charset="0"/>
                          <a:ea typeface="宋体" pitchFamily="2" charset="-122"/>
                          <a:cs typeface="Times New Roman" panose="02020603050405020304" pitchFamily="18" charset="0"/>
                        </a:rPr>
                        <a:t>电子流</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600" kern="100">
                          <a:effectLst/>
                          <a:latin typeface="Times New Roman" panose="02020603050405020304" pitchFamily="18" charset="0"/>
                          <a:ea typeface="宋体" pitchFamily="2" charset="-122"/>
                          <a:cs typeface="Times New Roman" panose="02020603050405020304" pitchFamily="18" charset="0"/>
                        </a:rPr>
                        <a:t> </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8198">
                <a:tc>
                  <a:txBody>
                    <a:bodyPr/>
                    <a:lstStyle/>
                    <a:p>
                      <a:pPr algn="ctr">
                        <a:lnSpc>
                          <a:spcPct val="150000"/>
                        </a:lnSpc>
                        <a:spcAft>
                          <a:spcPts val="0"/>
                        </a:spcAft>
                      </a:pPr>
                      <a:r>
                        <a:rPr lang="en-US" sz="600" kern="100">
                          <a:effectLst/>
                          <a:latin typeface="宋体" pitchFamily="2" charset="-122"/>
                          <a:ea typeface="宋体" pitchFamily="2" charset="-122"/>
                          <a:cs typeface="Times New Roman" panose="02020603050405020304" pitchFamily="18" charset="0"/>
                        </a:rPr>
                        <a:t>16</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关闭阶段</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合作绩效评估</a:t>
                      </a:r>
                      <a:r>
                        <a:rPr lang="en-US" sz="600" kern="100">
                          <a:effectLst/>
                          <a:latin typeface="Times New Roman" panose="02020603050405020304" pitchFamily="18" charset="0"/>
                          <a:ea typeface="宋体" pitchFamily="2" charset="-122"/>
                          <a:cs typeface="Times New Roman" panose="02020603050405020304" pitchFamily="18" charset="0"/>
                        </a:rPr>
                        <a:t>/</a:t>
                      </a:r>
                      <a:r>
                        <a:rPr lang="zh-CN" sz="600" kern="100">
                          <a:effectLst/>
                          <a:latin typeface="Times New Roman" panose="02020603050405020304" pitchFamily="18" charset="0"/>
                          <a:ea typeface="宋体" pitchFamily="2" charset="-122"/>
                          <a:cs typeface="Times New Roman" panose="02020603050405020304" pitchFamily="18" charset="0"/>
                        </a:rPr>
                        <a:t>评价</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600" kern="100">
                          <a:effectLst/>
                          <a:latin typeface="Times New Roman" panose="02020603050405020304" pitchFamily="18" charset="0"/>
                          <a:ea typeface="宋体" pitchFamily="2" charset="-122"/>
                          <a:cs typeface="Times New Roman" panose="02020603050405020304" pitchFamily="18" charset="0"/>
                        </a:rPr>
                        <a:t>绩效评估</a:t>
                      </a:r>
                      <a:endParaRPr lang="zh-CN" sz="600" kern="10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600" kern="100" dirty="0">
                          <a:effectLst/>
                          <a:latin typeface="宋体" pitchFamily="2" charset="-122"/>
                          <a:ea typeface="宋体" pitchFamily="2" charset="-122"/>
                          <a:cs typeface="Times New Roman" panose="02020603050405020304" pitchFamily="18" charset="0"/>
                        </a:rPr>
                        <a:t>2025</a:t>
                      </a:r>
                      <a:r>
                        <a:rPr lang="zh-CN" sz="600" kern="100" dirty="0">
                          <a:effectLst/>
                          <a:latin typeface="Times New Roman" panose="02020603050405020304" pitchFamily="18" charset="0"/>
                          <a:ea typeface="宋体" pitchFamily="2" charset="-122"/>
                          <a:cs typeface="Times New Roman" panose="02020603050405020304" pitchFamily="18" charset="0"/>
                        </a:rPr>
                        <a:t>年</a:t>
                      </a:r>
                      <a:r>
                        <a:rPr lang="en-US" sz="600" kern="100" dirty="0">
                          <a:effectLst/>
                          <a:latin typeface="Times New Roman" panose="02020603050405020304" pitchFamily="18" charset="0"/>
                          <a:ea typeface="宋体" pitchFamily="2" charset="-122"/>
                          <a:cs typeface="Times New Roman" panose="02020603050405020304" pitchFamily="18" charset="0"/>
                        </a:rPr>
                        <a:t>1</a:t>
                      </a:r>
                      <a:r>
                        <a:rPr lang="zh-CN" sz="600" kern="100" dirty="0">
                          <a:effectLst/>
                          <a:latin typeface="Times New Roman" panose="02020603050405020304" pitchFamily="18" charset="0"/>
                          <a:ea typeface="宋体" pitchFamily="2" charset="-122"/>
                          <a:cs typeface="Times New Roman" panose="02020603050405020304" pitchFamily="18" charset="0"/>
                        </a:rPr>
                        <a:t>月</a:t>
                      </a:r>
                      <a:r>
                        <a:rPr lang="en-US" sz="600" kern="100" dirty="0">
                          <a:effectLst/>
                          <a:latin typeface="Times New Roman" panose="02020603050405020304" pitchFamily="18" charset="0"/>
                          <a:ea typeface="宋体" pitchFamily="2" charset="-122"/>
                          <a:cs typeface="Times New Roman" panose="02020603050405020304" pitchFamily="18" charset="0"/>
                        </a:rPr>
                        <a:t>30</a:t>
                      </a:r>
                      <a:r>
                        <a:rPr lang="zh-CN" sz="600" kern="100" dirty="0">
                          <a:effectLst/>
                          <a:latin typeface="Times New Roman" panose="02020603050405020304" pitchFamily="18" charset="0"/>
                          <a:ea typeface="宋体" pitchFamily="2" charset="-122"/>
                          <a:cs typeface="Times New Roman" panose="02020603050405020304" pitchFamily="18" charset="0"/>
                        </a:rPr>
                        <a:t>日</a:t>
                      </a:r>
                      <a:endParaRPr lang="zh-CN" sz="600" kern="100" dirty="0">
                        <a:effectLst/>
                        <a:latin typeface="Times New Roman" panose="02020603050405020304" pitchFamily="18" charset="0"/>
                        <a:ea typeface="宋体"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2"/>
          </p:nvPr>
        </p:nvSpPr>
        <p:spPr>
          <a:xfrm>
            <a:off x="713740" y="712470"/>
            <a:ext cx="9065895" cy="657860"/>
          </a:xfrm>
          <a:solidFill>
            <a:schemeClr val="tx2">
              <a:lumMod val="95000"/>
            </a:schemeClr>
          </a:solidFill>
          <a:ln>
            <a:noFill/>
          </a:ln>
          <a:effectLst>
            <a:outerShdw blurRad="50800" dist="38100" dir="2700000" algn="tl" rotWithShape="0">
              <a:prstClr val="black">
                <a:alpha val="40000"/>
              </a:prstClr>
            </a:outerShdw>
          </a:effectLst>
        </p:spPr>
        <p:txBody>
          <a:bodyPr lIns="36000" tIns="36000" rIns="36000" bIns="36000" anchor="ctr" anchorCtr="0"/>
          <a:lstStyle/>
          <a:p>
            <a:pPr marL="285750" indent="-285750">
              <a:buClr>
                <a:srgbClr val="C00000"/>
              </a:buClr>
              <a:buSzPct val="80000"/>
              <a:buFont typeface="Wingdings" panose="05000000000000000000" pitchFamily="2" charset="2"/>
              <a:buChar char="l"/>
            </a:pPr>
            <a:r>
              <a:rPr lang="zh-CN" altLang="en-US" sz="1400" b="1" dirty="0"/>
              <a:t>当前客户并未提出具体的网络安全要求</a:t>
            </a:r>
            <a:r>
              <a:rPr lang="zh-CN" altLang="en-US" sz="1400" dirty="0"/>
              <a:t>，项目组将按地区部要求</a:t>
            </a:r>
            <a:r>
              <a:rPr lang="zh-CN" altLang="en-US" sz="1400" dirty="0">
                <a:solidFill>
                  <a:srgbClr val="FF0000"/>
                </a:solidFill>
              </a:rPr>
              <a:t>使用“</a:t>
            </a:r>
            <a:r>
              <a:rPr lang="zh-CN" altLang="en-US" sz="1400" b="1" dirty="0">
                <a:solidFill>
                  <a:srgbClr val="FF0000"/>
                </a:solidFill>
              </a:rPr>
              <a:t>基线</a:t>
            </a:r>
            <a:r>
              <a:rPr lang="zh-CN" altLang="en-US" sz="1400" dirty="0">
                <a:solidFill>
                  <a:srgbClr val="FF0000"/>
                </a:solidFill>
              </a:rPr>
              <a:t>”</a:t>
            </a:r>
            <a:r>
              <a:rPr lang="zh-CN" altLang="en-US" sz="1400" dirty="0"/>
              <a:t>作为项目组的网络安全管理计划</a:t>
            </a:r>
            <a:endParaRPr lang="en-US" altLang="zh-CN" sz="1400" dirty="0"/>
          </a:p>
        </p:txBody>
      </p:sp>
      <p:graphicFrame>
        <p:nvGraphicFramePr>
          <p:cNvPr id="13" name="表格 12"/>
          <p:cNvGraphicFramePr>
            <a:graphicFrameLocks noGrp="1"/>
          </p:cNvGraphicFramePr>
          <p:nvPr/>
        </p:nvGraphicFramePr>
        <p:xfrm>
          <a:off x="285603" y="1543095"/>
          <a:ext cx="11625556" cy="4611326"/>
        </p:xfrm>
        <a:graphic>
          <a:graphicData uri="http://schemas.openxmlformats.org/drawingml/2006/table">
            <a:tbl>
              <a:tblPr/>
              <a:tblGrid>
                <a:gridCol w="441089"/>
                <a:gridCol w="1066800"/>
                <a:gridCol w="6599767"/>
                <a:gridCol w="2549862"/>
                <a:gridCol w="968038"/>
              </a:tblGrid>
              <a:tr h="0">
                <a:tc rowSpan="2">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序号</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DCE6F1"/>
                    </a:solidFill>
                  </a:tcPr>
                </a:tc>
                <a:tc gridSpan="2">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网络安全管理要求（基线）</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DCE6F1"/>
                    </a:solidFill>
                  </a:tcPr>
                </a:tc>
                <a:tc hMerge="1">
                  <a:tcPr/>
                </a:tc>
                <a:tc gridSpan="2">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管控规则</a:t>
                      </a:r>
                      <a:r>
                        <a:rPr lang="zh-CN" altLang="en-US" sz="900" b="1" i="0" u="none" strike="noStrike">
                          <a:solidFill>
                            <a:srgbClr val="FF0000"/>
                          </a:solidFill>
                          <a:effectLst/>
                          <a:latin typeface="微软雅黑" panose="020B0503020204020204" pitchFamily="34" charset="-122"/>
                          <a:ea typeface="微软雅黑" panose="020B0503020204020204" pitchFamily="34" charset="-122"/>
                        </a:rPr>
                        <a:t>（代表处</a:t>
                      </a:r>
                      <a:r>
                        <a:rPr lang="en-US" altLang="zh-CN" sz="900" b="1" i="0" u="none" strike="noStrike">
                          <a:solidFill>
                            <a:srgbClr val="FF0000"/>
                          </a:solidFill>
                          <a:effectLst/>
                          <a:latin typeface="微软雅黑" panose="020B0503020204020204" pitchFamily="34" charset="-122"/>
                          <a:ea typeface="微软雅黑" panose="020B0503020204020204" pitchFamily="34" charset="-122"/>
                        </a:rPr>
                        <a:t>/</a:t>
                      </a:r>
                      <a:r>
                        <a:rPr lang="zh-CN" altLang="en-US" sz="900" b="1" i="0" u="none" strike="noStrike">
                          <a:solidFill>
                            <a:srgbClr val="FF0000"/>
                          </a:solidFill>
                          <a:effectLst/>
                          <a:latin typeface="微软雅黑" panose="020B0503020204020204" pitchFamily="34" charset="-122"/>
                          <a:ea typeface="微软雅黑" panose="020B0503020204020204" pitchFamily="34" charset="-122"/>
                        </a:rPr>
                        <a:t>项目组可结合实际适配）</a:t>
                      </a:r>
                      <a:endParaRPr lang="zh-CN" altLang="en-US" sz="900" b="1" i="0" u="none" strike="noStrike">
                        <a:solidFill>
                          <a:srgbClr val="FF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EBF1DE"/>
                    </a:solidFill>
                  </a:tcPr>
                </a:tc>
                <a:tc hMerge="1">
                  <a:tcPr/>
                </a:tc>
              </a:tr>
              <a:tr h="0">
                <a:tc vMerge="1">
                  <a:tcPr/>
                </a:tc>
                <a:tc>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安全可信要素</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DCE6F1"/>
                    </a:solidFill>
                  </a:tcPr>
                </a:tc>
                <a:tc>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具体要求</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DCE6F1"/>
                    </a:solidFill>
                  </a:tcPr>
                </a:tc>
                <a:tc>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管理措施</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（建议）</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EBF1DE"/>
                    </a:solidFill>
                  </a:tcPr>
                </a:tc>
                <a:tc>
                  <a:txBody>
                    <a:bodyPr/>
                    <a:lstStyle/>
                    <a:p>
                      <a:pPr algn="ctr" rtl="0" fontAlgn="ctr"/>
                      <a:r>
                        <a:rPr lang="zh-CN" altLang="en-US" sz="900" b="1" i="0" u="none" strike="noStrike">
                          <a:solidFill>
                            <a:srgbClr val="000000"/>
                          </a:solidFill>
                          <a:effectLst/>
                          <a:latin typeface="微软雅黑" panose="020B0503020204020204" pitchFamily="34" charset="-122"/>
                          <a:ea typeface="微软雅黑" panose="020B0503020204020204" pitchFamily="34" charset="-122"/>
                        </a:rPr>
                        <a:t>责任人</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（建议）</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EBF1DE"/>
                    </a:solidFill>
                  </a:tcPr>
                </a:tc>
              </a:tr>
              <a:tr h="589530">
                <a:tc>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1</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接入安全</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、接入客户网络的设备须符合客户网络安全环境要求和标准。</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、接入终端需定期查杀毒（每周一次</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Quick Scan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、每月一次</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Full Scan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），并能举证。</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3</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、遵从地区部</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AMS</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要求和计划，动网终端需安装</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NetCare Client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4</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、禁止带病终端接入客户网络，禁止从中国大陆以外地区接入客户网络。</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、项目开工前宣传</a:t>
                      </a:r>
                      <a:br>
                        <a:rPr lang="zh-CN" altLang="en-US" sz="900" b="0" i="0" u="none" strike="noStrike">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2</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、项目组例会强调</a:t>
                      </a:r>
                      <a:br>
                        <a:rPr lang="zh-CN" altLang="en-US" sz="900" b="0" i="0" u="none" strike="noStrike">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3</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、季度或半年度抽查</a:t>
                      </a:r>
                      <a:endParaRPr lang="zh-CN" alt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337826">
                <a:tc rowSpan="2">
                  <a:txBody>
                    <a:bodyPr/>
                    <a:lstStyle/>
                    <a:p>
                      <a:pPr algn="ctr"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rowSpan="2">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人员安全</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、涉及客户网络数据或接入客户网络的需获取</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CSC</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、涉及动网操作的需获取</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PPCC</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，并保持有效。</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、禁止在酒精或药物影响下工作，禁止疲劳状态下进行现网操作。</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、项目开工前检查和宣传</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253924">
                <a:tc vMerge="1">
                  <a:tcPr/>
                </a:tc>
                <a:tc vMerge="1">
                  <a:tcPr/>
                </a:tc>
                <a:tc>
                  <a:txBody>
                    <a:bodyPr/>
                    <a:lstStyle/>
                    <a:p>
                      <a:pPr algn="l" rtl="0" fontAlgn="ct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、识别</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解读客户合同</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协议条款要求，确定是否需设置“网络安全与隐私保护关键岗位”。</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、如有关键岗位要求，需遵从</a:t>
                      </a: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《GTS</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网络安全与隐私保护关键岗位管理规定</a:t>
                      </a: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PD/TD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253924">
                <a:tc rowSpan="2">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3</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rowSpan="2">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工具安全</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、服务作业工具须来自公司合规渠道（含客户书面指定），安装客户书面指定工具后需对安装目录所在硬盘进行全盘扫描一次。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、项目组例会强调</a:t>
                      </a:r>
                      <a:b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、部门网络安全责任人例行检查</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170023">
                <a:tc vMerge="1">
                  <a:tcPr/>
                </a:tc>
                <a:tc vMerge="1">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、部署到客户网络的软件，需满足软件完整性要求，通过数字验签下载。</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、遵从平台下载规则（</a:t>
                      </a: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IT</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系统已强控）</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TD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337826">
                <a:tc rowSpan="2">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4</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rowSpan="2">
                  <a:txBody>
                    <a:bodyPr/>
                    <a:lstStyle/>
                    <a:p>
                      <a:pPr algn="ctr" rtl="0" fontAlgn="ctr"/>
                      <a:r>
                        <a:rPr lang="zh-CN" altLang="en-US" sz="900" b="1" i="0" u="none" strike="noStrike" dirty="0">
                          <a:solidFill>
                            <a:srgbClr val="1D1D1A"/>
                          </a:solidFill>
                          <a:effectLst/>
                          <a:latin typeface="微软雅黑" panose="020B0503020204020204" pitchFamily="34" charset="-122"/>
                          <a:ea typeface="微软雅黑" panose="020B0503020204020204" pitchFamily="34" charset="-122"/>
                        </a:rPr>
                        <a:t>账号安全</a:t>
                      </a:r>
                      <a:endParaRPr lang="zh-CN" altLang="en-US" sz="900" b="1"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、客户授权的账号需遵从授权要求（包括不得转借等），并妥善保管，离岗时及时（</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个工作日内）书面通知客户删除账号或修改密码等</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（账号保管遵从地区部</a:t>
                      </a:r>
                      <a:r>
                        <a:rPr lang="en-US" altLang="zh-CN" sz="900" b="0" i="1" u="none" strike="noStrike">
                          <a:solidFill>
                            <a:srgbClr val="000000"/>
                          </a:solidFill>
                          <a:effectLst/>
                          <a:latin typeface="微软雅黑" panose="020B0503020204020204" pitchFamily="34" charset="-122"/>
                          <a:ea typeface="微软雅黑" panose="020B0503020204020204" pitchFamily="34" charset="-122"/>
                        </a:rPr>
                        <a:t>AMS</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管理要求，包括录入</a:t>
                      </a:r>
                      <a:r>
                        <a:rPr lang="en-US" altLang="zh-CN" sz="900" b="0" i="1" u="none" strike="noStrike">
                          <a:solidFill>
                            <a:srgbClr val="000000"/>
                          </a:solidFill>
                          <a:effectLst/>
                          <a:latin typeface="微软雅黑" panose="020B0503020204020204" pitchFamily="34" charset="-122"/>
                          <a:ea typeface="微软雅黑" panose="020B0503020204020204" pitchFamily="34" charset="-122"/>
                        </a:rPr>
                        <a:t>NetCare</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等）。</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、项目组例会强调</a:t>
                      </a:r>
                      <a:b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、项目组成员中途离开后及时向客户书面传递“及时删除相关人员的账号或修改密码”</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PD/TD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337826">
                <a:tc vMerge="1">
                  <a:tcPr/>
                </a:tc>
                <a:tc vMerge="1">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、验收移交阶段：</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）删除临时添加的账号；</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）永久添加的人机账号、机机账号，以及修改了默认密码的账号，需做好移交、书面提醒客户做好账号密码修改，并保留证据；</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3</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）建议书面提醒客户根据产品手册做好默认账号密码的修改。</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、项目组例会强调</a:t>
                      </a:r>
                      <a:b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、验收移交时，需获取已向客户书面移交的证据</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dirty="0">
                          <a:solidFill>
                            <a:srgbClr val="1D1D1A"/>
                          </a:solidFill>
                          <a:effectLst/>
                          <a:latin typeface="微软雅黑" panose="020B0503020204020204" pitchFamily="34" charset="-122"/>
                          <a:ea typeface="微软雅黑" panose="020B0503020204020204" pitchFamily="34" charset="-122"/>
                        </a:rPr>
                        <a:t>PD/TD</a:t>
                      </a:r>
                      <a:endParaRPr 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841235">
                <a:tc>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5</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数据安全</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、禁止数据出境。</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、处理客户网络数据前需使用</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GDE/e-Right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长期授权书模版获得客户书面授权，数据全生命周期遵从客户授权要求。</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3</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、个人数据非必要不采集，如必须采集、需严格遵从客户书面授权要求，并按授权要求做好全生命周期的安全管理。</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4</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、授权到期或应客户要求，需删除相应的客户网络数据（包括</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IT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系统中的数据和个人办公电脑中的数据）。</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5</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、交付与服务人员转岗时需删除本人所保存的客户网络数据。</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6</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、涉及客户网络数据的电脑需启用</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BitLocker</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硬盘加密</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（非华为资产电脑遵从</a:t>
                      </a:r>
                      <a:r>
                        <a:rPr lang="en-US" altLang="zh-CN" sz="900" b="0" i="1" u="none" strike="noStrike">
                          <a:solidFill>
                            <a:srgbClr val="000000"/>
                          </a:solidFill>
                          <a:effectLst/>
                          <a:latin typeface="微软雅黑" panose="020B0503020204020204" pitchFamily="34" charset="-122"/>
                          <a:ea typeface="微软雅黑" panose="020B0503020204020204" pitchFamily="34" charset="-122"/>
                        </a:rPr>
                        <a:t>CEG CSA</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协议要求）</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a:t>
                      </a: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PM/TD</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在项目开工前及时获取合格的客户网络数据处理授权书，并组织项目组内员工学习</a:t>
                      </a:r>
                      <a:br>
                        <a:rPr lang="zh-CN" altLang="en-US" sz="900" b="0" i="0" u="none" strike="noStrike">
                          <a:solidFill>
                            <a:srgbClr val="1D1D1A"/>
                          </a:solidFill>
                          <a:effectLst/>
                          <a:latin typeface="微软雅黑" panose="020B0503020204020204" pitchFamily="34" charset="-122"/>
                          <a:ea typeface="微软雅黑" panose="020B0503020204020204" pitchFamily="34" charset="-122"/>
                        </a:rPr>
                      </a:b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2</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、项目验收移交阶段，检查员工电脑是否已遵从客户授权要求完成数据留存合规检查</a:t>
                      </a:r>
                      <a:endParaRPr lang="zh-CN" alt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170023">
                <a:tc>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6</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漏洞管理</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、遵从</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《GTS</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网络安全漏洞管理规定</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要求，</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级漏洞需</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30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天内完成运维客户侧沟通。</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、跟随</a:t>
                      </a: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5</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个</a:t>
                      </a: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E2E</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项目落地</a:t>
                      </a:r>
                      <a:endParaRPr lang="zh-CN" alt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TD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505629">
                <a:tc>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7</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网络安全事件处置</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、一旦发生安全事件（或可能发生安全事件），除了及时上报给业务主管外，需及时通报至中国区</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RCO</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和中国交付与服务合规官，或对应接口人</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（接口人：赵永安 </a:t>
                      </a:r>
                      <a:r>
                        <a:rPr lang="en-US" altLang="zh-CN" sz="900" b="0" i="1" u="none" strike="noStrike">
                          <a:solidFill>
                            <a:srgbClr val="000000"/>
                          </a:solidFill>
                          <a:effectLst/>
                          <a:latin typeface="微软雅黑" panose="020B0503020204020204" pitchFamily="34" charset="-122"/>
                          <a:ea typeface="微软雅黑" panose="020B0503020204020204" pitchFamily="34" charset="-122"/>
                        </a:rPr>
                        <a:t>00596598</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、龚向峰 </a:t>
                      </a:r>
                      <a:r>
                        <a:rPr lang="en-US" altLang="zh-CN" sz="900" b="0" i="1" u="none" strike="noStrike">
                          <a:solidFill>
                            <a:srgbClr val="000000"/>
                          </a:solidFill>
                          <a:effectLst/>
                          <a:latin typeface="微软雅黑" panose="020B0503020204020204" pitchFamily="34" charset="-122"/>
                          <a:ea typeface="微软雅黑" panose="020B0503020204020204" pitchFamily="34" charset="-122"/>
                        </a:rPr>
                        <a:t>00597247</a:t>
                      </a:r>
                      <a:r>
                        <a:rPr lang="zh-CN" altLang="en-US" sz="900" b="0" i="1"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a:t>
                      </a:r>
                      <a:br>
                        <a:rPr lang="zh-CN" altLang="en-US" sz="900" b="0" i="0" u="none" strike="noStrike">
                          <a:solidFill>
                            <a:srgbClr val="000000"/>
                          </a:solidFill>
                          <a:effectLst/>
                          <a:latin typeface="微软雅黑" panose="020B0503020204020204" pitchFamily="34" charset="-122"/>
                          <a:ea typeface="微软雅黑" panose="020B0503020204020204" pitchFamily="34" charset="-122"/>
                        </a:rPr>
                      </a:b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、工程师在处理客户问题过程中，如发现疑似网络安全问题，需在问题单系统中标识为“网络安全”。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a:solidFill>
                            <a:srgbClr val="1D1D1A"/>
                          </a:solidFill>
                          <a:effectLst/>
                          <a:latin typeface="微软雅黑" panose="020B0503020204020204" pitchFamily="34" charset="-122"/>
                          <a:ea typeface="微软雅黑" panose="020B0503020204020204" pitchFamily="34" charset="-122"/>
                        </a:rPr>
                        <a:t>、项目组例会宣传</a:t>
                      </a:r>
                      <a:endParaRPr lang="zh-CN" alt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sz="900" b="0" i="0" u="none" strike="noStrike">
                          <a:solidFill>
                            <a:srgbClr val="1D1D1A"/>
                          </a:solidFill>
                          <a:effectLst/>
                          <a:latin typeface="微软雅黑" panose="020B0503020204020204" pitchFamily="34" charset="-122"/>
                          <a:ea typeface="微软雅黑" panose="020B0503020204020204" pitchFamily="34" charset="-122"/>
                        </a:rPr>
                        <a:t>PD/TD</a:t>
                      </a:r>
                      <a:endParaRPr lang="en-US"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r h="353807">
                <a:tc>
                  <a:txBody>
                    <a:bodyPr/>
                    <a:lstStyle/>
                    <a:p>
                      <a:pPr algn="ctr" rtl="0"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8</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ctr" rtl="0" fontAlgn="ctr"/>
                      <a:r>
                        <a:rPr lang="zh-CN" altLang="en-US" sz="900" b="1" i="0" u="none" strike="noStrike">
                          <a:solidFill>
                            <a:srgbClr val="1D1D1A"/>
                          </a:solidFill>
                          <a:effectLst/>
                          <a:latin typeface="微软雅黑" panose="020B0503020204020204" pitchFamily="34" charset="-122"/>
                          <a:ea typeface="微软雅黑" panose="020B0503020204020204" pitchFamily="34" charset="-122"/>
                        </a:rPr>
                        <a:t>动网操作、问题与事故管理等</a:t>
                      </a:r>
                      <a:endParaRPr lang="zh-CN" altLang="en-US" sz="900" b="1" i="0" u="none" strike="noStrike">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、遵从地区部</a:t>
                      </a: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AMS</a:t>
                      </a: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管理要求</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c>
                  <a:txBody>
                    <a:bodyPr/>
                    <a:lstStyle/>
                    <a:p>
                      <a:pPr algn="l" rtl="0" fontAlgn="ctr"/>
                      <a:r>
                        <a:rPr lang="zh-CN" altLang="en-US" sz="900" b="0" i="0" u="none" strike="noStrike" dirty="0">
                          <a:effectLst/>
                          <a:latin typeface="微软雅黑" panose="020B0503020204020204" pitchFamily="34" charset="-122"/>
                          <a:ea typeface="微软雅黑" panose="020B0503020204020204" pitchFamily="34" charset="-122"/>
                        </a:rPr>
                        <a:t>代表处</a:t>
                      </a:r>
                      <a:r>
                        <a:rPr lang="en-US" altLang="zh-CN" sz="900" b="0" i="0" u="none" strike="noStrike" dirty="0">
                          <a:effectLst/>
                          <a:latin typeface="微软雅黑" panose="020B0503020204020204" pitchFamily="34" charset="-122"/>
                          <a:ea typeface="微软雅黑" panose="020B0503020204020204" pitchFamily="34" charset="-122"/>
                        </a:rPr>
                        <a:t>NATD</a:t>
                      </a:r>
                      <a:r>
                        <a:rPr lang="zh-CN" altLang="en-US" sz="900" b="0" i="0" u="none" strike="noStrike" dirty="0">
                          <a:effectLst/>
                          <a:latin typeface="微软雅黑" panose="020B0503020204020204" pitchFamily="34" charset="-122"/>
                          <a:ea typeface="微软雅黑" panose="020B0503020204020204" pitchFamily="34" charset="-122"/>
                        </a:rPr>
                        <a:t>主管、行业系统部维护经理</a:t>
                      </a:r>
                      <a:r>
                        <a:rPr lang="en-US" altLang="zh-CN" sz="900" b="0" i="0" u="none" strike="noStrike" dirty="0">
                          <a:effectLst/>
                          <a:latin typeface="微软雅黑" panose="020B0503020204020204" pitchFamily="34" charset="-122"/>
                          <a:ea typeface="微软雅黑" panose="020B0503020204020204" pitchFamily="34" charset="-122"/>
                        </a:rPr>
                        <a:t>/</a:t>
                      </a:r>
                      <a:r>
                        <a:rPr lang="zh-CN" altLang="en-US" sz="900" b="0" i="0" u="none" strike="noStrike" dirty="0">
                          <a:effectLst/>
                          <a:latin typeface="微软雅黑" panose="020B0503020204020204" pitchFamily="34" charset="-122"/>
                          <a:ea typeface="微软雅黑" panose="020B0503020204020204" pitchFamily="34" charset="-122"/>
                        </a:rPr>
                        <a:t>运营商大</a:t>
                      </a:r>
                      <a:r>
                        <a:rPr lang="en-US" altLang="zh-CN" sz="900" b="0" i="0" u="none" strike="noStrike" dirty="0">
                          <a:effectLst/>
                          <a:latin typeface="微软雅黑" panose="020B0503020204020204" pitchFamily="34" charset="-122"/>
                          <a:ea typeface="微软雅黑" panose="020B0503020204020204" pitchFamily="34" charset="-122"/>
                        </a:rPr>
                        <a:t>T</a:t>
                      </a:r>
                      <a:endParaRPr lang="en-US" altLang="zh-CN" sz="900" b="0" i="0" u="none" strike="noStrike" dirty="0">
                        <a:effectLst/>
                        <a:latin typeface="微软雅黑" panose="020B0503020204020204" pitchFamily="34" charset="-122"/>
                        <a:ea typeface="微软雅黑" panose="020B0503020204020204" pitchFamily="34" charset="-122"/>
                      </a:endParaRPr>
                    </a:p>
                  </a:txBody>
                  <a:tcPr marL="2219" marR="2219" marT="2219" marB="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tcPr>
                </a:tc>
              </a:tr>
            </a:tbl>
          </a:graphicData>
        </a:graphic>
      </p:graphicFrame>
      <p:sp>
        <p:nvSpPr>
          <p:cNvPr id="14" name="文本框 13"/>
          <p:cNvSpPr txBox="1"/>
          <p:nvPr/>
        </p:nvSpPr>
        <p:spPr>
          <a:xfrm>
            <a:off x="2761025" y="6280779"/>
            <a:ext cx="679673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注：上述的管控规则，项目组</a:t>
            </a:r>
            <a:r>
              <a:rPr kumimoji="1" lang="zh-CN" altLang="en-US" sz="1000" b="0" i="1"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可根据管理实际进行适配</a:t>
            </a:r>
            <a:r>
              <a:rPr kumimoji="1"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0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管理措施、责任人都可修改，只要有人管、有动作都是可以的</a:t>
            </a:r>
            <a:r>
              <a:rPr kumimoji="1"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1"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矩形: 圆角 14"/>
          <p:cNvSpPr/>
          <p:nvPr/>
        </p:nvSpPr>
        <p:spPr>
          <a:xfrm>
            <a:off x="8382731" y="1496291"/>
            <a:ext cx="3548222" cy="4729504"/>
          </a:xfrm>
          <a:prstGeom prst="roundRect">
            <a:avLst>
              <a:gd name="adj" fmla="val 3756"/>
            </a:avLst>
          </a:prstGeom>
          <a:noFill/>
          <a:ln w="19050">
            <a:solidFill>
              <a:srgbClr val="3333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10" name="副标题 1"/>
          <p:cNvSpPr>
            <a:spLocks noGrp="1"/>
          </p:cNvSpPr>
          <p:nvPr>
            <p:ph type="subTitle" idx="1"/>
          </p:nvPr>
        </p:nvSpPr>
        <p:spPr>
          <a:xfrm>
            <a:off x="311700" y="132312"/>
            <a:ext cx="10724599" cy="440055"/>
          </a:xfrm>
        </p:spPr>
        <p:txBody>
          <a:bodyPr/>
          <a:lstStyle/>
          <a:p>
            <a:r>
              <a:rPr lang="zh-CN" altLang="en-US" dirty="0"/>
              <a:t>网络安全管理计划</a:t>
            </a:r>
            <a:endParaRPr lang="zh-CN" altLang="en-US" dirty="0"/>
          </a:p>
        </p:txBody>
      </p:sp>
      <p:graphicFrame>
        <p:nvGraphicFramePr>
          <p:cNvPr id="26" name="对象 25"/>
          <p:cNvGraphicFramePr>
            <a:graphicFrameLocks noChangeAspect="1"/>
          </p:cNvGraphicFramePr>
          <p:nvPr/>
        </p:nvGraphicFramePr>
        <p:xfrm>
          <a:off x="10796334" y="725074"/>
          <a:ext cx="853744" cy="715936"/>
        </p:xfrm>
        <a:graphic>
          <a:graphicData uri="http://schemas.openxmlformats.org/presentationml/2006/ole">
            <mc:AlternateContent xmlns:mc="http://schemas.openxmlformats.org/markup-compatibility/2006">
              <mc:Choice xmlns:v="urn:schemas-microsoft-com:vml" Requires="v">
                <p:oleObj spid="_x0000_s27709" name="Worksheet" showAsIcon="1" r:id="rId1" imgW="695325" imgH="582930" progId="Excel.Sheet.12">
                  <p:embed/>
                </p:oleObj>
              </mc:Choice>
              <mc:Fallback>
                <p:oleObj name="Worksheet" showAsIcon="1" r:id="rId1" imgW="695325" imgH="582930" progId="Excel.Sheet.12">
                  <p:embed/>
                  <p:pic>
                    <p:nvPicPr>
                      <p:cNvPr id="0" name="对象 25"/>
                      <p:cNvPicPr/>
                      <p:nvPr/>
                    </p:nvPicPr>
                    <p:blipFill>
                      <a:blip r:embed="rId2"/>
                      <a:stretch>
                        <a:fillRect/>
                      </a:stretch>
                    </p:blipFill>
                    <p:spPr>
                      <a:xfrm>
                        <a:off x="10796334" y="725074"/>
                        <a:ext cx="853744" cy="715936"/>
                      </a:xfrm>
                      <a:prstGeom prst="rect">
                        <a:avLst/>
                      </a:prstGeom>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47143" y="658346"/>
            <a:ext cx="7500938" cy="653577"/>
          </a:xfrm>
          <a:prstGeom prst="rect">
            <a:avLst/>
          </a:prstGeom>
        </p:spPr>
        <p:txBody>
          <a:bodyPr>
            <a:spAutoFit/>
          </a:bodyPr>
          <a:lstStyle/>
          <a:p>
            <a:pPr marL="294005" indent="-294005" defTabSz="914400" fontAlgn="base">
              <a:lnSpc>
                <a:spcPct val="130000"/>
              </a:lnSpc>
              <a:spcBef>
                <a:spcPct val="0"/>
              </a:spcBef>
              <a:spcAft>
                <a:spcPct val="0"/>
              </a:spcAft>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294005" indent="-294005" defTabSz="914400" fontAlgn="base">
              <a:lnSpc>
                <a:spcPct val="130000"/>
              </a:lnSpc>
              <a:spcBef>
                <a:spcPct val="0"/>
              </a:spcBef>
              <a:spcAft>
                <a:spcPct val="0"/>
              </a:spcAft>
              <a:defRPr/>
            </a:pP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从硬件、软件平台、应用等维度简要说明</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验收方案</a:t>
            </a:r>
            <a:r>
              <a:rPr lang="zh-CN" altLang="en-US" sz="14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验收标准</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验收计划</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等，参考样例如下：</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标题 1"/>
          <p:cNvSpPr>
            <a:spLocks noGrp="1"/>
          </p:cNvSpPr>
          <p:nvPr>
            <p:ph type="title" idx="4294967295"/>
          </p:nvPr>
        </p:nvSpPr>
        <p:spPr>
          <a:xfrm>
            <a:off x="0" y="161925"/>
            <a:ext cx="7632700" cy="50482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验收管理</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7" name="Rectangle 3"/>
          <p:cNvSpPr>
            <a:spLocks noChangeArrowheads="1"/>
          </p:cNvSpPr>
          <p:nvPr/>
        </p:nvSpPr>
        <p:spPr bwMode="auto">
          <a:xfrm>
            <a:off x="745218" y="1383312"/>
            <a:ext cx="11449957" cy="2260600"/>
          </a:xfrm>
          <a:prstGeom prst="rect">
            <a:avLst/>
          </a:prstGeom>
          <a:noFill/>
          <a:ln w="9525" algn="ctr">
            <a:noFill/>
            <a:miter lim="800000"/>
          </a:ln>
        </p:spPr>
        <p:txBody>
          <a:bodyPr wrap="square" lIns="106692" tIns="53346" rIns="106692" bIns="53346">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按照人工智能计算中心往期项目经验来看，客户大概率会请独立的第三方进行验收，验收内容主要包括设备型号、配置与数量，系统功能与性能</a:t>
            </a:r>
            <a:r>
              <a:rPr lang="en-US" altLang="zh-CN" sz="1400" dirty="0">
                <a:solidFill>
                  <a:prstClr val="black"/>
                </a:solidFill>
                <a:latin typeface="微软雅黑" panose="020B0503020204020204" pitchFamily="34" charset="-122"/>
                <a:ea typeface="微软雅黑" panose="020B0503020204020204" pitchFamily="34" charset="-122"/>
              </a:rPr>
              <a:t>2</a:t>
            </a:r>
            <a:r>
              <a:rPr lang="zh-CN" altLang="en-US" sz="1400" dirty="0">
                <a:solidFill>
                  <a:prstClr val="black"/>
                </a:solidFill>
                <a:latin typeface="微软雅黑" panose="020B0503020204020204" pitchFamily="34" charset="-122"/>
                <a:ea typeface="微软雅黑" panose="020B0503020204020204" pitchFamily="34" charset="-122"/>
              </a:rPr>
              <a:t>部分，验收的主要策略如下：</a:t>
            </a:r>
            <a:endParaRPr lang="zh-CN" altLang="en-US" sz="1400" dirty="0">
              <a:solidFill>
                <a:prstClr val="black"/>
              </a:solidFill>
              <a:latin typeface="微软雅黑" panose="020B0503020204020204" pitchFamily="34" charset="-122"/>
              <a:ea typeface="微软雅黑" panose="020B0503020204020204" pitchFamily="34" charset="-122"/>
            </a:endParaRPr>
          </a:p>
          <a:p>
            <a:endParaRPr lang="en-US" altLang="zh-CN" sz="1400" dirty="0">
              <a:solidFill>
                <a:prstClr val="black"/>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1400" dirty="0">
                <a:solidFill>
                  <a:prstClr val="black"/>
                </a:solidFill>
                <a:latin typeface="微软雅黑" panose="020B0503020204020204" pitchFamily="34" charset="-122"/>
                <a:ea typeface="微软雅黑" panose="020B0503020204020204" pitchFamily="34" charset="-122"/>
              </a:rPr>
              <a:t>硬件验收</a:t>
            </a:r>
            <a:endParaRPr lang="en-US" altLang="zh-CN" sz="1400" dirty="0">
              <a:solidFill>
                <a:prstClr val="black"/>
              </a:solidFill>
              <a:latin typeface="微软雅黑" panose="020B0503020204020204" pitchFamily="34" charset="-122"/>
              <a:ea typeface="微软雅黑" panose="020B0503020204020204" pitchFamily="34" charset="-122"/>
            </a:endParaRPr>
          </a:p>
          <a:p>
            <a:pPr marL="952500" lvl="1" indent="-342900">
              <a:buFont typeface="+mj-lt"/>
              <a:buAutoNum type="arabicPeriod"/>
            </a:pPr>
            <a:r>
              <a:rPr lang="zh-CN" altLang="en-US" sz="1400" dirty="0">
                <a:solidFill>
                  <a:prstClr val="black"/>
                </a:solidFill>
                <a:latin typeface="微软雅黑" panose="020B0503020204020204" pitchFamily="34" charset="-122"/>
                <a:ea typeface="微软雅黑" panose="020B0503020204020204" pitchFamily="34" charset="-122"/>
              </a:rPr>
              <a:t>按照合同验收，签署硬件设备接收文档。</a:t>
            </a:r>
            <a:endParaRPr lang="en-US" altLang="zh-CN" sz="1400" dirty="0">
              <a:solidFill>
                <a:prstClr val="black"/>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1400" dirty="0">
                <a:solidFill>
                  <a:prstClr val="black"/>
                </a:solidFill>
                <a:latin typeface="微软雅黑" panose="020B0503020204020204" pitchFamily="34" charset="-122"/>
                <a:ea typeface="微软雅黑" panose="020B0503020204020204" pitchFamily="34" charset="-122"/>
              </a:rPr>
              <a:t>系统功能与性能验收</a:t>
            </a:r>
            <a:endParaRPr lang="en-US" altLang="zh-CN" sz="1400" dirty="0">
              <a:solidFill>
                <a:prstClr val="black"/>
              </a:solidFill>
              <a:latin typeface="微软雅黑" panose="020B0503020204020204" pitchFamily="34" charset="-122"/>
              <a:ea typeface="微软雅黑" panose="020B0503020204020204" pitchFamily="34" charset="-122"/>
            </a:endParaRPr>
          </a:p>
          <a:p>
            <a:r>
              <a:rPr lang="en-US" altLang="zh-CN" sz="1400" b="1" dirty="0">
                <a:solidFill>
                  <a:srgbClr val="FF0000"/>
                </a:solidFill>
                <a:latin typeface="微软雅黑" panose="020B0503020204020204" pitchFamily="34" charset="-122"/>
                <a:ea typeface="微软雅黑" panose="020B0503020204020204" pitchFamily="34" charset="-122"/>
              </a:rPr>
              <a:t>           1</a:t>
            </a:r>
            <a:r>
              <a:rPr lang="zh-CN" altLang="en-US" sz="1400" b="1" dirty="0">
                <a:solidFill>
                  <a:srgbClr val="FF0000"/>
                </a:solidFill>
                <a:latin typeface="微软雅黑" panose="020B0503020204020204" pitchFamily="34" charset="-122"/>
                <a:ea typeface="微软雅黑" panose="020B0503020204020204" pitchFamily="34" charset="-122"/>
              </a:rPr>
              <a:t>、</a:t>
            </a:r>
            <a:r>
              <a:rPr lang="en-US" sz="1400" b="1" dirty="0">
                <a:solidFill>
                  <a:srgbClr val="FF0000"/>
                </a:solidFill>
                <a:latin typeface="微软雅黑" panose="020B0503020204020204" pitchFamily="34" charset="-122"/>
                <a:ea typeface="微软雅黑" panose="020B0503020204020204" pitchFamily="34" charset="-122"/>
              </a:rPr>
              <a:t>ZJ</a:t>
            </a:r>
            <a:r>
              <a:rPr lang="zh-CN" altLang="en-US" sz="1400" b="1" dirty="0">
                <a:solidFill>
                  <a:srgbClr val="FF0000"/>
                </a:solidFill>
                <a:latin typeface="微软雅黑" panose="020B0503020204020204" pitchFamily="34" charset="-122"/>
                <a:ea typeface="微软雅黑" panose="020B0503020204020204" pitchFamily="34" charset="-122"/>
              </a:rPr>
              <a:t>暂无</a:t>
            </a:r>
            <a:r>
              <a:rPr lang="en-US" altLang="zh-CN" sz="1400" b="1" dirty="0">
                <a:solidFill>
                  <a:srgbClr val="FF0000"/>
                </a:solidFill>
                <a:latin typeface="微软雅黑" panose="020B0503020204020204" pitchFamily="34" charset="-122"/>
                <a:ea typeface="微软雅黑" panose="020B0503020204020204" pitchFamily="34" charset="-122"/>
              </a:rPr>
              <a:t>950</a:t>
            </a:r>
            <a:r>
              <a:rPr lang="zh-CN" altLang="en-US" sz="1400" b="1" dirty="0">
                <a:solidFill>
                  <a:srgbClr val="FF0000"/>
                </a:solidFill>
                <a:latin typeface="微软雅黑" panose="020B0503020204020204" pitchFamily="34" charset="-122"/>
                <a:ea typeface="微软雅黑" panose="020B0503020204020204" pitchFamily="34" charset="-122"/>
              </a:rPr>
              <a:t>产品验收基线，同意本次项目按照华为交付一本通标准验收</a:t>
            </a:r>
            <a:endParaRPr lang="en-US" sz="1400" b="1" dirty="0">
              <a:solidFill>
                <a:srgbClr val="FF0000"/>
              </a:solidFill>
              <a:latin typeface="微软雅黑" panose="020B0503020204020204" pitchFamily="34" charset="-122"/>
              <a:ea typeface="微软雅黑" panose="020B0503020204020204" pitchFamily="34" charset="-122"/>
            </a:endParaRPr>
          </a:p>
          <a:p>
            <a:r>
              <a:rPr lang="zh-CN" altLang="en-US" sz="1400" dirty="0">
                <a:solidFill>
                  <a:prstClr val="black"/>
                </a:solidFill>
                <a:latin typeface="微软雅黑" panose="020B0503020204020204" pitchFamily="34" charset="-122"/>
                <a:ea typeface="微软雅黑" panose="020B0503020204020204" pitchFamily="34" charset="-122"/>
              </a:rPr>
              <a:t>服务验收</a:t>
            </a:r>
            <a:endParaRPr lang="en-US" altLang="zh-CN" sz="1400" dirty="0">
              <a:solidFill>
                <a:prstClr val="black"/>
              </a:solidFill>
              <a:latin typeface="微软雅黑" panose="020B0503020204020204" pitchFamily="34" charset="-122"/>
              <a:ea typeface="微软雅黑" panose="020B0503020204020204" pitchFamily="34" charset="-122"/>
            </a:endParaRPr>
          </a:p>
          <a:p>
            <a:pPr marL="952500" lvl="1" indent="-342900">
              <a:buFont typeface="+mj-lt"/>
              <a:buAutoNum type="arabicPeriod"/>
            </a:pPr>
            <a:r>
              <a:rPr lang="zh-CN" altLang="en-US" sz="1400" dirty="0">
                <a:solidFill>
                  <a:prstClr val="black"/>
                </a:solidFill>
                <a:latin typeface="微软雅黑" panose="020B0503020204020204" pitchFamily="34" charset="-122"/>
                <a:ea typeface="微软雅黑" panose="020B0503020204020204" pitchFamily="34" charset="-122"/>
              </a:rPr>
              <a:t>签署完工报告确认专业服务验收</a:t>
            </a:r>
            <a:endParaRPr lang="en-US" altLang="zh-CN" sz="1400" dirty="0">
              <a:solidFill>
                <a:prstClr val="black"/>
              </a:solidFill>
              <a:latin typeface="微软雅黑" panose="020B0503020204020204" pitchFamily="34" charset="-122"/>
              <a:ea typeface="微软雅黑" panose="020B0503020204020204" pitchFamily="34" charset="-122"/>
            </a:endParaRPr>
          </a:p>
          <a:p>
            <a:pPr marL="952500" lvl="1" indent="-342900">
              <a:buFont typeface="+mj-lt"/>
              <a:buAutoNum type="arabicPeriod"/>
            </a:pPr>
            <a:r>
              <a:rPr lang="zh-CN" altLang="en-US" sz="1400" dirty="0">
                <a:solidFill>
                  <a:prstClr val="black"/>
                </a:solidFill>
                <a:latin typeface="微软雅黑" panose="020B0503020204020204" pitchFamily="34" charset="-122"/>
                <a:ea typeface="微软雅黑" panose="020B0503020204020204" pitchFamily="34" charset="-122"/>
              </a:rPr>
              <a:t>维保服务按照直线法验收</a:t>
            </a:r>
            <a:endParaRPr lang="en-US" altLang="zh-CN" sz="1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idx="4294967295"/>
          </p:nvPr>
        </p:nvSpPr>
        <p:spPr>
          <a:xfrm>
            <a:off x="0" y="163513"/>
            <a:ext cx="7632700" cy="476250"/>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收入管理</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7" name="矩形 6"/>
          <p:cNvSpPr/>
          <p:nvPr/>
        </p:nvSpPr>
        <p:spPr>
          <a:xfrm>
            <a:off x="129376" y="631677"/>
            <a:ext cx="7500937" cy="733406"/>
          </a:xfrm>
          <a:prstGeom prst="rect">
            <a:avLst/>
          </a:prstGeom>
        </p:spPr>
        <p:txBody>
          <a:bodyPr>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marL="294005" indent="-294005" defTabSz="914400" eaLnBrk="1" hangingPunct="1">
              <a:lnSpc>
                <a:spcPct val="150000"/>
              </a:lnSpc>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294005" indent="-294005" defTabSz="914400" eaLnBrk="1" hangingPunct="1">
              <a:lnSpc>
                <a:spcPct val="150000"/>
              </a:lnSpc>
              <a:defRPr/>
            </a:pP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根据收入解析结果和项目计划，填写</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收入确认方式</a:t>
            </a:r>
            <a:r>
              <a:rPr lang="zh-CN" altLang="en-US" sz="14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时间点</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等，参考样例如下：</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9" name="Group 222"/>
          <p:cNvGraphicFramePr/>
          <p:nvPr/>
        </p:nvGraphicFramePr>
        <p:xfrm>
          <a:off x="194470" y="1532770"/>
          <a:ext cx="11827997" cy="2006497"/>
        </p:xfrm>
        <a:graphic>
          <a:graphicData uri="http://schemas.openxmlformats.org/drawingml/2006/table">
            <a:tbl>
              <a:tblPr/>
              <a:tblGrid>
                <a:gridCol w="965669"/>
                <a:gridCol w="1515251"/>
                <a:gridCol w="1623748"/>
                <a:gridCol w="1623747"/>
                <a:gridCol w="1318613"/>
                <a:gridCol w="1494587"/>
                <a:gridCol w="1271086"/>
                <a:gridCol w="2015296"/>
              </a:tblGrid>
              <a:tr h="316841">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类别</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收入确认里程碑</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验收时间</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确认时间</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确认单元</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确认金额或比例</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确认方式</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触发责任人</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r>
              <a:tr h="580018">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设备</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POD</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9</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9</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合同设备收入</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100%</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POD</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完备</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项目经理</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5974">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服务</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完工验</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11</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11</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安装服务</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100%</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完工验完备</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项目经理</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664">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服务</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完工验</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12</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26</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年</a:t>
                      </a: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12</a:t>
                      </a: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集成管理</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100%</a:t>
                      </a: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完工验完备</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r>
                        <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项目经理</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文本框 1"/>
          <p:cNvSpPr txBox="1"/>
          <p:nvPr/>
        </p:nvSpPr>
        <p:spPr>
          <a:xfrm>
            <a:off x="335280" y="3799840"/>
            <a:ext cx="6096000" cy="276860"/>
          </a:xfrm>
          <a:prstGeom prst="rect">
            <a:avLst/>
          </a:prstGeom>
          <a:noFill/>
        </p:spPr>
        <p:txBody>
          <a:bodyPr wrap="square" lIns="0" tIns="0" rIns="0" bIns="0" rtlCol="0" anchor="t">
            <a:spAutoFit/>
          </a:bodyPr>
          <a:p>
            <a:pPr marL="294005" indent="-294005" defTabSz="914400" eaLnBrk="1" hangingPunct="1">
              <a:lnSpc>
                <a:spcPct val="150000"/>
              </a:lnSpc>
              <a:defRPr/>
            </a:pPr>
            <a:r>
              <a:rPr lang="en-US" altLang="zh-CN"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*27</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年</a:t>
            </a:r>
            <a:r>
              <a:rPr lang="en-US" altLang="zh-CN"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1.6</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万集群待</a:t>
            </a:r>
            <a:r>
              <a:rPr lang="en-US" altLang="zh-CN"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ZJ </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明确详细交付计划后刷新</a:t>
            </a:r>
            <a:endParaRPr kumimoji="1" lang="zh-CN" altLang="en-US" sz="1200" dirty="0" smtClean="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idx="4294967295"/>
          </p:nvPr>
        </p:nvSpPr>
        <p:spPr>
          <a:xfrm>
            <a:off x="0" y="163513"/>
            <a:ext cx="7632700" cy="476250"/>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存货管理计划</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7" name="矩形 6"/>
          <p:cNvSpPr/>
          <p:nvPr/>
        </p:nvSpPr>
        <p:spPr>
          <a:xfrm>
            <a:off x="129375" y="631678"/>
            <a:ext cx="11505858" cy="1089401"/>
          </a:xfrm>
          <a:prstGeom prst="rect">
            <a:avLst/>
          </a:prstGeom>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marL="294005" indent="-294005" defTabSz="914400" eaLnBrk="1" hangingPunct="1">
              <a:lnSpc>
                <a:spcPct val="150000"/>
              </a:lnSpc>
              <a:defRPr/>
            </a:pPr>
            <a:r>
              <a:rPr lang="zh-CN" altLang="en-US"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sz="154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294005" indent="-294005" defTabSz="914400" eaLnBrk="1" hangingPunct="1">
              <a:lnSpc>
                <a:spcPct val="150000"/>
              </a:lnSpc>
              <a:defRPr/>
            </a:pPr>
            <a:r>
              <a:rPr lang="en-US" altLang="zh-CN" sz="154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以项目中的合同为纬度根据项目计划，填写设备</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发货时间</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收入确认时间</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，输出</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结转周期</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，对于非总集项目结转周期</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超过一个月</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、总集项目</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超过三个月</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的需要在说明处给出</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详细的原因</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，此项评审请供应链和财经的同事重点审视项目发货计划和收入确认计划的合理性，</a:t>
            </a:r>
            <a:r>
              <a:rPr lang="zh-CN" altLang="en-US" sz="1400" b="1" i="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避免产生超期库存</a:t>
            </a:r>
            <a:r>
              <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120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9" name="Group 222"/>
          <p:cNvGraphicFramePr/>
          <p:nvPr/>
        </p:nvGraphicFramePr>
        <p:xfrm>
          <a:off x="336103" y="2200525"/>
          <a:ext cx="11299131" cy="2006497"/>
        </p:xfrm>
        <a:graphic>
          <a:graphicData uri="http://schemas.openxmlformats.org/drawingml/2006/table">
            <a:tbl>
              <a:tblPr/>
              <a:tblGrid>
                <a:gridCol w="1277419"/>
                <a:gridCol w="2004424"/>
                <a:gridCol w="2147948"/>
                <a:gridCol w="2147946"/>
                <a:gridCol w="1744305"/>
                <a:gridCol w="1977089"/>
              </a:tblGrid>
              <a:tr h="316841">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合同号</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合同名称</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发货时间</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收入确认时间</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结转周期</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r>
                        <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rPr>
                        <a:t>说明</a:t>
                      </a:r>
                      <a:endParaRPr kumimoji="0" lang="zh-CN" altLang="en-US" sz="12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r>
              <a:tr h="580018">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5974">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664">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defRPr/>
                      </a:pP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Tx/>
                        <a:buSzTx/>
                        <a:buFontTx/>
                        <a:buNone/>
                      </a:pPr>
                      <a:endParaRPr kumimoji="0" lang="en-US"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a:txBody>
                  <a:tcPr marL="89985" marR="89985" marT="46792" marB="467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文本框 1"/>
          <p:cNvSpPr txBox="1"/>
          <p:nvPr/>
        </p:nvSpPr>
        <p:spPr>
          <a:xfrm>
            <a:off x="895927" y="4590473"/>
            <a:ext cx="4064000" cy="430887"/>
          </a:xfrm>
          <a:prstGeom prst="rect">
            <a:avLst/>
          </a:prstGeom>
          <a:noFill/>
        </p:spPr>
        <p:txBody>
          <a:bodyPr wrap="square" lIns="0" tIns="0" rIns="0" bIns="0" rtlCol="0">
            <a:spAutoFit/>
          </a:bodyPr>
          <a:lstStyle/>
          <a:p>
            <a:pPr algn="l"/>
            <a:r>
              <a:rPr kumimoji="1" lang="zh-CN" altLang="en-US" sz="2800" dirty="0">
                <a:solidFill>
                  <a:srgbClr val="000000"/>
                </a:solidFill>
                <a:latin typeface="微软雅黑" panose="020B0503020204020204" pitchFamily="34" charset="-122"/>
                <a:ea typeface="微软雅黑" panose="020B0503020204020204" pitchFamily="34" charset="-122"/>
              </a:rPr>
              <a:t>不涉及</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idx="4294967295"/>
          </p:nvPr>
        </p:nvSpPr>
        <p:spPr>
          <a:xfrm>
            <a:off x="0" y="163513"/>
            <a:ext cx="7632700" cy="476250"/>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伙伴展示及能力评估</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文本框 3"/>
          <p:cNvSpPr txBox="1"/>
          <p:nvPr/>
        </p:nvSpPr>
        <p:spPr>
          <a:xfrm>
            <a:off x="1440873" y="2087418"/>
            <a:ext cx="6373091" cy="27699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本项目华为仅交付超节点，整体不分包</a:t>
            </a:r>
            <a:endPar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zh-CN" altLang="en-US" dirty="0">
                <a:solidFill>
                  <a:srgbClr val="C00000"/>
                </a:solidFill>
                <a:latin typeface="Arial" panose="02080604020202020204" pitchFamily="34" charset="0"/>
                <a:ea typeface="微软雅黑" panose="020B0503020204020204" pitchFamily="34" charset="-122"/>
                <a:cs typeface="+mj-cs"/>
                <a:sym typeface="Arial" panose="02080604020202020204" pitchFamily="34" charset="0"/>
              </a:rPr>
              <a:t>项目假设</a:t>
            </a:r>
            <a:r>
              <a:rPr lang="zh-CN" altLang="en-US" dirty="0">
                <a:latin typeface="Arial" panose="02080604020202020204" pitchFamily="34" charset="0"/>
                <a:ea typeface="微软雅黑" panose="020B0503020204020204" pitchFamily="34" charset="-122"/>
                <a:cs typeface="+mj-cs"/>
                <a:sym typeface="Arial" panose="02080604020202020204" pitchFamily="34" charset="0"/>
              </a:rPr>
              <a:t>（</a:t>
            </a:r>
            <a:r>
              <a:rPr lang="zh-CN" altLang="en-US" dirty="0">
                <a:solidFill>
                  <a:srgbClr val="C00000"/>
                </a:solidFill>
                <a:latin typeface="Arial" panose="02080604020202020204" pitchFamily="34" charset="0"/>
                <a:ea typeface="微软雅黑" panose="020B0503020204020204" pitchFamily="34" charset="-122"/>
                <a:cs typeface="+mj-cs"/>
                <a:sym typeface="Arial" panose="02080604020202020204" pitchFamily="34" charset="0"/>
              </a:rPr>
              <a:t>解决方案及其它</a:t>
            </a:r>
            <a:r>
              <a:rPr lang="zh-CN" altLang="en-US" dirty="0">
                <a:latin typeface="Arial" panose="02080604020202020204" pitchFamily="34" charset="0"/>
                <a:ea typeface="微软雅黑" panose="020B0503020204020204" pitchFamily="34" charset="-122"/>
                <a:cs typeface="+mj-cs"/>
                <a:sym typeface="Arial" panose="02080604020202020204" pitchFamily="34" charset="0"/>
              </a:rPr>
              <a:t>）</a:t>
            </a:r>
            <a:endParaRPr lang="en-US" dirty="0">
              <a:latin typeface="Arial" panose="02080604020202020204" pitchFamily="34" charset="0"/>
              <a:ea typeface="微软雅黑" panose="020B0503020204020204" pitchFamily="34" charset="-122"/>
              <a:sym typeface="Arial" panose="02080604020202020204" pitchFamily="34" charset="0"/>
            </a:endParaRPr>
          </a:p>
        </p:txBody>
      </p:sp>
      <p:graphicFrame>
        <p:nvGraphicFramePr>
          <p:cNvPr id="3" name="表格 2"/>
          <p:cNvGraphicFramePr>
            <a:graphicFrameLocks noGrp="1"/>
          </p:cNvGraphicFramePr>
          <p:nvPr/>
        </p:nvGraphicFramePr>
        <p:xfrm>
          <a:off x="440690" y="800100"/>
          <a:ext cx="11393170" cy="5308600"/>
        </p:xfrm>
        <a:graphic>
          <a:graphicData uri="http://schemas.openxmlformats.org/drawingml/2006/table">
            <a:tbl>
              <a:tblPr>
                <a:tableStyleId>{72833802-FEF1-4C79-8D5D-14CF1EAF98D9}</a:tableStyleId>
              </a:tblPr>
              <a:tblGrid>
                <a:gridCol w="866140"/>
                <a:gridCol w="2193290"/>
                <a:gridCol w="4897755"/>
                <a:gridCol w="1967865"/>
                <a:gridCol w="1468120"/>
              </a:tblGrid>
              <a:tr h="527050">
                <a:tc>
                  <a:txBody>
                    <a:bodyPr/>
                    <a:lstStyle/>
                    <a:p>
                      <a:pPr algn="l" fontAlgn="ctr"/>
                      <a:r>
                        <a:rPr lang="zh-CN" altLang="en-US" sz="1100" u="none" strike="noStrike" dirty="0">
                          <a:effectLst/>
                        </a:rPr>
                        <a:t>序号</a:t>
                      </a:r>
                      <a:r>
                        <a:rPr lang="en-US" sz="1100" u="none" strike="noStrike" dirty="0">
                          <a:effectLst/>
                        </a:rPr>
                        <a:t>NO.</a:t>
                      </a:r>
                      <a:endParaRPr lang="en-US" sz="1100" b="1"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u="none" strike="noStrike" dirty="0">
                          <a:effectLst/>
                        </a:rPr>
                        <a:t>假设名称</a:t>
                      </a:r>
                      <a:r>
                        <a:rPr lang="en-US" sz="1100" u="none" strike="noStrike" dirty="0">
                          <a:effectLst/>
                        </a:rPr>
                        <a:t>Assumption Name</a:t>
                      </a:r>
                      <a:endParaRPr lang="en-US" sz="1100" b="1"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u="none" strike="noStrike" dirty="0">
                          <a:effectLst/>
                        </a:rPr>
                        <a:t>描述</a:t>
                      </a:r>
                      <a:r>
                        <a:rPr lang="en-US" sz="1100" u="none" strike="noStrike" dirty="0">
                          <a:effectLst/>
                        </a:rPr>
                        <a:t>Description</a:t>
                      </a:r>
                      <a:endParaRPr lang="en-US" sz="1100" b="1"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u="none" strike="noStrike" dirty="0">
                          <a:effectLst/>
                        </a:rPr>
                        <a:t>兑现方式</a:t>
                      </a:r>
                      <a:r>
                        <a:rPr lang="en-US" sz="1100" u="none" strike="noStrike" dirty="0">
                          <a:effectLst/>
                        </a:rPr>
                        <a:t>Redemption Method</a:t>
                      </a:r>
                      <a:endParaRPr lang="en-US" sz="1100" b="1"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100" u="none" strike="noStrike" dirty="0">
                          <a:effectLst/>
                        </a:rPr>
                        <a:t>关键假设</a:t>
                      </a:r>
                      <a:r>
                        <a:rPr lang="en-US" sz="1100" u="none" strike="noStrike" dirty="0">
                          <a:effectLst/>
                        </a:rPr>
                        <a:t>Key Assumptions</a:t>
                      </a:r>
                      <a:endParaRPr lang="en-US" sz="1100" b="1"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485">
                <a:tc>
                  <a:txBody>
                    <a:bodyPr/>
                    <a:lstStyle/>
                    <a:p>
                      <a:pPr algn="ctr" fontAlgn="ctr"/>
                      <a:r>
                        <a:rPr lang="en-US" altLang="zh-CN" sz="1400" u="none" strike="noStrike">
                          <a:effectLst/>
                        </a:rPr>
                        <a:t>1</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定制责任</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如果本项目涉及定制开发华为不承接，由总集成商负责</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u="none" strike="noStrike">
                          <a:effectLst/>
                        </a:rPr>
                        <a:t>2</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工期计算</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假设项目</a:t>
                      </a:r>
                      <a:r>
                        <a:rPr lang="en-US" altLang="zh-CN" sz="1400" u="none" strike="noStrike">
                          <a:effectLst/>
                        </a:rPr>
                        <a:t>26</a:t>
                      </a:r>
                      <a:r>
                        <a:rPr lang="zh-CN" altLang="en-US" sz="1400" u="none" strike="noStrike">
                          <a:effectLst/>
                        </a:rPr>
                        <a:t>年</a:t>
                      </a:r>
                      <a:r>
                        <a:rPr lang="en-US" altLang="zh-CN" sz="1400" u="none" strike="noStrike">
                          <a:effectLst/>
                        </a:rPr>
                        <a:t>9</a:t>
                      </a:r>
                      <a:r>
                        <a:rPr lang="zh-CN" altLang="en-US" sz="1400" u="none" strike="noStrike">
                          <a:effectLst/>
                        </a:rPr>
                        <a:t>月发货，启动项目交付。按合同签订日期计算相对工期，不承诺绝对工期，且交付工期以到货时间为起始点</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3215">
                <a:tc>
                  <a:txBody>
                    <a:bodyPr/>
                    <a:lstStyle/>
                    <a:p>
                      <a:pPr algn="ctr" fontAlgn="ctr"/>
                      <a:r>
                        <a:rPr lang="en-US" altLang="zh-CN" sz="1400" u="none" strike="noStrike">
                          <a:effectLst/>
                        </a:rPr>
                        <a:t>3</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客户支撑</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项目组办公室由客户提供，无额外办公室租赁费用</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045">
                <a:tc>
                  <a:txBody>
                    <a:bodyPr/>
                    <a:lstStyle/>
                    <a:p>
                      <a:pPr algn="ctr" fontAlgn="ctr"/>
                      <a:r>
                        <a:rPr lang="en-US" altLang="zh-CN" sz="1400" u="none" strike="noStrike">
                          <a:effectLst/>
                        </a:rPr>
                        <a:t>4</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现场条件</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如果项目利旧现网机房环境，现网机柜空间及配电环境满足要求</a:t>
                      </a:r>
                      <a:r>
                        <a:rPr lang="en-US" altLang="zh-CN" sz="1400" u="none" strike="noStrike">
                          <a:effectLst/>
                        </a:rPr>
                        <a:t>,</a:t>
                      </a:r>
                      <a:r>
                        <a:rPr lang="zh-CN" altLang="en-US" sz="1400" u="none" strike="noStrike">
                          <a:effectLst/>
                        </a:rPr>
                        <a:t>无改造投入</a:t>
                      </a:r>
                      <a:r>
                        <a:rPr lang="en-US" altLang="zh-CN" sz="1400" u="none" strike="noStrike">
                          <a:effectLst/>
                        </a:rPr>
                        <a:t>/</a:t>
                      </a:r>
                      <a:r>
                        <a:rPr lang="zh-CN" altLang="en-US" sz="1400" u="none" strike="noStrike">
                          <a:effectLst/>
                        </a:rPr>
                        <a:t>假设客户现场机房环境满足要求，设备到货后可立即入场</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7700">
                <a:tc>
                  <a:txBody>
                    <a:bodyPr/>
                    <a:lstStyle/>
                    <a:p>
                      <a:pPr algn="ctr" fontAlgn="ctr"/>
                      <a:r>
                        <a:rPr lang="en-US" altLang="zh-CN" sz="1400" u="none" strike="noStrike">
                          <a:effectLst/>
                        </a:rPr>
                        <a:t>5</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验收条款签入合同</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在客户界面未明确验收条款、流程、标准的情况下，假设客户同意按华为建议</a:t>
                      </a:r>
                      <a:r>
                        <a:rPr lang="en-US" altLang="zh-CN" sz="1400" u="none" strike="noStrike">
                          <a:effectLst/>
                        </a:rPr>
                        <a:t>/</a:t>
                      </a:r>
                      <a:r>
                        <a:rPr lang="zh-CN" altLang="en-US" sz="1400" u="none" strike="noStrike">
                          <a:effectLst/>
                        </a:rPr>
                        <a:t>准备的验收标准，将项目组准备的验收标准签入合同中，待合同谈判约定；</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u="none" strike="noStrike">
                          <a:effectLst/>
                        </a:rPr>
                        <a:t>6</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兜底</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ctr"/>
                      <a:r>
                        <a:rPr lang="zh-CN" altLang="en-US" sz="1400" u="none" strike="noStrike">
                          <a:effectLst/>
                        </a:rPr>
                        <a:t>假设项目整体解决方案的合理性，方案可交付性。对关键指标的承诺有承接方：华为产品有计算产品线承诺，非华为产品由总集成商承诺</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落入标书和合同条款</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　</a:t>
                      </a: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0980">
                <a:tc>
                  <a:txBody>
                    <a:bodyPr/>
                    <a:lstStyle/>
                    <a:p>
                      <a:pPr algn="ctr" fontAlgn="ctr"/>
                      <a:r>
                        <a:rPr lang="en-US" altLang="zh-CN" sz="1400" u="none" strike="noStrike">
                          <a:effectLst/>
                        </a:rPr>
                        <a:t>7</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rPr>
                        <a:t>解决方案</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未</a:t>
                      </a:r>
                      <a:r>
                        <a:rPr lang="en-US" altLang="zh-CN" sz="1400" u="none" strike="noStrike">
                          <a:effectLst/>
                        </a:rPr>
                        <a:t>GA</a:t>
                      </a:r>
                      <a:r>
                        <a:rPr lang="zh-CN" altLang="en-US" sz="1400" u="none" strike="noStrike">
                          <a:effectLst/>
                        </a:rPr>
                        <a:t>方案无兜底组织，未确认明确费用归属的情况下，假设该方案对应的成本由后续明确的兜底组织承担</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u="none" strike="noStrike">
                          <a:effectLst/>
                        </a:rPr>
                        <a:t>SDT</a:t>
                      </a:r>
                      <a:r>
                        <a:rPr lang="zh-CN" altLang="en-US" sz="1400" u="none" strike="noStrike">
                          <a:effectLst/>
                        </a:rPr>
                        <a:t>决策</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未</a:t>
                      </a:r>
                      <a:r>
                        <a:rPr lang="en-US" altLang="zh-CN" sz="1400" u="none" strike="noStrike">
                          <a:effectLst/>
                        </a:rPr>
                        <a:t>GA</a:t>
                      </a:r>
                      <a:r>
                        <a:rPr lang="zh-CN" altLang="en-US" sz="1400" u="none" strike="noStrike">
                          <a:effectLst/>
                        </a:rPr>
                        <a:t>方案兜底责任需明确，否则可能造成费用无组织承担，进而导致项目维度经营恶化</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u="none" strike="noStrike">
                          <a:effectLst/>
                        </a:rPr>
                        <a:t>8</a:t>
                      </a:r>
                      <a:endParaRPr lang="en-US" altLang="zh-CN" sz="1400" b="0" i="0" u="none" strike="noStrike">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dirty="0">
                          <a:effectLst/>
                        </a:rPr>
                        <a:t>资金</a:t>
                      </a:r>
                      <a:endParaRPr lang="zh-CN" altLang="en-US" sz="1400" b="0" i="0" u="none" strike="noStrike" dirty="0">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a:effectLst/>
                        </a:rPr>
                        <a:t>招投标阶段客户资金来源、到位情况不明确，客户责任主体不清晰，以未来资金拨付尤其是融资到位目标任务作为假设，纳入概算资金计划</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u="none" strike="noStrike">
                          <a:effectLst/>
                        </a:rPr>
                        <a:t>SDT</a:t>
                      </a:r>
                      <a:r>
                        <a:rPr lang="zh-CN" altLang="en-US" sz="1400" u="none" strike="noStrike">
                          <a:effectLst/>
                        </a:rPr>
                        <a:t>决策</a:t>
                      </a:r>
                      <a:endParaRPr lang="zh-CN" altLang="en-US" sz="1400" b="0" i="0" u="none" strike="noStrike">
                        <a:solidFill>
                          <a:srgbClr val="000000"/>
                        </a:solidFill>
                        <a:effectLst/>
                        <a:latin typeface="宋体" pitchFamily="2" charset="-122"/>
                        <a:ea typeface="宋体"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3397" marR="3397" marT="3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zh-CN" altLang="en-US" dirty="0">
                <a:solidFill>
                  <a:srgbClr val="C00000"/>
                </a:solidFill>
                <a:latin typeface="Arial" panose="02080604020202020204" pitchFamily="34" charset="0"/>
                <a:ea typeface="微软雅黑" panose="020B0503020204020204" pitchFamily="34" charset="-122"/>
                <a:cs typeface="+mj-cs"/>
                <a:sym typeface="Arial" panose="02080604020202020204" pitchFamily="34" charset="0"/>
              </a:rPr>
              <a:t>项目风险</a:t>
            </a:r>
            <a:endParaRPr lang="en-US" dirty="0">
              <a:latin typeface="Arial" panose="02080604020202020204" pitchFamily="34" charset="0"/>
              <a:ea typeface="微软雅黑" panose="020B0503020204020204" pitchFamily="34" charset="-122"/>
              <a:sym typeface="Arial" panose="02080604020202020204" pitchFamily="34" charset="0"/>
            </a:endParaRPr>
          </a:p>
        </p:txBody>
      </p:sp>
      <p:sp>
        <p:nvSpPr>
          <p:cNvPr id="10" name="TextBox 4"/>
          <p:cNvSpPr txBox="1">
            <a:spLocks noChangeArrowheads="1"/>
          </p:cNvSpPr>
          <p:nvPr/>
        </p:nvSpPr>
        <p:spPr bwMode="auto">
          <a:xfrm>
            <a:off x="154005" y="673549"/>
            <a:ext cx="12042758" cy="1075038"/>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填写说明：</a:t>
            </a:r>
            <a:endParaRPr kumimoji="0" lang="en-US" altLang="zh-CN"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1</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所有定性风险须关联企业风险授权</a:t>
            </a:r>
            <a:r>
              <a:rPr kumimoji="0" lang="en-US" altLang="zh-CN"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RAT</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的风险点</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（见</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hlinkClick r:id="rId1"/>
              </a:rPr>
              <a:t>管理销售风险授权指导书</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hlinkClick r:id="rId1"/>
              </a:rPr>
              <a:t>_</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hlinkClick r:id="rId1"/>
              </a:rPr>
              <a:t>企业</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hlinkClick r:id="rId1"/>
              </a:rPr>
              <a:t>BG</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），并按</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RAT</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中的风险等级提交对应层级</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SDT</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决策。</a:t>
            </a:r>
            <a:endPar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2</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、对于不在企业风险授权</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RAT</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中风险点，但需提交</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SDT</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决策，可按</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“定性</a:t>
            </a:r>
            <a:r>
              <a:rPr kumimoji="0" lang="en-US" altLang="zh-CN"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其它”</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进行录入风险。</a:t>
            </a:r>
            <a:endPar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3</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a:t>
            </a:r>
            <a:r>
              <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DRB</a:t>
            </a:r>
            <a:r>
              <a:rPr kumimoji="0" lang="zh-CN" altLang="en-US"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评审之前，所有</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定性风险需录入</a:t>
            </a:r>
            <a:r>
              <a:rPr kumimoji="0" lang="en-US" altLang="zh-CN" sz="1200" b="1" i="0" u="none" strike="noStrike" kern="1200" cap="none" spc="0" normalizeH="0" baseline="0" noProof="0" dirty="0" err="1">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eISDP</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系统并正确关联</a:t>
            </a:r>
            <a:r>
              <a:rPr kumimoji="0" lang="en-US" altLang="zh-CN"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RAT</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中的风险，汇报材料中定性风险需与</a:t>
            </a:r>
            <a:r>
              <a:rPr kumimoji="0" lang="en-US" altLang="zh-CN" sz="1200" b="1" i="0" u="none" strike="noStrike" kern="1200" cap="none" spc="0" normalizeH="0" baseline="0" noProof="0" dirty="0" err="1">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eISDP</a:t>
            </a:r>
            <a:r>
              <a:rPr kumimoji="0" lang="zh-CN" altLang="en-US" sz="12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cs typeface="+mn-cs"/>
                <a:sym typeface="Arial" panose="02080604020202020204" pitchFamily="34" charset="0"/>
              </a:rPr>
              <a:t>一致。</a:t>
            </a:r>
            <a:endParaRPr kumimoji="0" lang="en-US" altLang="zh-CN" sz="1200" b="0" i="0" u="none" strike="noStrike" kern="1200" cap="none" spc="0" normalizeH="0" baseline="0" noProof="0" dirty="0">
              <a:ln>
                <a:noFill/>
              </a:ln>
              <a:solidFill>
                <a:srgbClr val="1D1D1A"/>
              </a:solidFill>
              <a:effectLst/>
              <a:uLnTx/>
              <a:uFillTx/>
              <a:latin typeface="Arial" panose="02080604020202020204" pitchFamily="34" charset="0"/>
              <a:ea typeface="微软雅黑" panose="020B0503020204020204" pitchFamily="34" charset="-122"/>
              <a:cs typeface="+mn-cs"/>
              <a:sym typeface="Arial" panose="02080604020202020204" pitchFamily="34" charset="0"/>
            </a:endParaRPr>
          </a:p>
        </p:txBody>
      </p:sp>
      <p:graphicFrame>
        <p:nvGraphicFramePr>
          <p:cNvPr id="5" name="表格 4"/>
          <p:cNvGraphicFramePr>
            <a:graphicFrameLocks noGrp="1"/>
          </p:cNvGraphicFramePr>
          <p:nvPr/>
        </p:nvGraphicFramePr>
        <p:xfrm>
          <a:off x="824230" y="1997075"/>
          <a:ext cx="10067290" cy="3238500"/>
        </p:xfrm>
        <a:graphic>
          <a:graphicData uri="http://schemas.openxmlformats.org/drawingml/2006/table">
            <a:tbl>
              <a:tblPr/>
              <a:tblGrid>
                <a:gridCol w="901700"/>
                <a:gridCol w="1148715"/>
                <a:gridCol w="2275205"/>
                <a:gridCol w="1506855"/>
                <a:gridCol w="645160"/>
                <a:gridCol w="718185"/>
                <a:gridCol w="1031875"/>
                <a:gridCol w="920115"/>
                <a:gridCol w="919480"/>
              </a:tblGrid>
              <a:tr h="396875">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模块</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风险分类</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风险描述</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风险应对措施</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定性</a:t>
                      </a:r>
                      <a:r>
                        <a:rPr lang="en-US" altLang="zh-CN" sz="900" b="1" i="0" u="none" strike="noStrike" dirty="0">
                          <a:solidFill>
                            <a:schemeClr val="tx2"/>
                          </a:solidFill>
                          <a:effectLst/>
                          <a:latin typeface="微软雅黑" panose="020B0503020204020204" pitchFamily="34" charset="-122"/>
                          <a:ea typeface="微软雅黑" panose="020B0503020204020204" pitchFamily="34" charset="-122"/>
                        </a:rPr>
                        <a:t>/</a:t>
                      </a: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定量</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风险级别</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风险跟踪责任人</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计划解决时间</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zh-CN" altLang="en-US" sz="900" b="1" i="0" u="none" strike="noStrike" dirty="0">
                          <a:solidFill>
                            <a:schemeClr val="tx2"/>
                          </a:solidFill>
                          <a:effectLst/>
                          <a:latin typeface="微软雅黑" panose="020B0503020204020204" pitchFamily="34" charset="-122"/>
                          <a:ea typeface="微软雅黑" panose="020B0503020204020204" pitchFamily="34" charset="-122"/>
                        </a:rPr>
                        <a:t>风险状态</a:t>
                      </a:r>
                      <a:endParaRPr lang="zh-CN" altLang="en-US" sz="900" b="1" i="0" u="none" strike="noStrike" dirty="0">
                        <a:solidFill>
                          <a:schemeClr val="tx2"/>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r>
              <a:tr h="1452245">
                <a:tc>
                  <a:txBody>
                    <a:bodyPr/>
                    <a:lstStyle/>
                    <a:p>
                      <a:pPr algn="ctr" fontAlgn="ct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专业服务与交付</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并行施工</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机房</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施工期间，设备到货需做防尘处理</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建议：</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）与</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对齐</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进场条件，</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）准备大号防尘袋和塑封膜，上架后进行防尘处理</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定量</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低风险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何维刚</a:t>
                      </a:r>
                      <a:endParaRPr kumimoji="0" lang="zh-CN" altLang="en-US"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900" b="0" i="0" u="none" strike="noStrike">
                          <a:solidFill>
                            <a:srgbClr val="1D1D1A"/>
                          </a:solidFill>
                          <a:effectLst/>
                          <a:latin typeface="微软雅黑" panose="020B0503020204020204" pitchFamily="34" charset="-122"/>
                          <a:ea typeface="微软雅黑" panose="020B0503020204020204" pitchFamily="34" charset="-122"/>
                        </a:rPr>
                        <a:t>2026.09.30</a:t>
                      </a:r>
                      <a:endParaRPr lang="en-US" altLang="zh-CN" sz="900" b="0" i="0" u="none" strike="noStrike">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900" b="0" i="0" u="none" strike="noStrike" dirty="0">
                          <a:solidFill>
                            <a:srgbClr val="1D1D1A"/>
                          </a:solidFill>
                          <a:effectLst/>
                          <a:latin typeface="微软雅黑" panose="020B0503020204020204" pitchFamily="34" charset="-122"/>
                          <a:ea typeface="微软雅黑" panose="020B0503020204020204" pitchFamily="34" charset="-122"/>
                        </a:rPr>
                        <a:t>OPEN</a:t>
                      </a:r>
                      <a:endParaRPr 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58470">
                <a:tc>
                  <a:txBody>
                    <a:bodyPr/>
                    <a:lstStyle/>
                    <a:p>
                      <a:pPr algn="ctr" fontAlgn="ct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交付工期</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交付工序</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POD</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到货时，客户南北向网络未调通，需要自备电口交换机进行开局联调</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联系数通</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PSE</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主管向总代申请临时借用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定性</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中风险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李孝嗣</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2026.9.10</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open</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84505">
                <a:tc>
                  <a:txBody>
                    <a:bodyPr/>
                    <a:lstStyle/>
                    <a:p>
                      <a:pPr algn="ctr" fontAlgn="ctr">
                        <a:buNone/>
                      </a:pP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交付工期</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工期风险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客户要求</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930</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业务上线，风险极大</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启动预销售和提前备货，争取</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830</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完成机房改造。</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L2 930</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完成上线</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定性</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高风险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ALL</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2026.9.30</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open</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46405">
                <a:tc>
                  <a:txBody>
                    <a:bodyPr/>
                    <a:lstStyle/>
                    <a:p>
                      <a:pPr algn="ctr" fontAlgn="ctr">
                        <a:buNone/>
                      </a:pP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交付环境</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协同</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首次做</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950</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改造，涉及</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协同，需要保障</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环境可用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军团支持</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L1-L2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协同，</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L2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提前介入提前工勘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定性</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中风险</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0" i="0" u="none" strike="noStrike" dirty="0">
                          <a:solidFill>
                            <a:srgbClr val="1D1D1A"/>
                          </a:solidFill>
                          <a:effectLst/>
                          <a:latin typeface="微软雅黑" panose="020B0503020204020204" pitchFamily="34" charset="-122"/>
                          <a:ea typeface="微软雅黑" panose="020B0503020204020204" pitchFamily="34" charset="-122"/>
                        </a:rPr>
                        <a:t>黄旋西</a:t>
                      </a:r>
                      <a:endParaRPr lang="zh-CN" altLang="en-US"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2026.9.15</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900" b="0" i="0" u="none" strike="noStrike" dirty="0">
                          <a:solidFill>
                            <a:srgbClr val="1D1D1A"/>
                          </a:solidFill>
                          <a:effectLst/>
                          <a:latin typeface="微软雅黑" panose="020B0503020204020204" pitchFamily="34" charset="-122"/>
                          <a:ea typeface="微软雅黑" panose="020B0503020204020204" pitchFamily="34" charset="-122"/>
                        </a:rPr>
                        <a:t>open</a:t>
                      </a:r>
                      <a:endParaRPr lang="en-US" altLang="zh-CN" sz="900" b="0" i="0" u="none" strike="noStrike" dirty="0">
                        <a:solidFill>
                          <a:srgbClr val="1D1D1A"/>
                        </a:solidFill>
                        <a:effectLst/>
                        <a:latin typeface="微软雅黑" panose="020B0503020204020204" pitchFamily="34" charset="-122"/>
                        <a:ea typeface="微软雅黑" panose="020B0503020204020204" pitchFamily="34" charset="-122"/>
                      </a:endParaRPr>
                    </a:p>
                  </a:txBody>
                  <a:tcPr marL="2909" marR="2909" marT="29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运营运维方案</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61925"/>
            <a:ext cx="10180638" cy="47307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运维方案</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3" name="矩形 2"/>
          <p:cNvSpPr/>
          <p:nvPr/>
        </p:nvSpPr>
        <p:spPr>
          <a:xfrm>
            <a:off x="194469" y="655820"/>
            <a:ext cx="11824154" cy="1061829"/>
          </a:xfrm>
          <a:prstGeom prst="rect">
            <a:avLst/>
          </a:prstGeom>
        </p:spPr>
        <p:txBody>
          <a:bodyPr wrap="square">
            <a:spAutoFit/>
          </a:bodyPr>
          <a:lstStyle/>
          <a:p>
            <a:pPr defTabSz="914400" fontAlgn="base">
              <a:lnSpc>
                <a:spcPct val="150000"/>
              </a:lnSpc>
              <a:spcBef>
                <a:spcPct val="0"/>
              </a:spcBef>
              <a:spcAft>
                <a:spcPct val="0"/>
              </a:spcAft>
              <a:defRPr/>
            </a:pPr>
            <a:r>
              <a:rPr lang="zh-CN" altLang="en-US"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defTabSz="914400">
              <a:lnSpc>
                <a:spcPct val="150000"/>
              </a:lnSpc>
              <a:buFont typeface="Arial" panose="02080604020202020204" pitchFamily="34" charset="0"/>
              <a:buChar char="•"/>
              <a:defRPr/>
            </a:pPr>
            <a:r>
              <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项目运维服务范围、方案、责任矩阵；</a:t>
            </a:r>
            <a:endParaRPr lang="en-US" altLang="zh-CN"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endParaRPr>
          </a:p>
          <a:p>
            <a:pPr marL="171450" indent="-171450" defTabSz="914400">
              <a:lnSpc>
                <a:spcPct val="150000"/>
              </a:lnSpc>
              <a:buFont typeface="Arial" panose="02080604020202020204" pitchFamily="34" charset="0"/>
              <a:buChar char="•"/>
              <a:defRPr/>
            </a:pPr>
            <a:r>
              <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运维策略，目标，客户述求，方案支撑；</a:t>
            </a:r>
            <a:endPar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5" name="矩形 6"/>
          <p:cNvSpPr>
            <a:spLocks noChangeArrowheads="1"/>
          </p:cNvSpPr>
          <p:nvPr/>
        </p:nvSpPr>
        <p:spPr bwMode="auto">
          <a:xfrm>
            <a:off x="256033" y="1938679"/>
            <a:ext cx="5199866" cy="33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eaLnBrk="1" hangingPunct="1">
              <a:lnSpc>
                <a:spcPct val="150000"/>
              </a:lnSpc>
              <a:buClrTx/>
              <a:buSzTx/>
              <a:buFontTx/>
              <a:buNone/>
              <a:defRPr/>
            </a:pPr>
            <a:r>
              <a:rPr lang="zh-CN" altLang="en-US" sz="1200" dirty="0">
                <a:latin typeface="微软雅黑" panose="020B0503020204020204" pitchFamily="34" charset="-122"/>
                <a:ea typeface="微软雅黑" panose="020B0503020204020204" pitchFamily="34" charset="-122"/>
                <a:cs typeface="+mn-cs"/>
                <a:sym typeface="微软雅黑" panose="020B0503020204020204" pitchFamily="34" charset="-122"/>
              </a:rPr>
              <a:t>服务范围：</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客户标书中的需要提供的运维方案范围</a:t>
            </a:r>
            <a:endPar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矩形 7"/>
          <p:cNvSpPr/>
          <p:nvPr/>
        </p:nvSpPr>
        <p:spPr>
          <a:xfrm rot="1875254">
            <a:off x="10246669" y="398729"/>
            <a:ext cx="2111634" cy="4611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FF0000"/>
                </a:solidFill>
              </a:rPr>
              <a:t>AI</a:t>
            </a:r>
            <a:r>
              <a:rPr lang="zh-CN" altLang="en-US" b="1" dirty="0">
                <a:solidFill>
                  <a:srgbClr val="FF0000"/>
                </a:solidFill>
              </a:rPr>
              <a:t>算力项目定制</a:t>
            </a:r>
            <a:endParaRPr lang="zh-CN" altLang="en-US" b="1" dirty="0">
              <a:solidFill>
                <a:srgbClr val="FF0000"/>
              </a:solidFill>
            </a:endParaRPr>
          </a:p>
        </p:txBody>
      </p:sp>
      <p:graphicFrame>
        <p:nvGraphicFramePr>
          <p:cNvPr id="13" name="表格 12"/>
          <p:cNvGraphicFramePr>
            <a:graphicFrameLocks noGrp="1"/>
          </p:cNvGraphicFramePr>
          <p:nvPr/>
        </p:nvGraphicFramePr>
        <p:xfrm>
          <a:off x="452755" y="2673985"/>
          <a:ext cx="10505440" cy="2226310"/>
        </p:xfrm>
        <a:graphic>
          <a:graphicData uri="http://schemas.openxmlformats.org/drawingml/2006/table">
            <a:tbl>
              <a:tblPr/>
              <a:tblGrid>
                <a:gridCol w="2124710"/>
                <a:gridCol w="2124710"/>
                <a:gridCol w="6256020"/>
              </a:tblGrid>
              <a:tr h="356235">
                <a:tc>
                  <a:txBody>
                    <a:bodyPr/>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维护内容</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40000"/>
                        <a:lumOff val="60000"/>
                      </a:schemeClr>
                    </a:solidFill>
                  </a:tcPr>
                </a:tc>
                <a:tc>
                  <a:txBody>
                    <a:bodyPr/>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责任人主体</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40000"/>
                        <a:lumOff val="60000"/>
                      </a:schemeClr>
                    </a:solidFill>
                  </a:tcPr>
                </a:tc>
                <a:tc>
                  <a:txBody>
                    <a:bodyPr/>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维护范围</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40000"/>
                        <a:lumOff val="60000"/>
                      </a:schemeClr>
                    </a:solidFill>
                  </a:tcPr>
                </a:tc>
              </a:tr>
              <a:tr h="66992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驻场服务</a:t>
                      </a:r>
                      <a:endParaRPr lang="en-US" altLang="zh-CN"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华为</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1</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人</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5</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年驻场</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7*24</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中级驻场服务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009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维保服务</a:t>
                      </a:r>
                      <a:endParaRPr lang="en-US" altLang="zh-CN"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ctr" latinLnBrk="0" hangingPunct="1">
                        <a:lnSpc>
                          <a:spcPct val="100000"/>
                        </a:lnSpc>
                        <a:spcBef>
                          <a:spcPct val="0"/>
                        </a:spcBef>
                        <a:spcAft>
                          <a:spcPct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华为</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5</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年</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+3</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个月金牌</a:t>
                      </a:r>
                      <a:r>
                        <a:rPr lang="en-US" altLang="zh-CN" sz="1400" i="0"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介质保留服务、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400" i="0" kern="1200" dirty="0">
                          <a:solidFill>
                            <a:schemeClr val="tx1"/>
                          </a:solidFill>
                          <a:latin typeface="微软雅黑" panose="020B0503020204020204" pitchFamily="34" charset="-122"/>
                          <a:ea typeface="微软雅黑" panose="020B0503020204020204" pitchFamily="34" charset="-122"/>
                          <a:cs typeface="+mn-cs"/>
                        </a:rPr>
                        <a:t>备件现场保障服务</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0055">
                <a:tc>
                  <a:txBody>
                    <a:bodyPr/>
                    <a:lstStyle/>
                    <a:p>
                      <a:pPr marL="0" marR="0" lvl="0" indent="0" algn="ctr" defTabSz="914400" rtl="0" eaLnBrk="1" fontAlgn="ctr" latinLnBrk="0" hangingPunct="1">
                        <a:lnSpc>
                          <a:spcPct val="100000"/>
                        </a:lnSpc>
                        <a:spcBef>
                          <a:spcPct val="0"/>
                        </a:spcBef>
                        <a:spcAft>
                          <a:spcPct val="0"/>
                        </a:spcAft>
                        <a:buClrTx/>
                        <a:buSzTx/>
                        <a:buFontTx/>
                        <a:buNone/>
                        <a:defRPr/>
                      </a:pPr>
                      <a:r>
                        <a:rPr kumimoji="1" lang="zh-CN" altLang="en-US" sz="1400" b="1" dirty="0">
                          <a:solidFill>
                            <a:schemeClr val="tx1"/>
                          </a:solidFill>
                          <a:latin typeface="微软雅黑" panose="020B0503020204020204" pitchFamily="34" charset="-122"/>
                          <a:ea typeface="微软雅黑" panose="020B0503020204020204" pitchFamily="34" charset="-122"/>
                        </a:rPr>
                        <a:t>机房运维</a:t>
                      </a:r>
                      <a:endParaRPr kumimoji="1" lang="zh-CN" altLang="en-US" sz="1400" b="1" dirty="0">
                        <a:solidFill>
                          <a:schemeClr val="tx1"/>
                        </a:solidFill>
                        <a:latin typeface="微软雅黑" panose="020B0503020204020204" pitchFamily="34" charset="-122"/>
                        <a:ea typeface="微软雅黑" panose="020B0503020204020204" pitchFamily="34" charset="-122"/>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ctr" latinLnBrk="0" hangingPunct="1">
                        <a:lnSpc>
                          <a:spcPct val="100000"/>
                        </a:lnSpc>
                        <a:spcBef>
                          <a:spcPct val="0"/>
                        </a:spcBef>
                        <a:spcAft>
                          <a:spcPct val="0"/>
                        </a:spcAft>
                        <a:buClrTx/>
                        <a:buSzTx/>
                        <a:buFontTx/>
                        <a:buNone/>
                        <a:defRPr/>
                      </a:pPr>
                      <a:r>
                        <a:rPr kumimoji="1" lang="zh-CN" altLang="en-US" sz="1400" b="1" dirty="0">
                          <a:solidFill>
                            <a:schemeClr val="tx1"/>
                          </a:solidFill>
                          <a:latin typeface="微软雅黑" panose="020B0503020204020204" pitchFamily="34" charset="-122"/>
                          <a:ea typeface="微软雅黑" panose="020B0503020204020204" pitchFamily="34" charset="-122"/>
                        </a:rPr>
                        <a:t>科投资（委托运营商）</a:t>
                      </a:r>
                      <a:endParaRPr kumimoji="1" lang="zh-CN" altLang="en-US" sz="1400" b="1" dirty="0">
                        <a:solidFill>
                          <a:schemeClr val="tx1"/>
                        </a:solidFill>
                        <a:latin typeface="微软雅黑" panose="020B0503020204020204" pitchFamily="34" charset="-122"/>
                        <a:ea typeface="微软雅黑" panose="020B0503020204020204" pitchFamily="34" charset="-122"/>
                      </a:endParaRPr>
                    </a:p>
                  </a:txBody>
                  <a:tcPr marL="91424" marR="91424"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i="0" kern="1200" dirty="0">
                          <a:solidFill>
                            <a:schemeClr val="tx1"/>
                          </a:solidFill>
                          <a:latin typeface="微软雅黑" panose="020B0503020204020204" pitchFamily="34" charset="-122"/>
                          <a:ea typeface="微软雅黑" panose="020B0503020204020204" pitchFamily="34" charset="-122"/>
                          <a:cs typeface="+mn-cs"/>
                        </a:rPr>
                        <a:t>DC</a:t>
                      </a:r>
                      <a:r>
                        <a:rPr lang="zh-CN" altLang="en-US" sz="1400" i="0" kern="1200" dirty="0">
                          <a:solidFill>
                            <a:schemeClr val="tx1"/>
                          </a:solidFill>
                          <a:latin typeface="微软雅黑" panose="020B0503020204020204" pitchFamily="34" charset="-122"/>
                          <a:ea typeface="微软雅黑" panose="020B0503020204020204" pitchFamily="34" charset="-122"/>
                          <a:cs typeface="+mn-cs"/>
                        </a:rPr>
                        <a:t>机房维护</a:t>
                      </a:r>
                      <a:endParaRPr lang="zh-CN" altLang="en-US" sz="1400" i="0" kern="1200" dirty="0">
                        <a:solidFill>
                          <a:schemeClr val="tx1"/>
                        </a:solidFill>
                        <a:latin typeface="微软雅黑" panose="020B0503020204020204" pitchFamily="34" charset="-122"/>
                        <a:ea typeface="微软雅黑" panose="020B0503020204020204" pitchFamily="34" charset="-122"/>
                        <a:cs typeface="+mn-cs"/>
                      </a:endParaRPr>
                    </a:p>
                  </a:txBody>
                  <a:tcPr marL="182880" marR="9279" marT="927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61925"/>
            <a:ext cx="10180638" cy="473075"/>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运营方案</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3" name="矩形 2"/>
          <p:cNvSpPr/>
          <p:nvPr/>
        </p:nvSpPr>
        <p:spPr>
          <a:xfrm>
            <a:off x="194469" y="655820"/>
            <a:ext cx="11824154" cy="1061829"/>
          </a:xfrm>
          <a:prstGeom prst="rect">
            <a:avLst/>
          </a:prstGeom>
        </p:spPr>
        <p:txBody>
          <a:bodyPr wrap="square">
            <a:spAutoFit/>
          </a:bodyPr>
          <a:lstStyle/>
          <a:p>
            <a:pPr defTabSz="914400" fontAlgn="base">
              <a:lnSpc>
                <a:spcPct val="150000"/>
              </a:lnSpc>
              <a:spcBef>
                <a:spcPct val="0"/>
              </a:spcBef>
              <a:spcAft>
                <a:spcPct val="0"/>
              </a:spcAft>
              <a:defRPr/>
            </a:pPr>
            <a:r>
              <a:rPr lang="zh-CN" altLang="en-US"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填写说明：</a:t>
            </a:r>
            <a:endParaRPr lang="en-US" altLang="zh-CN"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defTabSz="914400">
              <a:lnSpc>
                <a:spcPct val="150000"/>
              </a:lnSpc>
              <a:buFont typeface="Arial" panose="02080604020202020204" pitchFamily="34" charset="0"/>
              <a:buChar char="•"/>
              <a:defRPr/>
            </a:pPr>
            <a:r>
              <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可交付性运营方案、交付模式；</a:t>
            </a:r>
            <a:endParaRPr lang="en-US" altLang="zh-CN"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endParaRPr>
          </a:p>
          <a:p>
            <a:pPr marL="171450" indent="-171450" defTabSz="914400">
              <a:lnSpc>
                <a:spcPct val="150000"/>
              </a:lnSpc>
              <a:buFont typeface="Arial" panose="02080604020202020204" pitchFamily="34" charset="0"/>
              <a:buChar char="•"/>
              <a:defRPr/>
            </a:pPr>
            <a:r>
              <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运营策略，目标，客户述求，运营方案，解决方案支撑；</a:t>
            </a:r>
            <a:endParaRPr lang="zh-CN" altLang="en-US" sz="12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endParaRPr>
          </a:p>
        </p:txBody>
      </p:sp>
      <p:pic>
        <p:nvPicPr>
          <p:cNvPr id="4" name="图片 3"/>
          <p:cNvPicPr/>
          <p:nvPr/>
        </p:nvPicPr>
        <p:blipFill>
          <a:blip r:embed="rId1"/>
          <a:stretch>
            <a:fillRect/>
          </a:stretch>
        </p:blipFill>
        <p:spPr>
          <a:xfrm>
            <a:off x="587035" y="2823120"/>
            <a:ext cx="3106739" cy="2678133"/>
          </a:xfrm>
          <a:prstGeom prst="rect">
            <a:avLst/>
          </a:prstGeom>
        </p:spPr>
      </p:pic>
      <p:sp>
        <p:nvSpPr>
          <p:cNvPr id="5" name="矩形 6"/>
          <p:cNvSpPr>
            <a:spLocks noChangeArrowheads="1"/>
          </p:cNvSpPr>
          <p:nvPr/>
        </p:nvSpPr>
        <p:spPr bwMode="auto">
          <a:xfrm>
            <a:off x="256033" y="1938679"/>
            <a:ext cx="5199866" cy="33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eaLnBrk="1" hangingPunct="1">
              <a:lnSpc>
                <a:spcPct val="150000"/>
              </a:lnSpc>
              <a:buClrTx/>
              <a:buSzTx/>
              <a:buFontTx/>
              <a:buNone/>
              <a:defRPr/>
            </a:pPr>
            <a:r>
              <a:rPr lang="zh-CN" altLang="en-US" sz="1200" dirty="0">
                <a:latin typeface="微软雅黑" panose="020B0503020204020204" pitchFamily="34" charset="-122"/>
                <a:ea typeface="微软雅黑" panose="020B0503020204020204" pitchFamily="34" charset="-122"/>
                <a:cs typeface="+mn-cs"/>
                <a:sym typeface="微软雅黑" panose="020B0503020204020204" pitchFamily="34" charset="-122"/>
              </a:rPr>
              <a:t>运营模式：</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发标方成立运营公司，采购华为运营支撑服务，三年期</a:t>
            </a:r>
            <a:endPar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矩形 5"/>
          <p:cNvSpPr>
            <a:spLocks noChangeArrowheads="1"/>
          </p:cNvSpPr>
          <p:nvPr/>
        </p:nvSpPr>
        <p:spPr bwMode="auto">
          <a:xfrm>
            <a:off x="5713074" y="1938679"/>
            <a:ext cx="6305549"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40000"/>
              </a:lnSpc>
              <a:buClr>
                <a:srgbClr val="777777"/>
              </a:buClr>
              <a:buSzPct val="60000"/>
              <a:buFont typeface="Wingdings" panose="05000000000000000000" pitchFamily="2" charset="2"/>
              <a:buChar char="l"/>
              <a:defRPr sz="2000" b="1">
                <a:solidFill>
                  <a:schemeClr val="tx1"/>
                </a:solidFill>
                <a:latin typeface="FrutigerNext LT Regular" pitchFamily="34" charset="0"/>
                <a:ea typeface="黑体" pitchFamily="2" charset="-122"/>
                <a:cs typeface="宋体" pitchFamily="2" charset="-122"/>
              </a:defRPr>
            </a:lvl1pPr>
            <a:lvl2pPr marL="742950" indent="-28575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itchFamily="2" charset="-122"/>
              </a:defRPr>
            </a:lvl2pPr>
            <a:lvl3pPr marL="1143000" indent="-228600">
              <a:lnSpc>
                <a:spcPct val="140000"/>
              </a:lnSpc>
              <a:buSzPct val="50000"/>
              <a:buFont typeface="Wingdings" panose="05000000000000000000" pitchFamily="2" charset="2"/>
              <a:buChar char="n"/>
              <a:defRPr sz="1600">
                <a:solidFill>
                  <a:schemeClr val="tx1"/>
                </a:solidFill>
                <a:latin typeface="FrutigerNext LT Regular" pitchFamily="34" charset="0"/>
                <a:ea typeface="华文细黑" panose="02010600040101010101" pitchFamily="2" charset="-122"/>
                <a:cs typeface="宋体" pitchFamily="2" charset="-122"/>
              </a:defRPr>
            </a:lvl3pPr>
            <a:lvl4pPr marL="1600200" indent="-228600">
              <a:lnSpc>
                <a:spcPct val="140000"/>
              </a:lnSpc>
              <a:buChar char="–"/>
              <a:defRPr sz="1400">
                <a:solidFill>
                  <a:schemeClr val="tx1"/>
                </a:solidFill>
                <a:latin typeface="FrutigerNext LT Regular" pitchFamily="34" charset="0"/>
                <a:ea typeface="华文细黑" panose="02010600040101010101" pitchFamily="2" charset="-122"/>
                <a:cs typeface="宋体" pitchFamily="2" charset="-122"/>
              </a:defRPr>
            </a:lvl4pPr>
            <a:lvl5pPr marL="2057400" indent="-228600">
              <a:lnSpc>
                <a:spcPct val="140000"/>
              </a:lnSpc>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5pPr>
            <a:lvl6pPr marL="25146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6pPr>
            <a:lvl7pPr marL="29718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7pPr>
            <a:lvl8pPr marL="34290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8pPr>
            <a:lvl9pPr marL="3886200" indent="-228600" eaLnBrk="0" fontAlgn="base" hangingPunct="0">
              <a:lnSpc>
                <a:spcPct val="140000"/>
              </a:lnSpc>
              <a:spcBef>
                <a:spcPct val="0"/>
              </a:spcBef>
              <a:spcAft>
                <a:spcPct val="0"/>
              </a:spcAft>
              <a:buFont typeface="Arial" panose="02080604020202020204" pitchFamily="34" charset="0"/>
              <a:buChar char="~"/>
              <a:defRPr sz="1200">
                <a:solidFill>
                  <a:schemeClr val="tx1"/>
                </a:solidFill>
                <a:latin typeface="FrutigerNext LT Regular" pitchFamily="34" charset="0"/>
                <a:ea typeface="华文细黑" panose="02010600040101010101" pitchFamily="2" charset="-122"/>
                <a:cs typeface="宋体" pitchFamily="2" charset="-122"/>
              </a:defRPr>
            </a:lvl9pPr>
          </a:lstStyle>
          <a:p>
            <a:pPr eaLnBrk="1" hangingPunct="1">
              <a:lnSpc>
                <a:spcPct val="150000"/>
              </a:lnSpc>
              <a:buClrTx/>
              <a:buSzTx/>
              <a:buFontTx/>
              <a:buNone/>
              <a:defRPr/>
            </a:pPr>
            <a:r>
              <a:rPr lang="zh-CN" altLang="en-US" sz="1200" dirty="0">
                <a:latin typeface="微软雅黑" panose="020B0503020204020204" pitchFamily="34" charset="-122"/>
                <a:ea typeface="微软雅黑" panose="020B0503020204020204" pitchFamily="34" charset="-122"/>
                <a:cs typeface="+mn-cs"/>
                <a:sym typeface="微软雅黑" panose="020B0503020204020204" pitchFamily="34" charset="-122"/>
              </a:rPr>
              <a:t>运营团队组建：</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华为提供</a:t>
            </a:r>
            <a:r>
              <a:rPr lang="en-US" altLang="zh-CN" sz="1200" b="0" dirty="0">
                <a:latin typeface="微软雅黑" panose="020B0503020204020204" pitchFamily="34" charset="-122"/>
                <a:ea typeface="微软雅黑" panose="020B0503020204020204" pitchFamily="34" charset="-122"/>
                <a:cs typeface="+mn-cs"/>
                <a:sym typeface="微软雅黑" panose="020B0503020204020204" pitchFamily="34" charset="-122"/>
              </a:rPr>
              <a:t>COO</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a:t>
            </a:r>
            <a:r>
              <a:rPr lang="en-US" altLang="zh-CN" sz="1200" b="0" dirty="0">
                <a:latin typeface="微软雅黑" panose="020B0503020204020204" pitchFamily="34" charset="-122"/>
                <a:ea typeface="微软雅黑" panose="020B0503020204020204" pitchFamily="34" charset="-122"/>
                <a:cs typeface="+mn-cs"/>
                <a:sym typeface="微软雅黑" panose="020B0503020204020204" pitchFamily="34" charset="-122"/>
              </a:rPr>
              <a:t>CTO</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等关键角色，客户提供</a:t>
            </a:r>
            <a:r>
              <a:rPr lang="en-US" altLang="zh-CN" sz="1200" b="0" dirty="0">
                <a:latin typeface="微软雅黑" panose="020B0503020204020204" pitchFamily="34" charset="-122"/>
                <a:ea typeface="微软雅黑" panose="020B0503020204020204" pitchFamily="34" charset="-122"/>
                <a:cs typeface="+mn-cs"/>
                <a:sym typeface="微软雅黑" panose="020B0503020204020204" pitchFamily="34" charset="-122"/>
              </a:rPr>
              <a:t>COO</a:t>
            </a:r>
            <a:r>
              <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rPr>
              <a:t>和财务，立足许昌、郑州，面向河南。</a:t>
            </a:r>
            <a:endParaRPr lang="zh-CN" altLang="en-US" sz="1200" b="0" dirty="0">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aphicFrame>
        <p:nvGraphicFramePr>
          <p:cNvPr id="7" name="表格 6"/>
          <p:cNvGraphicFramePr>
            <a:graphicFrameLocks noGrp="1"/>
          </p:cNvGraphicFramePr>
          <p:nvPr/>
        </p:nvGraphicFramePr>
        <p:xfrm>
          <a:off x="5947873" y="2823120"/>
          <a:ext cx="5708592" cy="2678133"/>
        </p:xfrm>
        <a:graphic>
          <a:graphicData uri="http://schemas.openxmlformats.org/drawingml/2006/table">
            <a:tbl>
              <a:tblPr firstRow="1" firstCol="1" bandRow="1"/>
              <a:tblGrid>
                <a:gridCol w="896009"/>
                <a:gridCol w="932957"/>
                <a:gridCol w="3317738"/>
                <a:gridCol w="561888"/>
              </a:tblGrid>
              <a:tr h="193000">
                <a:tc>
                  <a:txBody>
                    <a:bodyPr/>
                    <a:lstStyle/>
                    <a:p>
                      <a:pPr indent="304800" algn="l">
                        <a:lnSpc>
                          <a:spcPct val="150000"/>
                        </a:lnSpc>
                        <a:spcAft>
                          <a:spcPts val="0"/>
                        </a:spcAft>
                      </a:pPr>
                      <a:r>
                        <a:rPr lang="zh-CN" sz="1000" kern="100" dirty="0">
                          <a:effectLst/>
                          <a:latin typeface="Calibri" panose="020F0502020204030204" pitchFamily="34" charset="0"/>
                          <a:ea typeface="仿宋" panose="02010609060101010101" pitchFamily="49" charset="-122"/>
                          <a:cs typeface="Times New Roman" panose="02020603050405020304" pitchFamily="18" charset="0"/>
                        </a:rPr>
                        <a:t>序号</a:t>
                      </a:r>
                      <a:endParaRPr lang="zh-CN" sz="100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部门</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职责</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来源</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3000">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1</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CEO</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负责对接政府各部委，获取资源及相关政策</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政府</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903">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2</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COO</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dirty="0">
                          <a:effectLst/>
                          <a:latin typeface="Calibri" panose="020F0502020204030204" pitchFamily="34" charset="0"/>
                          <a:ea typeface="仿宋" panose="02010609060101010101" pitchFamily="49" charset="-122"/>
                          <a:cs typeface="Times New Roman" panose="02020603050405020304" pitchFamily="18" charset="0"/>
                        </a:rPr>
                        <a:t>日常运营工作总负责，分管运营拓展部和营销推广部</a:t>
                      </a:r>
                      <a:endParaRPr lang="zh-CN" sz="100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b="0" kern="100" dirty="0">
                          <a:effectLst/>
                          <a:latin typeface="Calibri" panose="020F0502020204030204" pitchFamily="34" charset="0"/>
                          <a:ea typeface="仿宋" panose="02010609060101010101" pitchFamily="49" charset="-122"/>
                          <a:cs typeface="Times New Roman" panose="02020603050405020304" pitchFamily="18" charset="0"/>
                        </a:rPr>
                        <a:t>华为</a:t>
                      </a:r>
                      <a:endParaRPr lang="zh-CN" sz="1000" b="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7665">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3</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CTO</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对技术相关工作负责，同时兼任技术部</a:t>
                      </a:r>
                      <a:r>
                        <a:rPr lang="en-US" sz="1000" kern="100">
                          <a:effectLst/>
                          <a:latin typeface="Calibri" panose="020F0502020204030204" pitchFamily="34" charset="0"/>
                          <a:ea typeface="仿宋" panose="02010609060101010101" pitchFamily="49" charset="-122"/>
                          <a:cs typeface="Times New Roman" panose="02020603050405020304" pitchFamily="18" charset="0"/>
                        </a:rPr>
                        <a:t>Leader</a:t>
                      </a:r>
                      <a:r>
                        <a:rPr lang="zh-CN" sz="1000" kern="100">
                          <a:effectLst/>
                          <a:latin typeface="Calibri" panose="020F0502020204030204" pitchFamily="34" charset="0"/>
                          <a:ea typeface="仿宋" panose="02010609060101010101" pitchFamily="49" charset="-122"/>
                          <a:cs typeface="Times New Roman" panose="02020603050405020304" pitchFamily="18" charset="0"/>
                        </a:rPr>
                        <a:t>，配合</a:t>
                      </a:r>
                      <a:r>
                        <a:rPr lang="en-US" sz="1000" kern="100">
                          <a:effectLst/>
                          <a:latin typeface="Calibri" panose="020F0502020204030204" pitchFamily="34" charset="0"/>
                          <a:ea typeface="仿宋" panose="02010609060101010101" pitchFamily="49" charset="-122"/>
                          <a:cs typeface="Times New Roman" panose="02020603050405020304" pitchFamily="18" charset="0"/>
                        </a:rPr>
                        <a:t>COO</a:t>
                      </a:r>
                      <a:r>
                        <a:rPr lang="zh-CN" sz="1000" kern="100">
                          <a:effectLst/>
                          <a:latin typeface="Calibri" panose="020F0502020204030204" pitchFamily="34" charset="0"/>
                          <a:ea typeface="仿宋" panose="02010609060101010101" pitchFamily="49" charset="-122"/>
                          <a:cs typeface="Times New Roman" panose="02020603050405020304" pitchFamily="18" charset="0"/>
                        </a:rPr>
                        <a:t>开展运营拓展、客户对接等工作</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b="0" kern="100" dirty="0">
                          <a:effectLst/>
                          <a:latin typeface="Calibri" panose="020F0502020204030204" pitchFamily="34" charset="0"/>
                          <a:ea typeface="仿宋" panose="02010609060101010101" pitchFamily="49" charset="-122"/>
                          <a:cs typeface="Times New Roman" panose="02020603050405020304" pitchFamily="18" charset="0"/>
                        </a:rPr>
                        <a:t>华为</a:t>
                      </a:r>
                      <a:endParaRPr lang="zh-CN" sz="1000" b="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560">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4</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技术支撑部</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负责现场的技术支持工作</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b="0" kern="100" dirty="0">
                          <a:effectLst/>
                          <a:latin typeface="Calibri" panose="020F0502020204030204" pitchFamily="34" charset="0"/>
                          <a:ea typeface="仿宋" panose="02010609060101010101" pitchFamily="49" charset="-122"/>
                          <a:cs typeface="Times New Roman" panose="02020603050405020304" pitchFamily="18" charset="0"/>
                        </a:rPr>
                        <a:t>华为</a:t>
                      </a:r>
                      <a:endParaRPr lang="zh-CN" sz="1000" b="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9717">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5</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运营拓展部</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拓展算力用户、渠道，进行用户分析、渠道管理</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b="0" kern="100" dirty="0">
                          <a:effectLst/>
                          <a:latin typeface="Calibri" panose="020F0502020204030204" pitchFamily="34" charset="0"/>
                          <a:ea typeface="仿宋" panose="02010609060101010101" pitchFamily="49" charset="-122"/>
                          <a:cs typeface="Times New Roman" panose="02020603050405020304" pitchFamily="18" charset="0"/>
                        </a:rPr>
                        <a:t>华为</a:t>
                      </a:r>
                      <a:endParaRPr lang="zh-CN" sz="1000" b="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903">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6</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营销推广部</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行业解决方案包装、推广，活动策划、组织，用户管理</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b="0" kern="100" dirty="0">
                          <a:effectLst/>
                          <a:latin typeface="Calibri" panose="020F0502020204030204" pitchFamily="34" charset="0"/>
                          <a:ea typeface="仿宋" panose="02010609060101010101" pitchFamily="49" charset="-122"/>
                          <a:cs typeface="Times New Roman" panose="02020603050405020304" pitchFamily="18" charset="0"/>
                        </a:rPr>
                        <a:t>华为</a:t>
                      </a:r>
                      <a:endParaRPr lang="zh-CN" sz="1000" b="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3903">
                <a:tc>
                  <a:txBody>
                    <a:bodyPr/>
                    <a:lstStyle/>
                    <a:p>
                      <a:pPr indent="304800" algn="l">
                        <a:lnSpc>
                          <a:spcPct val="150000"/>
                        </a:lnSpc>
                        <a:spcAft>
                          <a:spcPts val="0"/>
                        </a:spcAft>
                      </a:pPr>
                      <a:r>
                        <a:rPr lang="en-US" sz="1000" kern="100">
                          <a:effectLst/>
                          <a:latin typeface="仿宋" panose="02010609060101010101" pitchFamily="49" charset="-122"/>
                          <a:ea typeface="宋体" pitchFamily="2" charset="-122"/>
                          <a:cs typeface="Times New Roman" panose="02020603050405020304" pitchFamily="18" charset="0"/>
                        </a:rPr>
                        <a:t>7</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财务部</a:t>
                      </a:r>
                      <a:r>
                        <a:rPr lang="en-US" sz="1000" kern="100">
                          <a:effectLst/>
                          <a:latin typeface="Calibri" panose="020F0502020204030204" pitchFamily="34" charset="0"/>
                          <a:ea typeface="仿宋" panose="02010609060101010101" pitchFamily="49" charset="-122"/>
                          <a:cs typeface="Times New Roman" panose="02020603050405020304" pitchFamily="18" charset="0"/>
                        </a:rPr>
                        <a:t>CFO</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a:effectLst/>
                          <a:latin typeface="Calibri" panose="020F0502020204030204" pitchFamily="34" charset="0"/>
                          <a:ea typeface="仿宋" panose="02010609060101010101" pitchFamily="49" charset="-122"/>
                          <a:cs typeface="Times New Roman" panose="02020603050405020304" pitchFamily="18" charset="0"/>
                        </a:rPr>
                        <a:t>负责运营公司相关费用收支、开票等财务工作</a:t>
                      </a:r>
                      <a:endParaRPr lang="zh-CN" sz="1000" kern="10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1000" kern="100" dirty="0">
                          <a:effectLst/>
                          <a:latin typeface="Calibri" panose="020F0502020204030204" pitchFamily="34" charset="0"/>
                          <a:ea typeface="仿宋" panose="02010609060101010101" pitchFamily="49" charset="-122"/>
                          <a:cs typeface="Times New Roman" panose="02020603050405020304" pitchFamily="18" charset="0"/>
                        </a:rPr>
                        <a:t>政府</a:t>
                      </a:r>
                      <a:endParaRPr lang="zh-CN" sz="1000" kern="100" dirty="0">
                        <a:effectLst/>
                        <a:latin typeface="Calibri" panose="020F0502020204030204" pitchFamily="34" charset="0"/>
                        <a:ea typeface="宋体" pitchFamily="2" charset="-122"/>
                        <a:cs typeface="Times New Roman" panose="02020603050405020304" pitchFamily="18" charset="0"/>
                      </a:endParaRPr>
                    </a:p>
                  </a:txBody>
                  <a:tcPr marL="66517" marR="66517" marT="923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矩形 7"/>
          <p:cNvSpPr/>
          <p:nvPr/>
        </p:nvSpPr>
        <p:spPr>
          <a:xfrm rot="1875254">
            <a:off x="10246669" y="398729"/>
            <a:ext cx="2111634" cy="4611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rgbClr val="FF0000"/>
                </a:solidFill>
              </a:rPr>
              <a:t>AI</a:t>
            </a:r>
            <a:r>
              <a:rPr lang="zh-CN" altLang="en-US" b="1" dirty="0">
                <a:solidFill>
                  <a:srgbClr val="FF0000"/>
                </a:solidFill>
              </a:rPr>
              <a:t>算力项目定制</a:t>
            </a:r>
            <a:endParaRPr lang="zh-CN" altLang="en-US" b="1" dirty="0">
              <a:solidFill>
                <a:srgbClr val="FF0000"/>
              </a:solidFill>
            </a:endParaRPr>
          </a:p>
        </p:txBody>
      </p:sp>
      <p:sp>
        <p:nvSpPr>
          <p:cNvPr id="9" name="文本框 8"/>
          <p:cNvSpPr txBox="1"/>
          <p:nvPr/>
        </p:nvSpPr>
        <p:spPr>
          <a:xfrm rot="19903051">
            <a:off x="4630541" y="2211776"/>
            <a:ext cx="3859857" cy="369332"/>
          </a:xfrm>
          <a:prstGeom prst="rect">
            <a:avLst/>
          </a:prstGeom>
          <a:solidFill>
            <a:srgbClr val="FFC000"/>
          </a:solidFill>
        </p:spPr>
        <p:txBody>
          <a:bodyPr wrap="square" rtlCol="0">
            <a:spAutoFit/>
          </a:bodyPr>
          <a:lstStyle/>
          <a:p>
            <a:r>
              <a:rPr lang="zh-CN" altLang="en-US" dirty="0"/>
              <a:t>不涉及</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0" y="0"/>
            <a:ext cx="8066088" cy="677863"/>
          </a:xfrm>
          <a:prstGeom prst="rect">
            <a:avLst/>
          </a:prstGeom>
        </p:spPr>
        <p:txBody>
          <a:bodyPr/>
          <a:lstStyle/>
          <a:p>
            <a:pPr eaLnBrk="1" hangingPunct="1">
              <a:defRPr/>
            </a:pPr>
            <a:r>
              <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rPr>
              <a:t>目录</a:t>
            </a:r>
            <a:endParaRPr lang="zh-CN" altLang="en-US" sz="2570" b="1" dirty="0">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6" name="Rectangle 3"/>
          <p:cNvSpPr txBox="1">
            <a:spLocks noChangeArrowheads="1"/>
          </p:cNvSpPr>
          <p:nvPr/>
        </p:nvSpPr>
        <p:spPr>
          <a:xfrm>
            <a:off x="3612173" y="667573"/>
            <a:ext cx="5333605" cy="5523454"/>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1pPr>
            <a:lvl2pPr marL="742315" indent="-285750" algn="l" rtl="0" eaLnBrk="0" fontAlgn="base" hangingPunct="0">
              <a:spcBef>
                <a:spcPct val="20000"/>
              </a:spcBef>
              <a:spcAft>
                <a:spcPct val="0"/>
              </a:spcAft>
              <a:buChar char="–"/>
              <a:defRPr sz="2000">
                <a:solidFill>
                  <a:schemeClr val="tx1"/>
                </a:solidFill>
                <a:latin typeface="Arial" panose="02080604020202020204" pitchFamily="34" charset="0"/>
                <a:ea typeface="+mn-ea"/>
                <a:cs typeface="Arial" panose="02080604020202020204" pitchFamily="34" charset="0"/>
              </a:defRPr>
            </a:lvl2pPr>
            <a:lvl3pPr marL="1141730" indent="-228600" algn="l" rtl="0" eaLnBrk="0" fontAlgn="base" hangingPunct="0">
              <a:spcBef>
                <a:spcPct val="20000"/>
              </a:spcBef>
              <a:spcAft>
                <a:spcPct val="0"/>
              </a:spcAft>
              <a:buChar char="•"/>
              <a:defRPr sz="2400">
                <a:solidFill>
                  <a:schemeClr val="tx1"/>
                </a:solidFill>
                <a:latin typeface="Arial" panose="02080604020202020204" pitchFamily="34" charset="0"/>
                <a:ea typeface="+mn-ea"/>
                <a:cs typeface="Arial" panose="02080604020202020204" pitchFamily="34" charset="0"/>
              </a:defRPr>
            </a:lvl3pPr>
            <a:lvl4pPr marL="1598930"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4pPr>
            <a:lvl5pPr marL="2055495" indent="-228600" algn="l" rtl="0" eaLnBrk="0" fontAlgn="base" hangingPunct="0">
              <a:spcBef>
                <a:spcPct val="20000"/>
              </a:spcBef>
              <a:spcAft>
                <a:spcPct val="0"/>
              </a:spcAft>
              <a:buChar char="»"/>
              <a:defRPr sz="1600">
                <a:solidFill>
                  <a:schemeClr val="tx1"/>
                </a:solidFill>
                <a:latin typeface="Arial" panose="02080604020202020204" pitchFamily="34" charset="0"/>
                <a:ea typeface="+mn-ea"/>
                <a:cs typeface="Arial" panose="02080604020202020204" pitchFamily="34" charset="0"/>
              </a:defRPr>
            </a:lvl5pPr>
            <a:lvl6pPr marL="2512695" indent="-228600" algn="l" rtl="0" fontAlgn="base">
              <a:spcBef>
                <a:spcPct val="20000"/>
              </a:spcBef>
              <a:spcAft>
                <a:spcPct val="0"/>
              </a:spcAft>
              <a:buChar char="»"/>
              <a:defRPr sz="2000">
                <a:solidFill>
                  <a:schemeClr val="tx1"/>
                </a:solidFill>
                <a:latin typeface="+mn-lt"/>
                <a:ea typeface="+mn-ea"/>
              </a:defRPr>
            </a:lvl6pPr>
            <a:lvl7pPr marL="2969260" indent="-228600" algn="l" rtl="0" fontAlgn="base">
              <a:spcBef>
                <a:spcPct val="20000"/>
              </a:spcBef>
              <a:spcAft>
                <a:spcPct val="0"/>
              </a:spcAft>
              <a:buChar char="»"/>
              <a:defRPr sz="2000">
                <a:solidFill>
                  <a:schemeClr val="tx1"/>
                </a:solidFill>
                <a:latin typeface="+mn-lt"/>
                <a:ea typeface="+mn-ea"/>
              </a:defRPr>
            </a:lvl7pPr>
            <a:lvl8pPr marL="3425825" indent="-228600" algn="l" rtl="0" fontAlgn="base">
              <a:spcBef>
                <a:spcPct val="20000"/>
              </a:spcBef>
              <a:spcAft>
                <a:spcPct val="0"/>
              </a:spcAft>
              <a:buChar char="»"/>
              <a:defRPr sz="2000">
                <a:solidFill>
                  <a:schemeClr val="tx1"/>
                </a:solidFill>
                <a:latin typeface="+mn-lt"/>
                <a:ea typeface="+mn-ea"/>
              </a:defRPr>
            </a:lvl8pPr>
            <a:lvl9pPr marL="3883025" indent="-228600" algn="l" rtl="0" fontAlgn="base">
              <a:spcBef>
                <a:spcPct val="20000"/>
              </a:spcBef>
              <a:spcAft>
                <a:spcPct val="0"/>
              </a:spcAft>
              <a:buChar char="»"/>
              <a:defRPr sz="2000">
                <a:solidFill>
                  <a:schemeClr val="tx1"/>
                </a:solidFill>
                <a:latin typeface="+mn-lt"/>
                <a:ea typeface="+mn-ea"/>
              </a:defRPr>
            </a:lvl9pPr>
          </a:lstStyle>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项目背景及概况 </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标书与合同分析</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解决方案可交付性评审</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项目交付方案</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分包</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伙伴能力评估</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项目假设</a:t>
            </a:r>
            <a:endPar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项目交付风险</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运营运维方案（可选）</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项目服务成本测算</a:t>
            </a:r>
            <a:endParaRPr lang="en-US" altLang="zh-CN" sz="2000" b="1" kern="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marL="514350" indent="-514350" defTabSz="684530" eaLnBrk="1" hangingPunct="1">
              <a:lnSpc>
                <a:spcPct val="160000"/>
              </a:lnSpc>
              <a:buFont typeface="+mj-ea"/>
              <a:buAutoNum type="ea1JpnChsDbPeriod"/>
            </a:pP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项目</a:t>
            </a:r>
            <a:r>
              <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DRB</a:t>
            </a:r>
            <a:r>
              <a:rPr lang="zh-CN" altLang="en-US"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rPr>
              <a:t>决策点</a:t>
            </a:r>
            <a:endParaRPr lang="en-US" altLang="zh-CN" sz="20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idx="4294967295"/>
          </p:nvPr>
        </p:nvSpPr>
        <p:spPr>
          <a:xfrm>
            <a:off x="0" y="65088"/>
            <a:ext cx="11356975" cy="642937"/>
          </a:xfrm>
          <a:prstGeom prst="rect">
            <a:avLst/>
          </a:prstGeom>
          <a:noFill/>
          <a:ln w="9525">
            <a:noFill/>
            <a:miter lim="800000"/>
          </a:ln>
        </p:spPr>
        <p:txBody>
          <a:bodyPr vert="horz" wrap="square" lIns="91361" tIns="45680" rIns="91361" bIns="45680" numCol="1" anchor="ctr" anchorCtr="0" compatLnSpc="1"/>
          <a:lstStyle/>
          <a:p>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项目服务成本测算</a:t>
            </a:r>
            <a:r>
              <a:rPr lang="en-US" altLang="zh-CN"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a:t>
            </a:r>
            <a:r>
              <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rPr>
              <a:t>整体</a:t>
            </a:r>
            <a:endParaRPr lang="zh-CN" altLang="en-US" sz="2800" b="1" dirty="0">
              <a:solidFill>
                <a:srgbClr val="C00000"/>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2" name="矩形 1"/>
          <p:cNvSpPr/>
          <p:nvPr/>
        </p:nvSpPr>
        <p:spPr bwMode="auto">
          <a:xfrm>
            <a:off x="10307847" y="1122949"/>
            <a:ext cx="1596189" cy="970547"/>
          </a:xfrm>
          <a:prstGeom prst="rect">
            <a:avLst/>
          </a:prstGeom>
          <a:noFill/>
          <a:ln w="19050">
            <a:solidFill>
              <a:schemeClr val="bg2">
                <a:lumMod val="50000"/>
              </a:schemeClr>
            </a:solidFill>
          </a:ln>
          <a:effectLst/>
        </p:spPr>
        <p:style>
          <a:lnRef idx="1">
            <a:schemeClr val="dk1"/>
          </a:lnRef>
          <a:fillRef idx="2">
            <a:schemeClr val="dk1"/>
          </a:fillRef>
          <a:effectRef idx="1">
            <a:schemeClr val="dk1"/>
          </a:effectRef>
          <a:fontRef idx="minor">
            <a:schemeClr val="dk1"/>
          </a:fontRef>
        </p:style>
        <p:txBody>
          <a:bodyPr wrap="none" lIns="0" tIns="0" rIns="0" bIns="0" rtlCol="0" anchor="ctr" anchorCtr="1"/>
          <a:lstStyle/>
          <a:p>
            <a:pPr algn="ctr" defTabSz="914400" fontAlgn="base">
              <a:spcBef>
                <a:spcPct val="0"/>
              </a:spcBef>
              <a:spcAft>
                <a:spcPct val="0"/>
              </a:spcAft>
              <a:buClr>
                <a:srgbClr val="CC9900"/>
              </a:buClr>
            </a:pPr>
            <a:r>
              <a:rPr lang="en-US" altLang="zh-CN"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PBA</a:t>
            </a:r>
            <a:r>
              <a:rPr lang="zh-CN" altLang="en-US"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测算表</a:t>
            </a:r>
            <a:endParaRPr lang="en-US" altLang="zh-CN"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algn="ctr" defTabSz="914400" fontAlgn="base">
              <a:spcBef>
                <a:spcPct val="0"/>
              </a:spcBef>
              <a:spcAft>
                <a:spcPct val="0"/>
              </a:spcAft>
              <a:buClr>
                <a:srgbClr val="CC9900"/>
              </a:buClr>
            </a:pPr>
            <a:r>
              <a:rPr lang="zh-CN" altLang="en-US"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上载到此处</a:t>
            </a:r>
            <a:endParaRPr lang="en-US" altLang="zh-CN" sz="14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246688" y="3244850"/>
            <a:ext cx="322524"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rPr>
              <a:t> </a:t>
            </a:r>
            <a:r>
              <a:rPr lang="en-US" altLang="zh-CN" dirty="0">
                <a:solidFill>
                  <a:srgbClr val="000000"/>
                </a:solidFill>
                <a:latin typeface="微软雅黑" panose="020B0503020204020204" pitchFamily="34" charset="-122"/>
                <a:ea typeface="微软雅黑" panose="020B0503020204020204" pitchFamily="34" charset="-122"/>
              </a:rPr>
              <a:t>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BEAUTIFY_FLAG" val=""/>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BEAUTIFY_FLAG" val=""/>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KSO_WM_BEAUTIFY_FLAG" val=""/>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BEAUTIFY_FLAG" val=""/>
</p:tagLst>
</file>

<file path=ppt/tags/tag748.xml><?xml version="1.0" encoding="utf-8"?>
<p:tagLst xmlns:p="http://schemas.openxmlformats.org/presentationml/2006/main">
  <p:tag name="KSO_WM_BEAUTIFY_FLAG" val=""/>
</p:tagLst>
</file>

<file path=ppt/tags/tag749.xml><?xml version="1.0" encoding="utf-8"?>
<p:tagLst xmlns:p="http://schemas.openxmlformats.org/presentationml/2006/main">
  <p:tag name="KSO_WM_BEAUTIFY_FLAG" val=""/>
</p:tagLst>
</file>

<file path=ppt/tags/tag750.xml><?xml version="1.0" encoding="utf-8"?>
<p:tagLst xmlns:p="http://schemas.openxmlformats.org/presentationml/2006/main">
  <p:tag name="KSO_WM_BEAUTIFY_FLAG" val=""/>
</p:tagLst>
</file>

<file path=ppt/tags/tag751.xml><?xml version="1.0" encoding="utf-8"?>
<p:tagLst xmlns:p="http://schemas.openxmlformats.org/presentationml/2006/main">
  <p:tag name="KSO_WM_BEAUTIFY_FLAG" val=""/>
</p:tagLst>
</file>

<file path=ppt/tags/tag752.xml><?xml version="1.0" encoding="utf-8"?>
<p:tagLst xmlns:p="http://schemas.openxmlformats.org/presentationml/2006/main">
  <p:tag name="KSO_WM_BEAUTIFY_FLAG" val=""/>
</p:tagLst>
</file>

<file path=ppt/tags/tag753.xml><?xml version="1.0" encoding="utf-8"?>
<p:tagLst xmlns:p="http://schemas.openxmlformats.org/presentationml/2006/main">
  <p:tag name="KSO_WM_BEAUTIFY_FLAG" val=""/>
</p:tagLst>
</file>

<file path=ppt/tags/tag754.xml><?xml version="1.0" encoding="utf-8"?>
<p:tagLst xmlns:p="http://schemas.openxmlformats.org/presentationml/2006/main">
  <p:tag name="KSO_WM_BEAUTIFY_FLAG" val=""/>
</p:tagLst>
</file>

<file path=ppt/tags/tag755.xml><?xml version="1.0" encoding="utf-8"?>
<p:tagLst xmlns:p="http://schemas.openxmlformats.org/presentationml/2006/main">
  <p:tag name="KSO_WM_BEAUTIFY_FLAG" val=""/>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KSO_WM_BEAUTIFY_FLAG" val=""/>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BEAUTIFY_FLAG" val=""/>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M_BEAUTIFY_FLAG" val=""/>
</p:tagLst>
</file>

<file path=ppt/tags/tag772.xml><?xml version="1.0" encoding="utf-8"?>
<p:tagLst xmlns:p="http://schemas.openxmlformats.org/presentationml/2006/main">
  <p:tag name="KSO_WM_BEAUTIFY_FLAG" val=""/>
</p:tagLst>
</file>

<file path=ppt/tags/tag773.xml><?xml version="1.0" encoding="utf-8"?>
<p:tagLst xmlns:p="http://schemas.openxmlformats.org/presentationml/2006/main">
  <p:tag name="KSO_WM_BEAUTIFY_FLAG" val=""/>
</p:tagLst>
</file>

<file path=ppt/tags/tag774.xml><?xml version="1.0" encoding="utf-8"?>
<p:tagLst xmlns:p="http://schemas.openxmlformats.org/presentationml/2006/main">
  <p:tag name="KSO_WM_BEAUTIFY_FLAG" val=""/>
</p:tagLst>
</file>

<file path=ppt/tags/tag775.xml><?xml version="1.0" encoding="utf-8"?>
<p:tagLst xmlns:p="http://schemas.openxmlformats.org/presentationml/2006/main">
  <p:tag name="KSO_WM_BEAUTIFY_FLAG" val=""/>
</p:tagLst>
</file>

<file path=ppt/tags/tag776.xml><?xml version="1.0" encoding="utf-8"?>
<p:tagLst xmlns:p="http://schemas.openxmlformats.org/presentationml/2006/main">
  <p:tag name="KSO_WM_BEAUTIFY_FLAG" val=""/>
</p:tagLst>
</file>

<file path=ppt/tags/tag777.xml><?xml version="1.0" encoding="utf-8"?>
<p:tagLst xmlns:p="http://schemas.openxmlformats.org/presentationml/2006/main">
  <p:tag name="KSO_WM_BEAUTIFY_FLAG" val=""/>
</p:tagLst>
</file>

<file path=ppt/tags/tag778.xml><?xml version="1.0" encoding="utf-8"?>
<p:tagLst xmlns:p="http://schemas.openxmlformats.org/presentationml/2006/main">
  <p:tag name="KSO_WM_BEAUTIFY_FLAG" val=""/>
</p:tagLst>
</file>

<file path=ppt/tags/tag779.xml><?xml version="1.0" encoding="utf-8"?>
<p:tagLst xmlns:p="http://schemas.openxmlformats.org/presentationml/2006/main">
  <p:tag name="KSO_WM_BEAUTIFY_FLAG" val=""/>
</p:tagLst>
</file>

<file path=ppt/tags/tag780.xml><?xml version="1.0" encoding="utf-8"?>
<p:tagLst xmlns:p="http://schemas.openxmlformats.org/presentationml/2006/main">
  <p:tag name="KSO_WM_BEAUTIFY_FLAG" val=""/>
</p:tagLst>
</file>

<file path=ppt/tags/tag781.xml><?xml version="1.0" encoding="utf-8"?>
<p:tagLst xmlns:p="http://schemas.openxmlformats.org/presentationml/2006/main">
  <p:tag name="KSO_WM_BEAUTIFY_FLAG" val=""/>
</p:tagLst>
</file>

<file path=ppt/tags/tag782.xml><?xml version="1.0" encoding="utf-8"?>
<p:tagLst xmlns:p="http://schemas.openxmlformats.org/presentationml/2006/main">
  <p:tag name="KSO_WM_BEAUTIFY_FLAG" val=""/>
</p:tagLst>
</file>

<file path=ppt/tags/tag783.xml><?xml version="1.0" encoding="utf-8"?>
<p:tagLst xmlns:p="http://schemas.openxmlformats.org/presentationml/2006/main">
  <p:tag name="KSO_WM_BEAUTIFY_FLAG" val=""/>
</p:tagLst>
</file>

<file path=ppt/tags/tag784.xml><?xml version="1.0" encoding="utf-8"?>
<p:tagLst xmlns:p="http://schemas.openxmlformats.org/presentationml/2006/main">
  <p:tag name="KSO_WM_BEAUTIFY_FLAG" val=""/>
</p:tagLst>
</file>

<file path=ppt/tags/tag785.xml><?xml version="1.0" encoding="utf-8"?>
<p:tagLst xmlns:p="http://schemas.openxmlformats.org/presentationml/2006/main">
  <p:tag name="KSO_WM_BEAUTIFY_FLAG" val=""/>
</p:tagLst>
</file>

<file path=ppt/tags/tag786.xml><?xml version="1.0" encoding="utf-8"?>
<p:tagLst xmlns:p="http://schemas.openxmlformats.org/presentationml/2006/main">
  <p:tag name="KSO_WM_BEAUTIFY_FLAG" val=""/>
</p:tagLst>
</file>

<file path=ppt/tags/tag787.xml><?xml version="1.0" encoding="utf-8"?>
<p:tagLst xmlns:p="http://schemas.openxmlformats.org/presentationml/2006/main">
  <p:tag name="KSO_WM_BEAUTIFY_FLAG" val=""/>
</p:tagLst>
</file>

<file path=ppt/tags/tag788.xml><?xml version="1.0" encoding="utf-8"?>
<p:tagLst xmlns:p="http://schemas.openxmlformats.org/presentationml/2006/main">
  <p:tag name="KSO_WM_BEAUTIFY_FLAG" val=""/>
</p:tagLst>
</file>

<file path=ppt/tags/tag789.xml><?xml version="1.0" encoding="utf-8"?>
<p:tagLst xmlns:p="http://schemas.openxmlformats.org/presentationml/2006/main">
  <p:tag name="KSO_WM_BEAUTIFY_FLAG" val=""/>
</p:tagLst>
</file>

<file path=ppt/tags/tag790.xml><?xml version="1.0" encoding="utf-8"?>
<p:tagLst xmlns:p="http://schemas.openxmlformats.org/presentationml/2006/main">
  <p:tag name="KSO_WM_BEAUTIFY_FLAG" val=""/>
</p:tagLst>
</file>

<file path=ppt/tags/tag791.xml><?xml version="1.0" encoding="utf-8"?>
<p:tagLst xmlns:p="http://schemas.openxmlformats.org/presentationml/2006/main">
  <p:tag name="KSO_WM_BEAUTIFY_FLAG" val=""/>
</p:tagLst>
</file>

<file path=ppt/tags/tag792.xml><?xml version="1.0" encoding="utf-8"?>
<p:tagLst xmlns:p="http://schemas.openxmlformats.org/presentationml/2006/main">
  <p:tag name="KSO_WM_BEAUTIFY_FLAG" val=""/>
</p:tagLst>
</file>

<file path=ppt/tags/tag793.xml><?xml version="1.0" encoding="utf-8"?>
<p:tagLst xmlns:p="http://schemas.openxmlformats.org/presentationml/2006/main">
  <p:tag name="KSO_WM_BEAUTIFY_FLAG" val=""/>
</p:tagLst>
</file>

<file path=ppt/tags/tag794.xml><?xml version="1.0" encoding="utf-8"?>
<p:tagLst xmlns:p="http://schemas.openxmlformats.org/presentationml/2006/main">
  <p:tag name="KSO_WM_BEAUTIFY_FLAG" val=""/>
</p:tagLst>
</file>

<file path=ppt/tags/tag795.xml><?xml version="1.0" encoding="utf-8"?>
<p:tagLst xmlns:p="http://schemas.openxmlformats.org/presentationml/2006/main">
  <p:tag name="KSO_WM_BEAUTIFY_FLAG" val=""/>
</p:tagLst>
</file>

<file path=ppt/tags/tag796.xml><?xml version="1.0" encoding="utf-8"?>
<p:tagLst xmlns:p="http://schemas.openxmlformats.org/presentationml/2006/main">
  <p:tag name="KSO_WM_BEAUTIFY_FLAG" val=""/>
</p:tagLst>
</file>

<file path=ppt/tags/tag797.xml><?xml version="1.0" encoding="utf-8"?>
<p:tagLst xmlns:p="http://schemas.openxmlformats.org/presentationml/2006/main">
  <p:tag name="KSO_WM_BEAUTIFY_FLAG" val=""/>
</p:tagLst>
</file>

<file path=ppt/tags/tag798.xml><?xml version="1.0" encoding="utf-8"?>
<p:tagLst xmlns:p="http://schemas.openxmlformats.org/presentationml/2006/main">
  <p:tag name="KSO_WM_BEAUTIFY_FLAG" val=""/>
</p:tagLst>
</file>

<file path=ppt/tags/tag799.xml><?xml version="1.0" encoding="utf-8"?>
<p:tagLst xmlns:p="http://schemas.openxmlformats.org/presentationml/2006/main">
  <p:tag name="KSO_WM_BEAUTIFY_FLAG" val=""/>
</p:tagLst>
</file>

<file path=ppt/tags/tag800.xml><?xml version="1.0" encoding="utf-8"?>
<p:tagLst xmlns:p="http://schemas.openxmlformats.org/presentationml/2006/main">
  <p:tag name="KSO_WM_BEAUTIFY_FLAG" val=""/>
</p:tagLst>
</file>

<file path=ppt/tags/tag801.xml><?xml version="1.0" encoding="utf-8"?>
<p:tagLst xmlns:p="http://schemas.openxmlformats.org/presentationml/2006/main">
  <p:tag name="KSO_WM_BEAUTIFY_FLAG" val=""/>
</p:tagLst>
</file>

<file path=ppt/tags/tag802.xml><?xml version="1.0" encoding="utf-8"?>
<p:tagLst xmlns:p="http://schemas.openxmlformats.org/presentationml/2006/main">
  <p:tag name="KSO_WM_BEAUTIFY_FLAG" val=""/>
</p:tagLst>
</file>

<file path=ppt/tags/tag803.xml><?xml version="1.0" encoding="utf-8"?>
<p:tagLst xmlns:p="http://schemas.openxmlformats.org/presentationml/2006/main">
  <p:tag name="KSO_WM_BEAUTIFY_FLAG" val=""/>
</p:tagLst>
</file>

<file path=ppt/tags/tag804.xml><?xml version="1.0" encoding="utf-8"?>
<p:tagLst xmlns:p="http://schemas.openxmlformats.org/presentationml/2006/main">
  <p:tag name="KSO_WM_BEAUTIFY_FLAG" val=""/>
</p:tagLst>
</file>

<file path=ppt/tags/tag805.xml><?xml version="1.0" encoding="utf-8"?>
<p:tagLst xmlns:p="http://schemas.openxmlformats.org/presentationml/2006/main">
  <p:tag name="KSO_WM_BEAUTIFY_FLAG" val=""/>
</p:tagLst>
</file>

<file path=ppt/tags/tag806.xml><?xml version="1.0" encoding="utf-8"?>
<p:tagLst xmlns:p="http://schemas.openxmlformats.org/presentationml/2006/main">
  <p:tag name="KSO_WM_BEAUTIFY_FLAG" val=""/>
</p:tagLst>
</file>

<file path=ppt/tags/tag807.xml><?xml version="1.0" encoding="utf-8"?>
<p:tagLst xmlns:p="http://schemas.openxmlformats.org/presentationml/2006/main">
  <p:tag name="KSO_WM_BEAUTIFY_FLAG" val=""/>
</p:tagLst>
</file>

<file path=ppt/tags/tag808.xml><?xml version="1.0" encoding="utf-8"?>
<p:tagLst xmlns:p="http://schemas.openxmlformats.org/presentationml/2006/main">
  <p:tag name="KSO_WM_BEAUTIFY_FLAG" val=""/>
</p:tagLst>
</file>

<file path=ppt/tags/tag809.xml><?xml version="1.0" encoding="utf-8"?>
<p:tagLst xmlns:p="http://schemas.openxmlformats.org/presentationml/2006/main">
  <p:tag name="KSO_WM_BEAUTIFY_FLAG" val=""/>
</p:tagLst>
</file>

<file path=ppt/tags/tag810.xml><?xml version="1.0" encoding="utf-8"?>
<p:tagLst xmlns:p="http://schemas.openxmlformats.org/presentationml/2006/main">
  <p:tag name="KSO_WM_BEAUTIFY_FLAG" val=""/>
</p:tagLst>
</file>

<file path=ppt/tags/tag811.xml><?xml version="1.0" encoding="utf-8"?>
<p:tagLst xmlns:p="http://schemas.openxmlformats.org/presentationml/2006/main">
  <p:tag name="KSO_WM_BEAUTIFY_FLAG" val=""/>
</p:tagLst>
</file>

<file path=ppt/tags/tag812.xml><?xml version="1.0" encoding="utf-8"?>
<p:tagLst xmlns:p="http://schemas.openxmlformats.org/presentationml/2006/main">
  <p:tag name="KSO_WM_BEAUTIFY_FLAG" val=""/>
</p:tagLst>
</file>

<file path=ppt/tags/tag813.xml><?xml version="1.0" encoding="utf-8"?>
<p:tagLst xmlns:p="http://schemas.openxmlformats.org/presentationml/2006/main">
  <p:tag name="KSO_WM_BEAUTIFY_FLAG" val=""/>
</p:tagLst>
</file>

<file path=ppt/tags/tag814.xml><?xml version="1.0" encoding="utf-8"?>
<p:tagLst xmlns:p="http://schemas.openxmlformats.org/presentationml/2006/main">
  <p:tag name="KSO_WM_BEAUTIFY_FLAG" val=""/>
</p:tagLst>
</file>

<file path=ppt/tags/tag815.xml><?xml version="1.0" encoding="utf-8"?>
<p:tagLst xmlns:p="http://schemas.openxmlformats.org/presentationml/2006/main">
  <p:tag name="KSO_WM_BEAUTIFY_FLAG" val=""/>
</p:tagLst>
</file>

<file path=ppt/tags/tag816.xml><?xml version="1.0" encoding="utf-8"?>
<p:tagLst xmlns:p="http://schemas.openxmlformats.org/presentationml/2006/main">
  <p:tag name="KSO_WM_BEAUTIFY_FLAG" val=""/>
</p:tagLst>
</file>

<file path=ppt/tags/tag817.xml><?xml version="1.0" encoding="utf-8"?>
<p:tagLst xmlns:p="http://schemas.openxmlformats.org/presentationml/2006/main">
  <p:tag name="KSO_WM_BEAUTIFY_FLAG" val=""/>
</p:tagLst>
</file>

<file path=ppt/tags/tag818.xml><?xml version="1.0" encoding="utf-8"?>
<p:tagLst xmlns:p="http://schemas.openxmlformats.org/presentationml/2006/main">
  <p:tag name="KSO_WM_BEAUTIFY_FLAG" val=""/>
</p:tagLst>
</file>

<file path=ppt/tags/tag819.xml><?xml version="1.0" encoding="utf-8"?>
<p:tagLst xmlns:p="http://schemas.openxmlformats.org/presentationml/2006/main">
  <p:tag name="KSO_WM_BEAUTIFY_FLAG" val=""/>
</p:tagLst>
</file>

<file path=ppt/tags/tag820.xml><?xml version="1.0" encoding="utf-8"?>
<p:tagLst xmlns:p="http://schemas.openxmlformats.org/presentationml/2006/main">
  <p:tag name="KSO_WM_BEAUTIFY_FLAG" val=""/>
</p:tagLst>
</file>

<file path=ppt/tags/tag821.xml><?xml version="1.0" encoding="utf-8"?>
<p:tagLst xmlns:p="http://schemas.openxmlformats.org/presentationml/2006/main">
  <p:tag name="KSO_WM_BEAUTIFY_FLAG" val=""/>
</p:tagLst>
</file>

<file path=ppt/tags/tag822.xml><?xml version="1.0" encoding="utf-8"?>
<p:tagLst xmlns:p="http://schemas.openxmlformats.org/presentationml/2006/main">
  <p:tag name="KSO_WM_BEAUTIFY_FLAG" val=""/>
</p:tagLst>
</file>

<file path=ppt/tags/tag823.xml><?xml version="1.0" encoding="utf-8"?>
<p:tagLst xmlns:p="http://schemas.openxmlformats.org/presentationml/2006/main">
  <p:tag name="KSO_WM_BEAUTIFY_FLAG" val=""/>
</p:tagLst>
</file>

<file path=ppt/tags/tag824.xml><?xml version="1.0" encoding="utf-8"?>
<p:tagLst xmlns:p="http://schemas.openxmlformats.org/presentationml/2006/main">
  <p:tag name="KSO_WM_BEAUTIFY_FLAG" val=""/>
</p:tagLst>
</file>

<file path=ppt/tags/tag825.xml><?xml version="1.0" encoding="utf-8"?>
<p:tagLst xmlns:p="http://schemas.openxmlformats.org/presentationml/2006/main">
  <p:tag name="KSO_WM_BEAUTIFY_FLAG" val=""/>
</p:tagLst>
</file>

<file path=ppt/tags/tag826.xml><?xml version="1.0" encoding="utf-8"?>
<p:tagLst xmlns:p="http://schemas.openxmlformats.org/presentationml/2006/main">
  <p:tag name="KSO_WM_BEAUTIFY_FLAG" val=""/>
</p:tagLst>
</file>

<file path=ppt/tags/tag827.xml><?xml version="1.0" encoding="utf-8"?>
<p:tagLst xmlns:p="http://schemas.openxmlformats.org/presentationml/2006/main">
  <p:tag name="KSO_WM_BEAUTIFY_FLAG" val=""/>
</p:tagLst>
</file>

<file path=ppt/tags/tag828.xml><?xml version="1.0" encoding="utf-8"?>
<p:tagLst xmlns:p="http://schemas.openxmlformats.org/presentationml/2006/main">
  <p:tag name="KSO_WM_BEAUTIFY_FLAG" val=""/>
</p:tagLst>
</file>

<file path=ppt/tags/tag829.xml><?xml version="1.0" encoding="utf-8"?>
<p:tagLst xmlns:p="http://schemas.openxmlformats.org/presentationml/2006/main">
  <p:tag name="KSO_WM_BEAUTIFY_FLAG" val=""/>
</p:tagLst>
</file>

<file path=ppt/tags/tag830.xml><?xml version="1.0" encoding="utf-8"?>
<p:tagLst xmlns:p="http://schemas.openxmlformats.org/presentationml/2006/main">
  <p:tag name="KSO_WM_BEAUTIFY_FLAG" val=""/>
</p:tagLst>
</file>

<file path=ppt/tags/tag831.xml><?xml version="1.0" encoding="utf-8"?>
<p:tagLst xmlns:p="http://schemas.openxmlformats.org/presentationml/2006/main">
  <p:tag name="KSO_WM_BEAUTIFY_FLAG" val=""/>
</p:tagLst>
</file>

<file path=ppt/tags/tag832.xml><?xml version="1.0" encoding="utf-8"?>
<p:tagLst xmlns:p="http://schemas.openxmlformats.org/presentationml/2006/main">
  <p:tag name="KSO_WM_BEAUTIFY_FLAG" val=""/>
</p:tagLst>
</file>

<file path=ppt/tags/tag833.xml><?xml version="1.0" encoding="utf-8"?>
<p:tagLst xmlns:p="http://schemas.openxmlformats.org/presentationml/2006/main">
  <p:tag name="KSO_WM_BEAUTIFY_FLAG" val=""/>
</p:tagLst>
</file>

<file path=ppt/tags/tag834.xml><?xml version="1.0" encoding="utf-8"?>
<p:tagLst xmlns:p="http://schemas.openxmlformats.org/presentationml/2006/main">
  <p:tag name="KSO_WM_BEAUTIFY_FLAG" val=""/>
</p:tagLst>
</file>

<file path=ppt/tags/tag835.xml><?xml version="1.0" encoding="utf-8"?>
<p:tagLst xmlns:p="http://schemas.openxmlformats.org/presentationml/2006/main">
  <p:tag name="KSO_WM_BEAUTIFY_FLAG" val=""/>
</p:tagLst>
</file>

<file path=ppt/tags/tag836.xml><?xml version="1.0" encoding="utf-8"?>
<p:tagLst xmlns:p="http://schemas.openxmlformats.org/presentationml/2006/main">
  <p:tag name="KSO_WM_BEAUTIFY_FLAG" val=""/>
</p:tagLst>
</file>

<file path=ppt/tags/tag837.xml><?xml version="1.0" encoding="utf-8"?>
<p:tagLst xmlns:p="http://schemas.openxmlformats.org/presentationml/2006/main">
  <p:tag name="KSO_WM_BEAUTIFY_FLAG" val=""/>
</p:tagLst>
</file>

<file path=ppt/tags/tag838.xml><?xml version="1.0" encoding="utf-8"?>
<p:tagLst xmlns:p="http://schemas.openxmlformats.org/presentationml/2006/main">
  <p:tag name="KSO_WM_BEAUTIFY_FLAG" val=""/>
</p:tagLst>
</file>

<file path=ppt/tags/tag839.xml><?xml version="1.0" encoding="utf-8"?>
<p:tagLst xmlns:p="http://schemas.openxmlformats.org/presentationml/2006/main">
  <p:tag name="KSO_WM_BEAUTIFY_FLAG" val=""/>
</p:tagLst>
</file>

<file path=ppt/tags/tag840.xml><?xml version="1.0" encoding="utf-8"?>
<p:tagLst xmlns:p="http://schemas.openxmlformats.org/presentationml/2006/main">
  <p:tag name="KSO_WM_BEAUTIFY_FLAG" val=""/>
</p:tagLst>
</file>

<file path=ppt/tags/tag841.xml><?xml version="1.0" encoding="utf-8"?>
<p:tagLst xmlns:p="http://schemas.openxmlformats.org/presentationml/2006/main">
  <p:tag name="KSO_WM_BEAUTIFY_FLAG" val=""/>
</p:tagLst>
</file>

<file path=ppt/tags/tag842.xml><?xml version="1.0" encoding="utf-8"?>
<p:tagLst xmlns:p="http://schemas.openxmlformats.org/presentationml/2006/main">
  <p:tag name="KSO_WM_BEAUTIFY_FLAG" val=""/>
</p:tagLst>
</file>

<file path=ppt/tags/tag843.xml><?xml version="1.0" encoding="utf-8"?>
<p:tagLst xmlns:p="http://schemas.openxmlformats.org/presentationml/2006/main">
  <p:tag name="KSO_WM_BEAUTIFY_FLAG" val=""/>
</p:tagLst>
</file>

<file path=ppt/tags/tag844.xml><?xml version="1.0" encoding="utf-8"?>
<p:tagLst xmlns:p="http://schemas.openxmlformats.org/presentationml/2006/main">
  <p:tag name="KSO_WM_BEAUTIFY_FLAG" val=""/>
</p:tagLst>
</file>

<file path=ppt/tags/tag845.xml><?xml version="1.0" encoding="utf-8"?>
<p:tagLst xmlns:p="http://schemas.openxmlformats.org/presentationml/2006/main">
  <p:tag name="KSO_WM_BEAUTIFY_FLAG" val=""/>
</p:tagLst>
</file>

<file path=ppt/tags/tag846.xml><?xml version="1.0" encoding="utf-8"?>
<p:tagLst xmlns:p="http://schemas.openxmlformats.org/presentationml/2006/main">
  <p:tag name="KSO_WM_BEAUTIFY_FLAG" val=""/>
</p:tagLst>
</file>

<file path=ppt/tags/tag847.xml><?xml version="1.0" encoding="utf-8"?>
<p:tagLst xmlns:p="http://schemas.openxmlformats.org/presentationml/2006/main">
  <p:tag name="KSO_WM_BEAUTIFY_FLAG" val=""/>
</p:tagLst>
</file>

<file path=ppt/tags/tag848.xml><?xml version="1.0" encoding="utf-8"?>
<p:tagLst xmlns:p="http://schemas.openxmlformats.org/presentationml/2006/main">
  <p:tag name="KSO_WM_BEAUTIFY_FLAG" val=""/>
</p:tagLst>
</file>

<file path=ppt/tags/tag849.xml><?xml version="1.0" encoding="utf-8"?>
<p:tagLst xmlns:p="http://schemas.openxmlformats.org/presentationml/2006/main">
  <p:tag name="KSO_WM_BEAUTIFY_FLAG" val=""/>
</p:tagLst>
</file>

<file path=ppt/tags/tag850.xml><?xml version="1.0" encoding="utf-8"?>
<p:tagLst xmlns:p="http://schemas.openxmlformats.org/presentationml/2006/main">
  <p:tag name="KSO_WM_BEAUTIFY_FLAG" val=""/>
</p:tagLst>
</file>

<file path=ppt/tags/tag851.xml><?xml version="1.0" encoding="utf-8"?>
<p:tagLst xmlns:p="http://schemas.openxmlformats.org/presentationml/2006/main">
  <p:tag name="KSO_WM_BEAUTIFY_FLAG" val=""/>
</p:tagLst>
</file>

<file path=ppt/tags/tag852.xml><?xml version="1.0" encoding="utf-8"?>
<p:tagLst xmlns:p="http://schemas.openxmlformats.org/presentationml/2006/main">
  <p:tag name="KSO_WM_BEAUTIFY_FLAG" val=""/>
</p:tagLst>
</file>

<file path=ppt/tags/tag853.xml><?xml version="1.0" encoding="utf-8"?>
<p:tagLst xmlns:p="http://schemas.openxmlformats.org/presentationml/2006/main">
  <p:tag name="KSO_WM_BEAUTIFY_FLAG" val=""/>
</p:tagLst>
</file>

<file path=ppt/tags/tag854.xml><?xml version="1.0" encoding="utf-8"?>
<p:tagLst xmlns:p="http://schemas.openxmlformats.org/presentationml/2006/main">
  <p:tag name="KSO_WM_BEAUTIFY_FLAG" val=""/>
</p:tagLst>
</file>

<file path=ppt/tags/tag855.xml><?xml version="1.0" encoding="utf-8"?>
<p:tagLst xmlns:p="http://schemas.openxmlformats.org/presentationml/2006/main">
  <p:tag name="KSO_WM_BEAUTIFY_FLAG" val=""/>
</p:tagLst>
</file>

<file path=ppt/tags/tag856.xml><?xml version="1.0" encoding="utf-8"?>
<p:tagLst xmlns:p="http://schemas.openxmlformats.org/presentationml/2006/main">
  <p:tag name="KSO_WM_BEAUTIFY_FLAG" val=""/>
</p:tagLst>
</file>

<file path=ppt/tags/tag857.xml><?xml version="1.0" encoding="utf-8"?>
<p:tagLst xmlns:p="http://schemas.openxmlformats.org/presentationml/2006/main">
  <p:tag name="KSO_WM_BEAUTIFY_FLAG" val=""/>
</p:tagLst>
</file>

<file path=ppt/tags/tag858.xml><?xml version="1.0" encoding="utf-8"?>
<p:tagLst xmlns:p="http://schemas.openxmlformats.org/presentationml/2006/main">
  <p:tag name="KSO_WM_BEAUTIFY_FLAG" val=""/>
</p:tagLst>
</file>

<file path=ppt/tags/tag859.xml><?xml version="1.0" encoding="utf-8"?>
<p:tagLst xmlns:p="http://schemas.openxmlformats.org/presentationml/2006/main">
  <p:tag name="KSO_WM_BEAUTIFY_FLAG" val=""/>
</p:tagLst>
</file>

<file path=ppt/tags/tag860.xml><?xml version="1.0" encoding="utf-8"?>
<p:tagLst xmlns:p="http://schemas.openxmlformats.org/presentationml/2006/main">
  <p:tag name="KSO_WM_BEAUTIFY_FLAG" val=""/>
</p:tagLst>
</file>

<file path=ppt/tags/tag861.xml><?xml version="1.0" encoding="utf-8"?>
<p:tagLst xmlns:p="http://schemas.openxmlformats.org/presentationml/2006/main">
  <p:tag name="KSO_WM_BEAUTIFY_FLAG" val=""/>
</p:tagLst>
</file>

<file path=ppt/tags/tag862.xml><?xml version="1.0" encoding="utf-8"?>
<p:tagLst xmlns:p="http://schemas.openxmlformats.org/presentationml/2006/main">
  <p:tag name="KSO_WM_BEAUTIFY_FLAG" val=""/>
</p:tagLst>
</file>

<file path=ppt/tags/tag863.xml><?xml version="1.0" encoding="utf-8"?>
<p:tagLst xmlns:p="http://schemas.openxmlformats.org/presentationml/2006/main">
  <p:tag name="KSO_WM_BEAUTIFY_FLAG" val=""/>
</p:tagLst>
</file>

<file path=ppt/tags/tag864.xml><?xml version="1.0" encoding="utf-8"?>
<p:tagLst xmlns:p="http://schemas.openxmlformats.org/presentationml/2006/main">
  <p:tag name="KSO_WM_BEAUTIFY_FLAG" val=""/>
</p:tagLst>
</file>

<file path=ppt/tags/tag865.xml><?xml version="1.0" encoding="utf-8"?>
<p:tagLst xmlns:p="http://schemas.openxmlformats.org/presentationml/2006/main">
  <p:tag name="KSO_WM_BEAUTIFY_FLAG" val=""/>
</p:tagLst>
</file>

<file path=ppt/tags/tag866.xml><?xml version="1.0" encoding="utf-8"?>
<p:tagLst xmlns:p="http://schemas.openxmlformats.org/presentationml/2006/main">
  <p:tag name="KSO_WM_BEAUTIFY_FLAG" val=""/>
</p:tagLst>
</file>

<file path=ppt/tags/tag867.xml><?xml version="1.0" encoding="utf-8"?>
<p:tagLst xmlns:p="http://schemas.openxmlformats.org/presentationml/2006/main">
  <p:tag name="KSO_WM_BEAUTIFY_FLAG" val=""/>
</p:tagLst>
</file>

<file path=ppt/tags/tag868.xml><?xml version="1.0" encoding="utf-8"?>
<p:tagLst xmlns:p="http://schemas.openxmlformats.org/presentationml/2006/main">
  <p:tag name="KSO_WM_BEAUTIFY_FLAG" val=""/>
</p:tagLst>
</file>

<file path=ppt/tags/tag869.xml><?xml version="1.0" encoding="utf-8"?>
<p:tagLst xmlns:p="http://schemas.openxmlformats.org/presentationml/2006/main">
  <p:tag name="KSO_WM_BEAUTIFY_FLAG" val=""/>
</p:tagLst>
</file>

<file path=ppt/tags/tag870.xml><?xml version="1.0" encoding="utf-8"?>
<p:tagLst xmlns:p="http://schemas.openxmlformats.org/presentationml/2006/main">
  <p:tag name="KSO_WM_BEAUTIFY_FLAG" val=""/>
</p:tagLst>
</file>

<file path=ppt/tags/tag871.xml><?xml version="1.0" encoding="utf-8"?>
<p:tagLst xmlns:p="http://schemas.openxmlformats.org/presentationml/2006/main">
  <p:tag name="KSO_WM_BEAUTIFY_FLAG" val=""/>
</p:tagLst>
</file>

<file path=ppt/tags/tag872.xml><?xml version="1.0" encoding="utf-8"?>
<p:tagLst xmlns:p="http://schemas.openxmlformats.org/presentationml/2006/main">
  <p:tag name="KSO_WM_BEAUTIFY_FLAG" val=""/>
</p:tagLst>
</file>

<file path=ppt/tags/tag873.xml><?xml version="1.0" encoding="utf-8"?>
<p:tagLst xmlns:p="http://schemas.openxmlformats.org/presentationml/2006/main">
  <p:tag name="KSO_WM_BEAUTIFY_FLAG" val=""/>
</p:tagLst>
</file>

<file path=ppt/tags/tag874.xml><?xml version="1.0" encoding="utf-8"?>
<p:tagLst xmlns:p="http://schemas.openxmlformats.org/presentationml/2006/main">
  <p:tag name="KSO_WM_BEAUTIFY_FLAG" val=""/>
</p:tagLst>
</file>

<file path=ppt/tags/tag875.xml><?xml version="1.0" encoding="utf-8"?>
<p:tagLst xmlns:p="http://schemas.openxmlformats.org/presentationml/2006/main">
  <p:tag name="KSO_WM_BEAUTIFY_FLAG" val=""/>
</p:tagLst>
</file>

<file path=ppt/tags/tag876.xml><?xml version="1.0" encoding="utf-8"?>
<p:tagLst xmlns:p="http://schemas.openxmlformats.org/presentationml/2006/main">
  <p:tag name="KSO_WM_BEAUTIFY_FLAG" val=""/>
</p:tagLst>
</file>

<file path=ppt/tags/tag877.xml><?xml version="1.0" encoding="utf-8"?>
<p:tagLst xmlns:p="http://schemas.openxmlformats.org/presentationml/2006/main">
  <p:tag name="KSO_WM_BEAUTIFY_FLAG" val=""/>
</p:tagLst>
</file>

<file path=ppt/tags/tag878.xml><?xml version="1.0" encoding="utf-8"?>
<p:tagLst xmlns:p="http://schemas.openxmlformats.org/presentationml/2006/main">
  <p:tag name="KSO_WM_BEAUTIFY_FLAG" val=""/>
</p:tagLst>
</file>

<file path=ppt/tags/tag879.xml><?xml version="1.0" encoding="utf-8"?>
<p:tagLst xmlns:p="http://schemas.openxmlformats.org/presentationml/2006/main">
  <p:tag name="KSO_WM_BEAUTIFY_FLAG" val=""/>
</p:tagLst>
</file>

<file path=ppt/tags/tag880.xml><?xml version="1.0" encoding="utf-8"?>
<p:tagLst xmlns:p="http://schemas.openxmlformats.org/presentationml/2006/main">
  <p:tag name="KSO_WM_BEAUTIFY_FLAG" val=""/>
</p:tagLst>
</file>

<file path=ppt/tags/tag881.xml><?xml version="1.0" encoding="utf-8"?>
<p:tagLst xmlns:p="http://schemas.openxmlformats.org/presentationml/2006/main">
  <p:tag name="KSO_WM_BEAUTIFY_FLAG" val=""/>
</p:tagLst>
</file>

<file path=ppt/tags/tag882.xml><?xml version="1.0" encoding="utf-8"?>
<p:tagLst xmlns:p="http://schemas.openxmlformats.org/presentationml/2006/main">
  <p:tag name="KSO_WM_BEAUTIFY_FLAG" val=""/>
</p:tagLst>
</file>

<file path=ppt/tags/tag883.xml><?xml version="1.0" encoding="utf-8"?>
<p:tagLst xmlns:p="http://schemas.openxmlformats.org/presentationml/2006/main">
  <p:tag name="KSO_WM_BEAUTIFY_FLAG" val=""/>
</p:tagLst>
</file>

<file path=ppt/tags/tag884.xml><?xml version="1.0" encoding="utf-8"?>
<p:tagLst xmlns:p="http://schemas.openxmlformats.org/presentationml/2006/main">
  <p:tag name="KSO_WM_BEAUTIFY_FLAG" val=""/>
</p:tagLst>
</file>

<file path=ppt/tags/tag885.xml><?xml version="1.0" encoding="utf-8"?>
<p:tagLst xmlns:p="http://schemas.openxmlformats.org/presentationml/2006/main">
  <p:tag name="KSO_WM_BEAUTIFY_FLAG" val=""/>
</p:tagLst>
</file>

<file path=ppt/tags/tag886.xml><?xml version="1.0" encoding="utf-8"?>
<p:tagLst xmlns:p="http://schemas.openxmlformats.org/presentationml/2006/main">
  <p:tag name="KSO_WM_BEAUTIFY_FLAG" val=""/>
</p:tagLst>
</file>

<file path=ppt/tags/tag887.xml><?xml version="1.0" encoding="utf-8"?>
<p:tagLst xmlns:p="http://schemas.openxmlformats.org/presentationml/2006/main">
  <p:tag name="KSO_WM_BEAUTIFY_FLAG" val=""/>
</p:tagLst>
</file>

<file path=ppt/tags/tag888.xml><?xml version="1.0" encoding="utf-8"?>
<p:tagLst xmlns:p="http://schemas.openxmlformats.org/presentationml/2006/main">
  <p:tag name="KSO_WM_BEAUTIFY_FLAG" val=""/>
</p:tagLst>
</file>

<file path=ppt/tags/tag889.xml><?xml version="1.0" encoding="utf-8"?>
<p:tagLst xmlns:p="http://schemas.openxmlformats.org/presentationml/2006/main">
  <p:tag name="KSO_WM_BEAUTIFY_FLAG" val=""/>
</p:tagLst>
</file>

<file path=ppt/tags/tag890.xml><?xml version="1.0" encoding="utf-8"?>
<p:tagLst xmlns:p="http://schemas.openxmlformats.org/presentationml/2006/main">
  <p:tag name="KSO_WM_BEAUTIFY_FLAG" val=""/>
</p:tagLst>
</file>

<file path=ppt/tags/tag891.xml><?xml version="1.0" encoding="utf-8"?>
<p:tagLst xmlns:p="http://schemas.openxmlformats.org/presentationml/2006/main">
  <p:tag name="KSO_WM_BEAUTIFY_FLAG" val=""/>
</p:tagLst>
</file>

<file path=ppt/tags/tag892.xml><?xml version="1.0" encoding="utf-8"?>
<p:tagLst xmlns:p="http://schemas.openxmlformats.org/presentationml/2006/main">
  <p:tag name="KSO_WM_BEAUTIFY_FLAG" val=""/>
</p:tagLst>
</file>

<file path=ppt/tags/tag893.xml><?xml version="1.0" encoding="utf-8"?>
<p:tagLst xmlns:p="http://schemas.openxmlformats.org/presentationml/2006/main">
  <p:tag name="KSO_WM_BEAUTIFY_FLAG" val=""/>
</p:tagLst>
</file>

<file path=ppt/tags/tag894.xml><?xml version="1.0" encoding="utf-8"?>
<p:tagLst xmlns:p="http://schemas.openxmlformats.org/presentationml/2006/main">
  <p:tag name="KSO_WM_BEAUTIFY_FLAG" val=""/>
</p:tagLst>
</file>

<file path=ppt/tags/tag895.xml><?xml version="1.0" encoding="utf-8"?>
<p:tagLst xmlns:p="http://schemas.openxmlformats.org/presentationml/2006/main">
  <p:tag name="KSO_WM_BEAUTIFY_FLAG" val=""/>
</p:tagLst>
</file>

<file path=ppt/tags/tag896.xml><?xml version="1.0" encoding="utf-8"?>
<p:tagLst xmlns:p="http://schemas.openxmlformats.org/presentationml/2006/main">
  <p:tag name="KSO_WM_BEAUTIFY_FLAG" val=""/>
</p:tagLst>
</file>

<file path=ppt/tags/tag897.xml><?xml version="1.0" encoding="utf-8"?>
<p:tagLst xmlns:p="http://schemas.openxmlformats.org/presentationml/2006/main">
  <p:tag name="KSO_WM_BEAUTIFY_FLAG" val=""/>
</p:tagLst>
</file>

<file path=ppt/tags/tag898.xml><?xml version="1.0" encoding="utf-8"?>
<p:tagLst xmlns:p="http://schemas.openxmlformats.org/presentationml/2006/main">
  <p:tag name="KSO_WM_BEAUTIFY_FLAG" val=""/>
</p:tagLst>
</file>

<file path=ppt/tags/tag899.xml><?xml version="1.0" encoding="utf-8"?>
<p:tagLst xmlns:p="http://schemas.openxmlformats.org/presentationml/2006/main">
  <p:tag name="KSO_WM_BEAUTIFY_FLAG" val=""/>
</p:tagLst>
</file>

<file path=ppt/tags/tag900.xml><?xml version="1.0" encoding="utf-8"?>
<p:tagLst xmlns:p="http://schemas.openxmlformats.org/presentationml/2006/main">
  <p:tag name="KSO_WM_BEAUTIFY_FLAG" val=""/>
</p:tagLst>
</file>

<file path=ppt/tags/tag901.xml><?xml version="1.0" encoding="utf-8"?>
<p:tagLst xmlns:p="http://schemas.openxmlformats.org/presentationml/2006/main">
  <p:tag name="KSO_WM_BEAUTIFY_FLAG" val=""/>
</p:tagLst>
</file>

<file path=ppt/tags/tag902.xml><?xml version="1.0" encoding="utf-8"?>
<p:tagLst xmlns:p="http://schemas.openxmlformats.org/presentationml/2006/main">
  <p:tag name="KSO_WM_BEAUTIFY_FLAG" val=""/>
</p:tagLst>
</file>

<file path=ppt/tags/tag903.xml><?xml version="1.0" encoding="utf-8"?>
<p:tagLst xmlns:p="http://schemas.openxmlformats.org/presentationml/2006/main">
  <p:tag name="KSO_WM_BEAUTIFY_FLAG" val=""/>
</p:tagLst>
</file>

<file path=ppt/tags/tag904.xml><?xml version="1.0" encoding="utf-8"?>
<p:tagLst xmlns:p="http://schemas.openxmlformats.org/presentationml/2006/main">
  <p:tag name="KSO_WM_BEAUTIFY_FLAG" val=""/>
</p:tagLst>
</file>

<file path=ppt/tags/tag905.xml><?xml version="1.0" encoding="utf-8"?>
<p:tagLst xmlns:p="http://schemas.openxmlformats.org/presentationml/2006/main">
  <p:tag name="KSO_WM_BEAUTIFY_FLAG" val=""/>
</p:tagLst>
</file>

<file path=ppt/tags/tag906.xml><?xml version="1.0" encoding="utf-8"?>
<p:tagLst xmlns:p="http://schemas.openxmlformats.org/presentationml/2006/main">
  <p:tag name="KSO_WM_BEAUTIFY_FLAG" val=""/>
</p:tagLst>
</file>

<file path=ppt/tags/tag907.xml><?xml version="1.0" encoding="utf-8"?>
<p:tagLst xmlns:p="http://schemas.openxmlformats.org/presentationml/2006/main">
  <p:tag name="KSO_WM_BEAUTIFY_FLAG" val=""/>
</p:tagLst>
</file>

<file path=ppt/tags/tag908.xml><?xml version="1.0" encoding="utf-8"?>
<p:tagLst xmlns:p="http://schemas.openxmlformats.org/presentationml/2006/main">
  <p:tag name="KSO_WM_BEAUTIFY_FLAG" val=""/>
</p:tagLst>
</file>

<file path=ppt/tags/tag909.xml><?xml version="1.0" encoding="utf-8"?>
<p:tagLst xmlns:p="http://schemas.openxmlformats.org/presentationml/2006/main">
  <p:tag name="KSO_WM_BEAUTIFY_FLAG" val=""/>
</p:tagLst>
</file>

<file path=ppt/tags/tag910.xml><?xml version="1.0" encoding="utf-8"?>
<p:tagLst xmlns:p="http://schemas.openxmlformats.org/presentationml/2006/main">
  <p:tag name="KSO_WM_BEAUTIFY_FLAG" val=""/>
</p:tagLst>
</file>

<file path=ppt/tags/tag911.xml><?xml version="1.0" encoding="utf-8"?>
<p:tagLst xmlns:p="http://schemas.openxmlformats.org/presentationml/2006/main">
  <p:tag name="KSO_WM_BEAUTIFY_FLAG" val=""/>
</p:tagLst>
</file>

<file path=ppt/tags/tag912.xml><?xml version="1.0" encoding="utf-8"?>
<p:tagLst xmlns:p="http://schemas.openxmlformats.org/presentationml/2006/main">
  <p:tag name="KSO_WM_BEAUTIFY_FLAG" val=""/>
</p:tagLst>
</file>

<file path=ppt/tags/tag913.xml><?xml version="1.0" encoding="utf-8"?>
<p:tagLst xmlns:p="http://schemas.openxmlformats.org/presentationml/2006/main">
  <p:tag name="KSO_WM_BEAUTIFY_FLAG" val=""/>
</p:tagLst>
</file>

<file path=ppt/tags/tag914.xml><?xml version="1.0" encoding="utf-8"?>
<p:tagLst xmlns:p="http://schemas.openxmlformats.org/presentationml/2006/main">
  <p:tag name="KSO_WM_BEAUTIFY_FLAG" val=""/>
</p:tagLst>
</file>

<file path=ppt/tags/tag915.xml><?xml version="1.0" encoding="utf-8"?>
<p:tagLst xmlns:p="http://schemas.openxmlformats.org/presentationml/2006/main">
  <p:tag name="KSO_WM_BEAUTIFY_FLAG" val=""/>
</p:tagLst>
</file>

<file path=ppt/tags/tag916.xml><?xml version="1.0" encoding="utf-8"?>
<p:tagLst xmlns:p="http://schemas.openxmlformats.org/presentationml/2006/main">
  <p:tag name="KSO_WM_BEAUTIFY_FLAG" val=""/>
</p:tagLst>
</file>

<file path=ppt/tags/tag917.xml><?xml version="1.0" encoding="utf-8"?>
<p:tagLst xmlns:p="http://schemas.openxmlformats.org/presentationml/2006/main">
  <p:tag name="KSO_WM_BEAUTIFY_FLAG" val=""/>
</p:tagLst>
</file>

<file path=ppt/tags/tag918.xml><?xml version="1.0" encoding="utf-8"?>
<p:tagLst xmlns:p="http://schemas.openxmlformats.org/presentationml/2006/main">
  <p:tag name="KSO_WM_BEAUTIFY_FLAG" val=""/>
</p:tagLst>
</file>

<file path=ppt/tags/tag919.xml><?xml version="1.0" encoding="utf-8"?>
<p:tagLst xmlns:p="http://schemas.openxmlformats.org/presentationml/2006/main">
  <p:tag name="KSO_WM_BEAUTIFY_FLAG" val=""/>
</p:tagLst>
</file>

<file path=ppt/tags/tag920.xml><?xml version="1.0" encoding="utf-8"?>
<p:tagLst xmlns:p="http://schemas.openxmlformats.org/presentationml/2006/main">
  <p:tag name="KSO_WM_BEAUTIFY_FLAG" val=""/>
</p:tagLst>
</file>

<file path=ppt/tags/tag921.xml><?xml version="1.0" encoding="utf-8"?>
<p:tagLst xmlns:p="http://schemas.openxmlformats.org/presentationml/2006/main">
  <p:tag name="KSO_WM_BEAUTIFY_FLAG" val=""/>
</p:tagLst>
</file>

<file path=ppt/tags/tag922.xml><?xml version="1.0" encoding="utf-8"?>
<p:tagLst xmlns:p="http://schemas.openxmlformats.org/presentationml/2006/main">
  <p:tag name="KSO_WM_BEAUTIFY_FLAG" val=""/>
</p:tagLst>
</file>

<file path=ppt/tags/tag923.xml><?xml version="1.0" encoding="utf-8"?>
<p:tagLst xmlns:p="http://schemas.openxmlformats.org/presentationml/2006/main">
  <p:tag name="KSO_WM_BEAUTIFY_FLAG" val=""/>
</p:tagLst>
</file>

<file path=ppt/tags/tag924.xml><?xml version="1.0" encoding="utf-8"?>
<p:tagLst xmlns:p="http://schemas.openxmlformats.org/presentationml/2006/main">
  <p:tag name="KSO_WM_BEAUTIFY_FLAG" val=""/>
</p:tagLst>
</file>

<file path=ppt/tags/tag925.xml><?xml version="1.0" encoding="utf-8"?>
<p:tagLst xmlns:p="http://schemas.openxmlformats.org/presentationml/2006/main">
  <p:tag name="KSO_WM_BEAUTIFY_FLAG" val=""/>
</p:tagLst>
</file>

<file path=ppt/tags/tag926.xml><?xml version="1.0" encoding="utf-8"?>
<p:tagLst xmlns:p="http://schemas.openxmlformats.org/presentationml/2006/main">
  <p:tag name="KSO_WM_BEAUTIFY_FLAG" val=""/>
</p:tagLst>
</file>

<file path=ppt/tags/tag927.xml><?xml version="1.0" encoding="utf-8"?>
<p:tagLst xmlns:p="http://schemas.openxmlformats.org/presentationml/2006/main">
  <p:tag name="KSO_WM_BEAUTIFY_FLAG" val=""/>
</p:tagLst>
</file>

<file path=ppt/tags/tag928.xml><?xml version="1.0" encoding="utf-8"?>
<p:tagLst xmlns:p="http://schemas.openxmlformats.org/presentationml/2006/main">
  <p:tag name="KSO_WM_BEAUTIFY_FLAG" val=""/>
</p:tagLst>
</file>

<file path=ppt/tags/tag929.xml><?xml version="1.0" encoding="utf-8"?>
<p:tagLst xmlns:p="http://schemas.openxmlformats.org/presentationml/2006/main">
  <p:tag name="KSO_WM_BEAUTIFY_FLAG" val=""/>
</p:tagLst>
</file>

<file path=ppt/tags/tag930.xml><?xml version="1.0" encoding="utf-8"?>
<p:tagLst xmlns:p="http://schemas.openxmlformats.org/presentationml/2006/main">
  <p:tag name="KSO_WM_BEAUTIFY_FLAG" val=""/>
</p:tagLst>
</file>

<file path=ppt/tags/tag931.xml><?xml version="1.0" encoding="utf-8"?>
<p:tagLst xmlns:p="http://schemas.openxmlformats.org/presentationml/2006/main">
  <p:tag name="KSO_WM_BEAUTIFY_FLAG" val=""/>
</p:tagLst>
</file>

<file path=ppt/tags/tag932.xml><?xml version="1.0" encoding="utf-8"?>
<p:tagLst xmlns:p="http://schemas.openxmlformats.org/presentationml/2006/main">
  <p:tag name="KSO_WM_BEAUTIFY_FLAG" val=""/>
</p:tagLst>
</file>

<file path=ppt/tags/tag933.xml><?xml version="1.0" encoding="utf-8"?>
<p:tagLst xmlns:p="http://schemas.openxmlformats.org/presentationml/2006/main">
  <p:tag name="KSO_WM_BEAUTIFY_FLAG" val=""/>
</p:tagLst>
</file>

<file path=ppt/tags/tag934.xml><?xml version="1.0" encoding="utf-8"?>
<p:tagLst xmlns:p="http://schemas.openxmlformats.org/presentationml/2006/main">
  <p:tag name="KSO_WM_BEAUTIFY_FLAG" val=""/>
</p:tagLst>
</file>

<file path=ppt/tags/tag935.xml><?xml version="1.0" encoding="utf-8"?>
<p:tagLst xmlns:p="http://schemas.openxmlformats.org/presentationml/2006/main">
  <p:tag name="KSO_WM_BEAUTIFY_FLAG" val=""/>
</p:tagLst>
</file>

<file path=ppt/tags/tag936.xml><?xml version="1.0" encoding="utf-8"?>
<p:tagLst xmlns:p="http://schemas.openxmlformats.org/presentationml/2006/main">
  <p:tag name="KSO_WM_BEAUTIFY_FLAG" val=""/>
</p:tagLst>
</file>

<file path=ppt/tags/tag937.xml><?xml version="1.0" encoding="utf-8"?>
<p:tagLst xmlns:p="http://schemas.openxmlformats.org/presentationml/2006/main">
  <p:tag name="KSO_WM_BEAUTIFY_FLAG" val=""/>
</p:tagLst>
</file>

<file path=ppt/tags/tag938.xml><?xml version="1.0" encoding="utf-8"?>
<p:tagLst xmlns:p="http://schemas.openxmlformats.org/presentationml/2006/main">
  <p:tag name="KSO_WM_BEAUTIFY_FLAG" val=""/>
</p:tagLst>
</file>

<file path=ppt/tags/tag939.xml><?xml version="1.0" encoding="utf-8"?>
<p:tagLst xmlns:p="http://schemas.openxmlformats.org/presentationml/2006/main">
  <p:tag name="KSO_WM_BEAUTIFY_FLAG" val=""/>
</p:tagLst>
</file>

<file path=ppt/tags/tag940.xml><?xml version="1.0" encoding="utf-8"?>
<p:tagLst xmlns:p="http://schemas.openxmlformats.org/presentationml/2006/main">
  <p:tag name="KSO_WM_BEAUTIFY_FLAG" val=""/>
</p:tagLst>
</file>

<file path=ppt/tags/tag941.xml><?xml version="1.0" encoding="utf-8"?>
<p:tagLst xmlns:p="http://schemas.openxmlformats.org/presentationml/2006/main">
  <p:tag name="KSO_WM_BEAUTIFY_FLAG" val=""/>
</p:tagLst>
</file>

<file path=ppt/tags/tag942.xml><?xml version="1.0" encoding="utf-8"?>
<p:tagLst xmlns:p="http://schemas.openxmlformats.org/presentationml/2006/main">
  <p:tag name="KSO_WM_BEAUTIFY_FLAG" val=""/>
</p:tagLst>
</file>

<file path=ppt/tags/tag943.xml><?xml version="1.0" encoding="utf-8"?>
<p:tagLst xmlns:p="http://schemas.openxmlformats.org/presentationml/2006/main">
  <p:tag name="KSO_WM_BEAUTIFY_FLAG" val=""/>
</p:tagLst>
</file>

<file path=ppt/tags/tag944.xml><?xml version="1.0" encoding="utf-8"?>
<p:tagLst xmlns:p="http://schemas.openxmlformats.org/presentationml/2006/main">
  <p:tag name="KSO_WM_BEAUTIFY_FLAG" val=""/>
</p:tagLst>
</file>

<file path=ppt/tags/tag945.xml><?xml version="1.0" encoding="utf-8"?>
<p:tagLst xmlns:p="http://schemas.openxmlformats.org/presentationml/2006/main">
  <p:tag name="KSO_WM_BEAUTIFY_FLAG" val=""/>
</p:tagLst>
</file>

<file path=ppt/tags/tag946.xml><?xml version="1.0" encoding="utf-8"?>
<p:tagLst xmlns:p="http://schemas.openxmlformats.org/presentationml/2006/main">
  <p:tag name="KSO_WM_BEAUTIFY_FLAG" val=""/>
</p:tagLst>
</file>

<file path=ppt/tags/tag947.xml><?xml version="1.0" encoding="utf-8"?>
<p:tagLst xmlns:p="http://schemas.openxmlformats.org/presentationml/2006/main">
  <p:tag name="KSO_WM_BEAUTIFY_FLAG" val=""/>
</p:tagLst>
</file>

<file path=ppt/tags/tag948.xml><?xml version="1.0" encoding="utf-8"?>
<p:tagLst xmlns:p="http://schemas.openxmlformats.org/presentationml/2006/main">
  <p:tag name="KSO_WM_BEAUTIFY_FLAG" val=""/>
</p:tagLst>
</file>

<file path=ppt/tags/tag949.xml><?xml version="1.0" encoding="utf-8"?>
<p:tagLst xmlns:p="http://schemas.openxmlformats.org/presentationml/2006/main">
  <p:tag name="KSO_WM_BEAUTIFY_FLAG" val=""/>
</p:tagLst>
</file>

<file path=ppt/tags/tag950.xml><?xml version="1.0" encoding="utf-8"?>
<p:tagLst xmlns:p="http://schemas.openxmlformats.org/presentationml/2006/main">
  <p:tag name="KSO_WM_BEAUTIFY_FLAG" val=""/>
</p:tagLst>
</file>

<file path=ppt/tags/tag951.xml><?xml version="1.0" encoding="utf-8"?>
<p:tagLst xmlns:p="http://schemas.openxmlformats.org/presentationml/2006/main">
  <p:tag name="KSO_WM_BEAUTIFY_FLAG" val=""/>
</p:tagLst>
</file>

<file path=ppt/tags/tag952.xml><?xml version="1.0" encoding="utf-8"?>
<p:tagLst xmlns:p="http://schemas.openxmlformats.org/presentationml/2006/main">
  <p:tag name="KSO_WM_BEAUTIFY_FLAG" val=""/>
</p:tagLst>
</file>

<file path=ppt/tags/tag953.xml><?xml version="1.0" encoding="utf-8"?>
<p:tagLst xmlns:p="http://schemas.openxmlformats.org/presentationml/2006/main">
  <p:tag name="KSO_WM_BEAUTIFY_FLAG" val=""/>
</p:tagLst>
</file>

<file path=ppt/tags/tag954.xml><?xml version="1.0" encoding="utf-8"?>
<p:tagLst xmlns:p="http://schemas.openxmlformats.org/presentationml/2006/main">
  <p:tag name="KSO_WM_BEAUTIFY_FLAG" val=""/>
</p:tagLst>
</file>

<file path=ppt/tags/tag955.xml><?xml version="1.0" encoding="utf-8"?>
<p:tagLst xmlns:p="http://schemas.openxmlformats.org/presentationml/2006/main">
  <p:tag name="KSO_WM_BEAUTIFY_FLAG" val=""/>
</p:tagLst>
</file>

<file path=ppt/tags/tag956.xml><?xml version="1.0" encoding="utf-8"?>
<p:tagLst xmlns:p="http://schemas.openxmlformats.org/presentationml/2006/main">
  <p:tag name="KSO_WM_BEAUTIFY_FLAG" val=""/>
</p:tagLst>
</file>

<file path=ppt/tags/tag957.xml><?xml version="1.0" encoding="utf-8"?>
<p:tagLst xmlns:p="http://schemas.openxmlformats.org/presentationml/2006/main">
  <p:tag name="KSO_WM_BEAUTIFY_FLAG" val=""/>
</p:tagLst>
</file>

<file path=ppt/tags/tag958.xml><?xml version="1.0" encoding="utf-8"?>
<p:tagLst xmlns:p="http://schemas.openxmlformats.org/presentationml/2006/main">
  <p:tag name="KSO_WM_BEAUTIFY_FLAG" val=""/>
</p:tagLst>
</file>

<file path=ppt/tags/tag959.xml><?xml version="1.0" encoding="utf-8"?>
<p:tagLst xmlns:p="http://schemas.openxmlformats.org/presentationml/2006/main">
  <p:tag name="KSO_WM_BEAUTIFY_FLAG" val=""/>
</p:tagLst>
</file>

<file path=ppt/tags/tag960.xml><?xml version="1.0" encoding="utf-8"?>
<p:tagLst xmlns:p="http://schemas.openxmlformats.org/presentationml/2006/main">
  <p:tag name="KSO_WM_BEAUTIFY_FLAG" val=""/>
</p:tagLst>
</file>

<file path=ppt/tags/tag961.xml><?xml version="1.0" encoding="utf-8"?>
<p:tagLst xmlns:p="http://schemas.openxmlformats.org/presentationml/2006/main">
  <p:tag name="KSO_WM_BEAUTIFY_FLAG" val=""/>
</p:tagLst>
</file>

<file path=ppt/tags/tag962.xml><?xml version="1.0" encoding="utf-8"?>
<p:tagLst xmlns:p="http://schemas.openxmlformats.org/presentationml/2006/main">
  <p:tag name="KSO_WM_BEAUTIFY_FLAG" val=""/>
</p:tagLst>
</file>

<file path=ppt/tags/tag963.xml><?xml version="1.0" encoding="utf-8"?>
<p:tagLst xmlns:p="http://schemas.openxmlformats.org/presentationml/2006/main">
  <p:tag name="KSO_WM_BEAUTIFY_FLAG" val=""/>
</p:tagLst>
</file>

<file path=ppt/tags/tag964.xml><?xml version="1.0" encoding="utf-8"?>
<p:tagLst xmlns:p="http://schemas.openxmlformats.org/presentationml/2006/main">
  <p:tag name="KSO_WM_BEAUTIFY_FLAG" val=""/>
</p:tagLst>
</file>

<file path=ppt/tags/tag965.xml><?xml version="1.0" encoding="utf-8"?>
<p:tagLst xmlns:p="http://schemas.openxmlformats.org/presentationml/2006/main">
  <p:tag name="KSO_WM_BEAUTIFY_FLAG" val=""/>
</p:tagLst>
</file>

<file path=ppt/tags/tag966.xml><?xml version="1.0" encoding="utf-8"?>
<p:tagLst xmlns:p="http://schemas.openxmlformats.org/presentationml/2006/main">
  <p:tag name="KSO_WM_BEAUTIFY_FLAG" val=""/>
</p:tagLst>
</file>

<file path=ppt/tags/tag967.xml><?xml version="1.0" encoding="utf-8"?>
<p:tagLst xmlns:p="http://schemas.openxmlformats.org/presentationml/2006/main">
  <p:tag name="KSO_WM_BEAUTIFY_FLAG" val=""/>
</p:tagLst>
</file>

<file path=ppt/tags/tag968.xml><?xml version="1.0" encoding="utf-8"?>
<p:tagLst xmlns:p="http://schemas.openxmlformats.org/presentationml/2006/main">
  <p:tag name="KSO_WM_BEAUTIFY_FLAG" val=""/>
</p:tagLst>
</file>

<file path=ppt/tags/tag969.xml><?xml version="1.0" encoding="utf-8"?>
<p:tagLst xmlns:p="http://schemas.openxmlformats.org/presentationml/2006/main">
  <p:tag name="KSO_WM_BEAUTIFY_FLAG" val=""/>
</p:tagLst>
</file>

<file path=ppt/tags/tag970.xml><?xml version="1.0" encoding="utf-8"?>
<p:tagLst xmlns:p="http://schemas.openxmlformats.org/presentationml/2006/main">
  <p:tag name="KSO_WM_BEAUTIFY_FLAG" val=""/>
</p:tagLst>
</file>

<file path=ppt/tags/tag971.xml><?xml version="1.0" encoding="utf-8"?>
<p:tagLst xmlns:p="http://schemas.openxmlformats.org/presentationml/2006/main">
  <p:tag name="KSO_WM_BEAUTIFY_FLAG" val=""/>
</p:tagLst>
</file>

<file path=ppt/tags/tag972.xml><?xml version="1.0" encoding="utf-8"?>
<p:tagLst xmlns:p="http://schemas.openxmlformats.org/presentationml/2006/main">
  <p:tag name="KSO_WM_BEAUTIFY_FLAG" val=""/>
</p:tagLst>
</file>

<file path=ppt/tags/tag973.xml><?xml version="1.0" encoding="utf-8"?>
<p:tagLst xmlns:p="http://schemas.openxmlformats.org/presentationml/2006/main">
  <p:tag name="KSO_WM_BEAUTIFY_FLAG" val=""/>
</p:tagLst>
</file>

<file path=ppt/tags/tag974.xml><?xml version="1.0" encoding="utf-8"?>
<p:tagLst xmlns:p="http://schemas.openxmlformats.org/presentationml/2006/main">
  <p:tag name="KSO_WM_BEAUTIFY_FLAG" val=""/>
</p:tagLst>
</file>

<file path=ppt/tags/tag975.xml><?xml version="1.0" encoding="utf-8"?>
<p:tagLst xmlns:p="http://schemas.openxmlformats.org/presentationml/2006/main">
  <p:tag name="KSO_WM_BEAUTIFY_FLAG" val=""/>
</p:tagLst>
</file>

<file path=ppt/tags/tag976.xml><?xml version="1.0" encoding="utf-8"?>
<p:tagLst xmlns:p="http://schemas.openxmlformats.org/presentationml/2006/main">
  <p:tag name="KSO_WM_BEAUTIFY_FLAG" val=""/>
</p:tagLst>
</file>

<file path=ppt/tags/tag977.xml><?xml version="1.0" encoding="utf-8"?>
<p:tagLst xmlns:p="http://schemas.openxmlformats.org/presentationml/2006/main">
  <p:tag name="KSO_WM_BEAUTIFY_FLAG" val=""/>
</p:tagLst>
</file>

<file path=ppt/tags/tag978.xml><?xml version="1.0" encoding="utf-8"?>
<p:tagLst xmlns:p="http://schemas.openxmlformats.org/presentationml/2006/main">
  <p:tag name="KSO_WM_BEAUTIFY_FLAG" val=""/>
</p:tagLst>
</file>

<file path=ppt/tags/tag979.xml><?xml version="1.0" encoding="utf-8"?>
<p:tagLst xmlns:p="http://schemas.openxmlformats.org/presentationml/2006/main">
  <p:tag name="KSO_WM_BEAUTIFY_FLAG" val=""/>
</p:tagLst>
</file>

<file path=ppt/tags/tag980.xml><?xml version="1.0" encoding="utf-8"?>
<p:tagLst xmlns:p="http://schemas.openxmlformats.org/presentationml/2006/main">
  <p:tag name="KSO_WM_BEAUTIFY_FLAG" val=""/>
</p:tagLst>
</file>

<file path=ppt/tags/tag981.xml><?xml version="1.0" encoding="utf-8"?>
<p:tagLst xmlns:p="http://schemas.openxmlformats.org/presentationml/2006/main">
  <p:tag name="KSO_WM_BEAUTIFY_FLAG" val=""/>
</p:tagLst>
</file>

<file path=ppt/tags/tag982.xml><?xml version="1.0" encoding="utf-8"?>
<p:tagLst xmlns:p="http://schemas.openxmlformats.org/presentationml/2006/main">
  <p:tag name="KSO_WM_BEAUTIFY_FLAG" val=""/>
</p:tagLst>
</file>

<file path=ppt/tags/tag983.xml><?xml version="1.0" encoding="utf-8"?>
<p:tagLst xmlns:p="http://schemas.openxmlformats.org/presentationml/2006/main">
  <p:tag name="KSO_WM_BEAUTIFY_FLAG" val=""/>
</p:tagLst>
</file>

<file path=ppt/tags/tag984.xml><?xml version="1.0" encoding="utf-8"?>
<p:tagLst xmlns:p="http://schemas.openxmlformats.org/presentationml/2006/main">
  <p:tag name="KSO_WM_BEAUTIFY_FLAG" val=""/>
</p:tagLst>
</file>

<file path=ppt/tags/tag985.xml><?xml version="1.0" encoding="utf-8"?>
<p:tagLst xmlns:p="http://schemas.openxmlformats.org/presentationml/2006/main">
  <p:tag name="KSO_WM_BEAUTIFY_FLAG" val=""/>
</p:tagLst>
</file>

<file path=ppt/tags/tag986.xml><?xml version="1.0" encoding="utf-8"?>
<p:tagLst xmlns:p="http://schemas.openxmlformats.org/presentationml/2006/main">
  <p:tag name="KSO_WM_BEAUTIFY_FLAG" val=""/>
</p:tagLst>
</file>

<file path=ppt/tags/tag987.xml><?xml version="1.0" encoding="utf-8"?>
<p:tagLst xmlns:p="http://schemas.openxmlformats.org/presentationml/2006/main">
  <p:tag name="KSO_WM_BEAUTIFY_FLAG" val=""/>
</p:tagLst>
</file>

<file path=ppt/tags/tag988.xml><?xml version="1.0" encoding="utf-8"?>
<p:tagLst xmlns:p="http://schemas.openxmlformats.org/presentationml/2006/main">
  <p:tag name="KSO_WM_BEAUTIFY_FLAG" val=""/>
</p:tagLst>
</file>

<file path=ppt/tags/tag989.xml><?xml version="1.0" encoding="utf-8"?>
<p:tagLst xmlns:p="http://schemas.openxmlformats.org/presentationml/2006/main">
  <p:tag name="KSO_WM_BEAUTIFY_FLAG" val=""/>
</p:tagLst>
</file>

<file path=ppt/tags/tag990.xml><?xml version="1.0" encoding="utf-8"?>
<p:tagLst xmlns:p="http://schemas.openxmlformats.org/presentationml/2006/main">
  <p:tag name="KSO_WM_BEAUTIFY_FLAG" val=""/>
</p:tagLst>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5_默认设计模板">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自定义 1">
      <a:majorFont>
        <a:latin typeface="Arial"/>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solidFill>
            <a:schemeClr val="bg1">
              <a:lumMod val="50000"/>
            </a:schemeClr>
          </a:solidFill>
        </a:ln>
      </a:spPr>
      <a:bodyPr wrap="none" lIns="0" tIns="0" rIns="0" bIns="0" rtlCol="0" anchor="ctr" anchorCtr="1"/>
      <a:lstStyle>
        <a:defPPr algn="ctr">
          <a:buClr>
            <a:srgbClr val="CC9900"/>
          </a:buClr>
          <a:buNone/>
          <a:defRPr sz="2400" kern="0" dirty="0" smtClean="0">
            <a:solidFill>
              <a:sysClr val="windowText" lastClr="000000"/>
            </a:solidFill>
            <a:latin typeface="Arial" panose="02080604020202020204" pitchFamily="34" charset="0"/>
          </a:defRPr>
        </a:defPPr>
      </a:lstStyle>
      <a:style>
        <a:lnRef idx="1">
          <a:schemeClr val="dk1"/>
        </a:lnRef>
        <a:fillRef idx="2">
          <a:schemeClr val="dk1"/>
        </a:fillRef>
        <a:effectRef idx="1">
          <a:schemeClr val="dk1"/>
        </a:effectRef>
        <a:fontRef idx="minor">
          <a:schemeClr val="dk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1" i="0" u="none" strike="noStrike" cap="none" normalizeH="0" baseline="0" smtClean="0">
            <a:ln>
              <a:noFill/>
            </a:ln>
            <a:solidFill>
              <a:schemeClr val="tx1"/>
            </a:solidFill>
            <a:effectLst/>
            <a:latin typeface="Arial" panose="02080604020202020204" pitchFamily="34" charset="0"/>
            <a:ea typeface="宋体" pitchFamily="2" charset="-122"/>
          </a:defRPr>
        </a:defPPr>
      </a:lstStyle>
    </a:lnDef>
    <a:txDef>
      <a:spPr>
        <a:noFill/>
      </a:spPr>
      <a:bodyPr wrap="none" rtlCol="0">
        <a:spAutoFit/>
      </a:bodyPr>
      <a:lstStyle>
        <a:defPPr>
          <a:buNone/>
          <a:defRPr dirty="0" smtClean="0"/>
        </a:defPPr>
      </a:lstStyle>
    </a:txDef>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8_默认设计模板">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自定义 1">
      <a:majorFont>
        <a:latin typeface="Arial"/>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solidFill>
            <a:schemeClr val="bg1">
              <a:lumMod val="50000"/>
            </a:schemeClr>
          </a:solidFill>
        </a:ln>
      </a:spPr>
      <a:bodyPr wrap="none" lIns="0" tIns="0" rIns="0" bIns="0" rtlCol="0" anchor="ctr" anchorCtr="1"/>
      <a:lstStyle>
        <a:defPPr algn="ctr">
          <a:buClr>
            <a:srgbClr val="CC9900"/>
          </a:buClr>
          <a:buNone/>
          <a:defRPr sz="2400" kern="0" dirty="0" smtClean="0">
            <a:solidFill>
              <a:sysClr val="windowText" lastClr="000000"/>
            </a:solidFill>
            <a:latin typeface="Arial" panose="02080604020202020204" pitchFamily="34" charset="0"/>
          </a:defRPr>
        </a:defPPr>
      </a:lstStyle>
      <a:style>
        <a:lnRef idx="1">
          <a:schemeClr val="dk1"/>
        </a:lnRef>
        <a:fillRef idx="2">
          <a:schemeClr val="dk1"/>
        </a:fillRef>
        <a:effectRef idx="1">
          <a:schemeClr val="dk1"/>
        </a:effectRef>
        <a:fontRef idx="minor">
          <a:schemeClr val="dk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1" i="0" u="none" strike="noStrike" cap="none" normalizeH="0" baseline="0" smtClean="0">
            <a:ln>
              <a:noFill/>
            </a:ln>
            <a:solidFill>
              <a:schemeClr val="tx1"/>
            </a:solidFill>
            <a:effectLst/>
            <a:latin typeface="Arial" panose="02080604020202020204" pitchFamily="34" charset="0"/>
            <a:ea typeface="宋体" pitchFamily="2" charset="-122"/>
          </a:defRPr>
        </a:defPPr>
      </a:lstStyle>
    </a:lnDef>
    <a:txDef>
      <a:spPr>
        <a:noFill/>
      </a:spPr>
      <a:bodyPr wrap="none" rtlCol="0">
        <a:spAutoFit/>
      </a:bodyPr>
      <a:lstStyle>
        <a:defPPr>
          <a:buNone/>
          <a:defRPr dirty="0" smtClean="0"/>
        </a:defPPr>
      </a:lstStyle>
    </a:txDef>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章节页">
  <a:themeElements>
    <a:clrScheme name="自定义 1">
      <a:dk1>
        <a:sysClr val="windowText" lastClr="000000"/>
      </a:dk1>
      <a:lt1>
        <a:sysClr val="window" lastClr="FFFFFF"/>
      </a:lt1>
      <a:dk2>
        <a:srgbClr val="44546A"/>
      </a:dk2>
      <a:lt2>
        <a:srgbClr val="E7E6E6"/>
      </a:lt2>
      <a:accent1>
        <a:srgbClr val="C00000"/>
      </a:accent1>
      <a:accent2>
        <a:srgbClr val="4472C4"/>
      </a:accent2>
      <a:accent3>
        <a:srgbClr val="A5A5A5"/>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00B0F0"/>
          </a:solidFill>
          <a:headEnd type="triangle" w="med" len="med"/>
          <a:tailEnd type="triangl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solidFill>
          <a:schemeClr val="accent1"/>
        </a:solidFill>
        <a:ln w="19050" cap="flat" cmpd="sng" algn="ctr">
          <a:solidFill>
            <a:schemeClr val="bg1">
              <a:lumMod val="60000"/>
              <a:lumOff val="40000"/>
            </a:schemeClr>
          </a:solidFill>
          <a:prstDash val="solid"/>
          <a:round/>
          <a:headEnd type="none" w="med" len="med"/>
          <a:tailEnd type="none" w="med" len="med"/>
        </a:ln>
      </a:spPr>
      <a:bodyPr/>
      <a:lstStyle/>
    </a:lnDef>
    <a:txDef>
      <a:spPr>
        <a:noFill/>
      </a:spPr>
      <a:bodyPr vert="horz" wrap="none" rtlCol="0">
        <a:spAutoFit/>
      </a:bodyPr>
      <a:lstStyle>
        <a:defPPr algn="l">
          <a:lnSpc>
            <a:spcPts val="3440"/>
          </a:lnSpc>
          <a:defRPr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5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a:solidFill>
            <a:schemeClr val="tx1"/>
          </a:solidFill>
        </a:ln>
      </a:spPr>
      <a:bodyPr lIns="0" rIns="0" rtlCol="0" anchor="ctr"/>
      <a:lstStyle>
        <a:defPPr algn="ctr" defTabSz="1219200">
          <a:defRPr sz="600" dirty="0" smtClean="0">
            <a:solidFill>
              <a:schemeClr val="tx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upkjg2b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1"/>
          </a:solid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20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1200"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22574</Words>
  <Application>WPS 演示</Application>
  <PresentationFormat>自定义</PresentationFormat>
  <Paragraphs>3477</Paragraphs>
  <Slides>53</Slides>
  <Notes>13</Notes>
  <HiddenSlides>0</HiddenSlides>
  <MMClips>0</MMClips>
  <ScaleCrop>false</ScaleCrop>
  <HeadingPairs>
    <vt:vector size="8" baseType="variant">
      <vt:variant>
        <vt:lpstr>已用的字体</vt:lpstr>
      </vt:variant>
      <vt:variant>
        <vt:i4>51</vt:i4>
      </vt:variant>
      <vt:variant>
        <vt:lpstr>主题</vt:lpstr>
      </vt:variant>
      <vt:variant>
        <vt:i4>14</vt:i4>
      </vt:variant>
      <vt:variant>
        <vt:lpstr>嵌入 OLE 服务器</vt:lpstr>
      </vt:variant>
      <vt:variant>
        <vt:i4>11</vt:i4>
      </vt:variant>
      <vt:variant>
        <vt:lpstr>幻灯片标题</vt:lpstr>
      </vt:variant>
      <vt:variant>
        <vt:i4>53</vt:i4>
      </vt:variant>
    </vt:vector>
  </HeadingPairs>
  <TitlesOfParts>
    <vt:vector size="129" baseType="lpstr">
      <vt:lpstr>Arial</vt:lpstr>
      <vt:lpstr>宋体</vt:lpstr>
      <vt:lpstr>Wingdings</vt:lpstr>
      <vt:lpstr>微软雅黑</vt:lpstr>
      <vt:lpstr>方正雅意黑 GB18030L2 R</vt:lpstr>
      <vt:lpstr>FT Thymes</vt:lpstr>
      <vt:lpstr>等线</vt:lpstr>
      <vt:lpstr>.AppleSystemUIFont</vt:lpstr>
      <vt:lpstr>鸿蒙黑体</vt:lpstr>
      <vt:lpstr>FTToken</vt:lpstr>
      <vt:lpstr>书宋-简</vt:lpstr>
      <vt:lpstr>MS PGothic</vt:lpstr>
      <vt:lpstr>黑体</vt:lpstr>
      <vt:lpstr>Arial</vt:lpstr>
      <vt:lpstr>微软雅黑</vt:lpstr>
      <vt:lpstr>FrutigerNext LT Regular</vt:lpstr>
      <vt:lpstr>黑体-简</vt:lpstr>
      <vt:lpstr>FrutigerNext LT Medium</vt:lpstr>
      <vt:lpstr>华文细黑</vt:lpstr>
      <vt:lpstr>方正中等线-简</vt:lpstr>
      <vt:lpstr>Times New Roman</vt:lpstr>
      <vt:lpstr>Calibri</vt:lpstr>
      <vt:lpstr>MicrosoftYaHei</vt:lpstr>
      <vt:lpstr>Tahoma</vt:lpstr>
      <vt:lpstr>微软雅黑</vt:lpstr>
      <vt:lpstr> 微软雅黑</vt:lpstr>
      <vt:lpstr>Calibri</vt:lpstr>
      <vt:lpstr>宋体</vt:lpstr>
      <vt:lpstr>等线</vt:lpstr>
      <vt:lpstr>Huawei Sans</vt:lpstr>
      <vt:lpstr>Microsoft JhengHei</vt:lpstr>
      <vt:lpstr>Microsoft YaHei UI</vt:lpstr>
      <vt:lpstr>Courier New</vt:lpstr>
      <vt:lpstr>Cambria Math</vt:lpstr>
      <vt:lpstr>DejaVu Math TeX Gyre</vt:lpstr>
      <vt:lpstr>仿宋</vt:lpstr>
      <vt:lpstr>宋体</vt:lpstr>
      <vt:lpstr>Arial Unicode MS</vt:lpstr>
      <vt:lpstr>方正等线-简</vt:lpstr>
      <vt:lpstr>等线 Light</vt:lpstr>
      <vt:lpstr>noto sans thai</vt:lpstr>
      <vt:lpstr>FT AeroSans</vt:lpstr>
      <vt:lpstr>Noto Sans CJK HK</vt:lpstr>
      <vt:lpstr>Noto Sans CJK JP</vt:lpstr>
      <vt:lpstr>HarmonyOS Sans</vt:lpstr>
      <vt:lpstr>仿宋-简</vt:lpstr>
      <vt:lpstr>Noto Sans CJK SC</vt:lpstr>
      <vt:lpstr>Calibri Light</vt:lpstr>
      <vt:lpstr>MS PGothic</vt:lpstr>
      <vt:lpstr>等线</vt:lpstr>
      <vt:lpstr>微软雅黑</vt:lpstr>
      <vt:lpstr>封面页_图片版 </vt:lpstr>
      <vt:lpstr>章节页</vt:lpstr>
      <vt:lpstr>结束页</vt:lpstr>
      <vt:lpstr>25_默认设计模板</vt:lpstr>
      <vt:lpstr>28_默认设计模板</vt:lpstr>
      <vt:lpstr>1_章节页</vt:lpstr>
      <vt:lpstr>4_章节页</vt:lpstr>
      <vt:lpstr>3_自定义设计方案</vt:lpstr>
      <vt:lpstr>5_Chart page</vt:lpstr>
      <vt:lpstr>1_Office 主题​​</vt:lpstr>
      <vt:lpstr>5_自定义设计方案</vt:lpstr>
      <vt:lpstr>12_章节页</vt:lpstr>
      <vt:lpstr>2_章节页</vt:lpstr>
      <vt:lpstr>3_章节页</vt:lpstr>
      <vt:lpstr>Word.Document.12</vt:lpstr>
      <vt:lpstr>Word.Document.12</vt:lpstr>
      <vt:lpstr>Word.Document.12</vt:lpstr>
      <vt:lpstr>Excel.Sheet.12</vt:lpstr>
      <vt:lpstr>Excel.Sheet.12</vt:lpstr>
      <vt:lpstr>Excel.Sheet.12</vt:lpstr>
      <vt:lpstr>Excel.Sheet.12</vt:lpstr>
      <vt:lpstr>Excel.Sheet.12</vt:lpstr>
      <vt:lpstr>Package</vt:lpstr>
      <vt:lpstr>Package</vt:lpstr>
      <vt:lpstr>Acrobat.Document.DC</vt:lpstr>
      <vt:lpstr>PowerPoint 演示文稿</vt:lpstr>
      <vt:lpstr>DRB评审要求</vt:lpstr>
      <vt:lpstr>DRB决策输入件</vt:lpstr>
      <vt:lpstr>目录</vt:lpstr>
      <vt:lpstr>项目背景及概况</vt:lpstr>
      <vt:lpstr>价值与主张</vt:lpstr>
      <vt:lpstr>客户组织架构，及沟通矩阵</vt:lpstr>
      <vt:lpstr>华为组织架构，及沟通矩阵</vt:lpstr>
      <vt:lpstr>目录</vt:lpstr>
      <vt:lpstr>交易模式</vt:lpstr>
      <vt:lpstr>PowerPoint 演示文稿</vt:lpstr>
      <vt:lpstr>PowerPoint 演示文稿</vt:lpstr>
      <vt:lpstr>PowerPoint 演示文稿</vt:lpstr>
      <vt:lpstr>PowerPoint 演示文稿</vt:lpstr>
      <vt:lpstr>责任矩阵</vt:lpstr>
      <vt:lpstr>其他关键条款分析</vt:lpstr>
      <vt:lpstr>目录</vt:lpstr>
      <vt:lpstr>PowerPoint 演示文稿</vt:lpstr>
      <vt:lpstr>解决方案可交付性评审结论</vt:lpstr>
      <vt:lpstr>PowerPoint 演示文稿</vt:lpstr>
      <vt:lpstr>PowerPoint 演示文稿</vt:lpstr>
      <vt:lpstr>PowerPoint 演示文稿</vt:lpstr>
      <vt:lpstr>MGT网络： ZJ规划组网&amp;水平布线端接，KT 负责MS0/BS0-Server布线端接，HW 负责Server网卡基础配置</vt:lpstr>
      <vt:lpstr>PowerPoint 演示文稿</vt:lpstr>
      <vt:lpstr>PowerPoint 演示文稿</vt:lpstr>
      <vt:lpstr>PowerPoint 演示文稿</vt:lpstr>
      <vt:lpstr>网络安全自检分析</vt:lpstr>
      <vt:lpstr>集成验证等</vt:lpstr>
      <vt:lpstr>目录</vt:lpstr>
      <vt:lpstr>项目交付策略</vt:lpstr>
      <vt:lpstr>PowerPoint 演示文稿</vt:lpstr>
      <vt:lpstr>人力资源计划</vt:lpstr>
      <vt:lpstr>项目采购需求及采购策略--非转售采购需求</vt:lpstr>
      <vt:lpstr>项目第三方产品转售采购需求（仅展示场景三）</vt:lpstr>
      <vt:lpstr>项目研发合作及机关采购（非转售）需求—其他服务成本</vt:lpstr>
      <vt:lpstr>供应链管理计划</vt:lpstr>
      <vt:lpstr>质量和EHS管理计划</vt:lpstr>
      <vt:lpstr>PowerPoint 演示文稿</vt:lpstr>
      <vt:lpstr>验收管理</vt:lpstr>
      <vt:lpstr>收入管理</vt:lpstr>
      <vt:lpstr>存货管理计划</vt:lpstr>
      <vt:lpstr>目录</vt:lpstr>
      <vt:lpstr>伙伴展示及能力评估</vt:lpstr>
      <vt:lpstr>目录</vt:lpstr>
      <vt:lpstr>PowerPoint 演示文稿</vt:lpstr>
      <vt:lpstr>目录</vt:lpstr>
      <vt:lpstr>PowerPoint 演示文稿</vt:lpstr>
      <vt:lpstr>目录</vt:lpstr>
      <vt:lpstr>运维方案</vt:lpstr>
      <vt:lpstr>运营方案</vt:lpstr>
      <vt:lpstr>目录</vt:lpstr>
      <vt:lpstr>项目服务成本测算-整体</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chenhui (I)</dc:creator>
  <cp:lastModifiedBy>h00614988</cp:lastModifiedBy>
  <cp:revision>215</cp:revision>
  <dcterms:created xsi:type="dcterms:W3CDTF">2026-08-28T07:54:49Z</dcterms:created>
  <dcterms:modified xsi:type="dcterms:W3CDTF">2026-08-28T07:54:49Z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(3)ZufQGgqqQHIQy1R2MLOzuloKkxCnUkQu3BGR8ihD+Re2ySImUm8zgyNkPRafqvbjSVizxS7Q
d0NetZBETQ69xRb5u3UHmy2LYMZP0LIlLGiHP2TflG5PjSjrY1zN0Y7Gyw0HYkgNzIRyMwMt
NfpBKkrbT/pHuMQAbkkOKsJPc4ZObLuWe4DTEjgJzxyix9BdokO6IsogICOFcXmr+4ihkxHp
8kdtz/hI1ej/rytG+g</vt:lpwstr>
  </property>
  <property fmtid="{D5CDD505-2E9C-101B-9397-08002B2CF9AE}" pid="3" name="_2015_ms_pID_7253431">
    <vt:lpwstr>QN2z02MjIQ8poQqWrIm1dPdTJks8K9Dp/UA6e/HV5pdVeh/XWMFVAR
SkzuAdl4fyfZEbvgwUYi45peJepq8i12G4UF6Mos1V608p0116akh4f+XisGHl5RW/3lsSd3
va4a0ikHKmIg2UNbv8g7qn3xn2n0GxIWzNWocPzbhcvCIjDejgnus/8SBbDMHCVdJ3WZRZjP
2RNKPVmqWPU8JCmQnVdvgLuOnn2rofZyPMFg</vt:lpwstr>
  </property>
  <property fmtid="{D5CDD505-2E9C-101B-9397-08002B2CF9AE}" pid="4" name="_2015_ms_pID_7253432">
    <vt:lpwstr>TwoS6jhgdI6wKDLywTjUBOM=</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1702710449</vt:lpwstr>
  </property>
  <property fmtid="{D5CDD505-2E9C-101B-9397-08002B2CF9AE}" pid="9" name="KSOProductBuildVer">
    <vt:lpwstr>2052-12.1.3.27475</vt:lpwstr>
  </property>
  <property fmtid="{D5CDD505-2E9C-101B-9397-08002B2CF9AE}" pid="10" name="ICV">
    <vt:lpwstr>7C4BA2660900A694C83E916A45513FDB_43</vt:lpwstr>
  </property>
</Properties>
</file>